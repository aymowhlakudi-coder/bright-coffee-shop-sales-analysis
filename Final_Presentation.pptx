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3"/>
  </p:notesMasterIdLst>
  <p:sldIdLst>
    <p:sldId id="256" r:id="rId2"/>
    <p:sldId id="258" r:id="rId3"/>
    <p:sldId id="262" r:id="rId4"/>
    <p:sldId id="327" r:id="rId5"/>
    <p:sldId id="277" r:id="rId6"/>
    <p:sldId id="325" r:id="rId7"/>
    <p:sldId id="279" r:id="rId8"/>
    <p:sldId id="280" r:id="rId9"/>
    <p:sldId id="287" r:id="rId10"/>
    <p:sldId id="326" r:id="rId11"/>
    <p:sldId id="329" r:id="rId12"/>
  </p:sldIdLst>
  <p:sldSz cx="9144000" cy="5143500" type="screen16x9"/>
  <p:notesSz cx="6858000" cy="9144000"/>
  <p:embeddedFontLst>
    <p:embeddedFont>
      <p:font typeface="Arial Nova Cond Light" panose="020B0306020202020204" pitchFamily="34" charset="0"/>
      <p:regular r:id="rId14"/>
      <p:italic r:id="rId15"/>
    </p:embeddedFont>
    <p:embeddedFont>
      <p:font typeface="Arial Nova Light" panose="020B0304020202020204" pitchFamily="34" charset="0"/>
      <p:regular r:id="rId16"/>
      <p:italic r:id="rId17"/>
    </p:embeddedFont>
    <p:embeddedFont>
      <p:font typeface="Berkshire Swash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0EABA-6AF4-47EC-865A-005B394F4326}">
  <a:tblStyle styleId="{EB40EABA-6AF4-47EC-865A-005B394F43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BELO\Downloads\CaeStudy1_2025-11-06-1210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[CaeStudy1_2025-11-06-1210.csv]Sheet3!PivotTable9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Product Category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2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Sheet3!$B$77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 w="9525" cap="flat" cmpd="sng" algn="ctr">
              <a:solidFill>
                <a:schemeClr val="accent2"/>
              </a:solidFill>
              <a:miter lim="800000"/>
            </a:ln>
            <a:effectLst>
              <a:glow rad="63500">
                <a:schemeClr val="accent2">
                  <a:satMod val="175000"/>
                  <a:alpha val="25000"/>
                </a:schemeClr>
              </a:glow>
            </a:effectLst>
          </c:spPr>
          <c:invertIfNegative val="0"/>
          <c:cat>
            <c:strRef>
              <c:f>Sheet3!$A$78:$A$87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Sheet3!$B$78:$B$87</c:f>
              <c:numCache>
                <c:formatCode>_("R"* #,##0.00_);_("R"* \(#,##0.00\);_("R"* "-"??_);_(@_)</c:formatCode>
                <c:ptCount val="9"/>
                <c:pt idx="0">
                  <c:v>82315.640000000101</c:v>
                </c:pt>
                <c:pt idx="1">
                  <c:v>13607</c:v>
                </c:pt>
                <c:pt idx="2">
                  <c:v>269952.45000001177</c:v>
                </c:pt>
                <c:pt idx="3">
                  <c:v>40085.249999999964</c:v>
                </c:pt>
                <c:pt idx="4">
                  <c:v>72416</c:v>
                </c:pt>
                <c:pt idx="5">
                  <c:v>8408.8000000003885</c:v>
                </c:pt>
                <c:pt idx="6">
                  <c:v>11213.600000000071</c:v>
                </c:pt>
                <c:pt idx="7">
                  <c:v>4407.6399999999912</c:v>
                </c:pt>
                <c:pt idx="8">
                  <c:v>196405.95000000522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D-4167-B0AE-0501863EA8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15"/>
        <c:overlap val="-40"/>
        <c:axId val="891792976"/>
        <c:axId val="891791896"/>
      </c:barChart>
      <c:catAx>
        <c:axId val="891792976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1791896"/>
        <c:crosses val="autoZero"/>
        <c:auto val="1"/>
        <c:lblAlgn val="ctr"/>
        <c:lblOffset val="100"/>
        <c:noMultiLvlLbl val="0"/>
      </c:catAx>
      <c:valAx>
        <c:axId val="89179189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1792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 dirty="0"/>
              <a:t>Monthly</a:t>
            </a:r>
            <a:r>
              <a:rPr lang="en-ZA" baseline="0" dirty="0"/>
              <a:t> Revenue by </a:t>
            </a:r>
            <a:r>
              <a:rPr lang="en-ZA" baseline="0" dirty="0" err="1"/>
              <a:t>StoreLocation</a:t>
            </a:r>
            <a:r>
              <a:rPr lang="en-ZA" baseline="0" dirty="0"/>
              <a:t> </a:t>
            </a:r>
            <a:endParaRPr lang="en-Z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Astoria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Sheet3!$B$5:$B$11</c:f>
              <c:numCache>
                <c:formatCode>_("R"* #,##0.00_);_("R"* \(#,##0.00\);_("R"* "-"??_);_(@_)</c:formatCode>
                <c:ptCount val="6"/>
                <c:pt idx="0">
                  <c:v>27313.660000000062</c:v>
                </c:pt>
                <c:pt idx="1">
                  <c:v>25105.340000000044</c:v>
                </c:pt>
                <c:pt idx="2">
                  <c:v>32835.430000000029</c:v>
                </c:pt>
                <c:pt idx="3">
                  <c:v>39477.609999999921</c:v>
                </c:pt>
                <c:pt idx="4">
                  <c:v>52428.759999999711</c:v>
                </c:pt>
                <c:pt idx="5">
                  <c:v>55083.109999999775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F4-4403-8A23-3E12A22B6B14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Sheet3!$C$5:$C$11</c:f>
              <c:numCache>
                <c:formatCode>_("R"* #,##0.00_);_("R"* \(#,##0.00\);_("R"* "-"??_);_(@_)</c:formatCode>
                <c:ptCount val="6"/>
                <c:pt idx="0">
                  <c:v>27820.649999999983</c:v>
                </c:pt>
                <c:pt idx="1">
                  <c:v>25719.799999999996</c:v>
                </c:pt>
                <c:pt idx="2">
                  <c:v>33110.570000000007</c:v>
                </c:pt>
                <c:pt idx="3">
                  <c:v>40304.139999999905</c:v>
                </c:pt>
                <c:pt idx="4">
                  <c:v>52598.929999999695</c:v>
                </c:pt>
                <c:pt idx="5">
                  <c:v>56957.079999999725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F4-4403-8A23-3E12A22B6B14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Sheet3!$D$5:$D$11</c:f>
              <c:numCache>
                <c:formatCode>_("R"* #,##0.00_);_("R"* \(#,##0.00\);_("R"* "-"??_);_(@_)</c:formatCode>
                <c:ptCount val="6"/>
                <c:pt idx="0">
                  <c:v>26543.43</c:v>
                </c:pt>
                <c:pt idx="1">
                  <c:v>25320.050000000021</c:v>
                </c:pt>
                <c:pt idx="2">
                  <c:v>32888.679999999942</c:v>
                </c:pt>
                <c:pt idx="3">
                  <c:v>39159.329999999842</c:v>
                </c:pt>
                <c:pt idx="4">
                  <c:v>51700.06999999976</c:v>
                </c:pt>
                <c:pt idx="5">
                  <c:v>54445.68999999974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F4-4403-8A23-3E12A22B6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09449944"/>
        <c:axId val="1009449224"/>
      </c:barChart>
      <c:catAx>
        <c:axId val="1009449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49224"/>
        <c:crosses val="autoZero"/>
        <c:auto val="1"/>
        <c:lblAlgn val="ctr"/>
        <c:lblOffset val="100"/>
        <c:noMultiLvlLbl val="0"/>
      </c:catAx>
      <c:valAx>
        <c:axId val="1009449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4994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[CaeStudy1_2025-11-06-1210.csv]Sheet3!PivotTable7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Sales Per store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Sheet3!$B$55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A153-45F4-8BA4-6EFC94BA0F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A153-45F4-8BA4-6EFC94BA0F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A153-45F4-8BA4-6EFC94BA0FC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A7C1F68-12F2-4447-B191-51578030E1CA}" type="PERCENTAGE">
                      <a:rPr lang="en-US" baseline="0" smtClean="0"/>
                      <a:pPr/>
                      <a:t>[PERCENTAGE]</a:t>
                    </a:fld>
                    <a:endParaRPr lang="en-ZA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153-45F4-8BA4-6EFC94BA0FC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7BCECE61-CF39-4D34-BE67-4F33A7C7B44B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153-45F4-8BA4-6EFC94BA0FC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451CB34D-8521-4043-A14B-92F01DDC18DC}" type="PERCENTAGE">
                      <a:rPr lang="en-US" baseline="0"/>
                      <a:pPr/>
                      <a:t>[PERCENTAGE]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153-45F4-8BA4-6EFC94BA0FCC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Sheet3!$A$56:$A$59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Sheet3!$B$56:$B$59</c:f>
              <c:numCache>
                <c:formatCode>General</c:formatCode>
                <c:ptCount val="3"/>
                <c:pt idx="0">
                  <c:v>232243.91000000591</c:v>
                </c:pt>
                <c:pt idx="1">
                  <c:v>236511.17000000639</c:v>
                </c:pt>
                <c:pt idx="2">
                  <c:v>230057.25000000509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53-45F4-8BA4-6EFC94BA0F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[CaeStudy1_2025-11-06-1210.csv]Sheet3!PivotTable4</c:name>
    <c:fmtId val="59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1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2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3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5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6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7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8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9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0"/>
        <c:spPr>
          <a:solidFill>
            <a:schemeClr val="accent1"/>
          </a:solidFill>
          <a:ln w="19050"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Sheet3!$B$17:$B$18</c:f>
              <c:strCache>
                <c:ptCount val="1"/>
                <c:pt idx="0">
                  <c:v>Astoria</c:v>
                </c:pt>
              </c:strCache>
            </c:strRef>
          </c:tx>
          <c:explosion val="51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CC4-4C6F-8F14-77BC1F26B3B0}"/>
              </c:ext>
            </c:extLst>
          </c:dPt>
          <c:dPt>
            <c:idx val="2"/>
            <c:bubble3D val="0"/>
            <c:explosion val="5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accent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Sheet3!$B$19:$B$28</c:f>
              <c:numCache>
                <c:formatCode>_("R"* #,##0.00_);_("R"* \(#,##0.00\);_("R"* "-"??_);_(@_)</c:formatCode>
                <c:ptCount val="9"/>
                <c:pt idx="0">
                  <c:v>26599.75</c:v>
                </c:pt>
                <c:pt idx="1">
                  <c:v>5457</c:v>
                </c:pt>
                <c:pt idx="2">
                  <c:v>89744.299999997995</c:v>
                </c:pt>
                <c:pt idx="3">
                  <c:v>10219.200000000001</c:v>
                </c:pt>
                <c:pt idx="4">
                  <c:v>26335.25</c:v>
                </c:pt>
                <c:pt idx="5">
                  <c:v>1764.7999999999793</c:v>
                </c:pt>
                <c:pt idx="6">
                  <c:v>3193.9999999999905</c:v>
                </c:pt>
                <c:pt idx="7">
                  <c:v>1089.7100000000005</c:v>
                </c:pt>
                <c:pt idx="8">
                  <c:v>67839.899999999529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CC4-4C6F-8F14-77BC1F26B3B0}"/>
            </c:ext>
          </c:extLst>
        </c:ser>
        <c:ser>
          <c:idx val="1"/>
          <c:order val="1"/>
          <c:tx>
            <c:strRef>
              <c:f>Sheet3!$C$17:$C$18</c:f>
              <c:strCache>
                <c:ptCount val="1"/>
                <c:pt idx="0">
                  <c:v>Hell's Kitchen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2-4CC4-4C6F-8F14-77BC1F26B3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4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6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8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A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C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Sheet3!$C$19:$C$28</c:f>
              <c:numCache>
                <c:formatCode>_("R"* #,##0.00_);_("R"* \(#,##0.00\);_("R"* "-"??_);_(@_)</c:formatCode>
                <c:ptCount val="9"/>
                <c:pt idx="0">
                  <c:v>27386.950000000008</c:v>
                </c:pt>
                <c:pt idx="1">
                  <c:v>1942</c:v>
                </c:pt>
                <c:pt idx="2">
                  <c:v>91222.649999997768</c:v>
                </c:pt>
                <c:pt idx="3">
                  <c:v>18635.10000000002</c:v>
                </c:pt>
                <c:pt idx="4">
                  <c:v>23586.25</c:v>
                </c:pt>
                <c:pt idx="5">
                  <c:v>2876.7999999999806</c:v>
                </c:pt>
                <c:pt idx="6">
                  <c:v>4461.3499999999722</c:v>
                </c:pt>
                <c:pt idx="7">
                  <c:v>1698.7699999999995</c:v>
                </c:pt>
                <c:pt idx="8">
                  <c:v>64701.299999999559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4CC4-4C6F-8F14-77BC1F26B3B0}"/>
            </c:ext>
          </c:extLst>
        </c:ser>
        <c:ser>
          <c:idx val="2"/>
          <c:order val="2"/>
          <c:tx>
            <c:strRef>
              <c:f>Sheet3!$D$17:$D$18</c:f>
              <c:strCache>
                <c:ptCount val="1"/>
                <c:pt idx="0">
                  <c:v>Lower Manhattan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4CC4-4C6F-8F14-77BC1F26B3B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4CC4-4C6F-8F14-77BC1F26B3B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4CC4-4C6F-8F14-77BC1F26B3B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4CC4-4C6F-8F14-77BC1F26B3B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4CC4-4C6F-8F14-77BC1F26B3B0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9-4CC4-4C6F-8F14-77BC1F26B3B0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B-4CC4-4C6F-8F14-77BC1F26B3B0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3-728E-4143-AA99-9DEF97414F19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5-728E-4143-AA99-9DEF97414F1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Sheet3!$A$19:$A$28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Sheet3!$D$19:$D$28</c:f>
              <c:numCache>
                <c:formatCode>_("R"* #,##0.00_);_("R"* \(#,##0.00\);_("R"* "-"??_);_(@_)</c:formatCode>
                <c:ptCount val="9"/>
                <c:pt idx="0">
                  <c:v>28328.940000000021</c:v>
                </c:pt>
                <c:pt idx="1">
                  <c:v>6208</c:v>
                </c:pt>
                <c:pt idx="2">
                  <c:v>88985.499999998225</c:v>
                </c:pt>
                <c:pt idx="3">
                  <c:v>11230.950000000006</c:v>
                </c:pt>
                <c:pt idx="4">
                  <c:v>22494.5</c:v>
                </c:pt>
                <c:pt idx="5">
                  <c:v>3767.1999999999953</c:v>
                </c:pt>
                <c:pt idx="6">
                  <c:v>3558.2499999999854</c:v>
                </c:pt>
                <c:pt idx="7">
                  <c:v>1619.1599999999976</c:v>
                </c:pt>
                <c:pt idx="8">
                  <c:v>63864.749999999542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4CC4-4C6F-8F14-77BC1F26B3B0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[CaeStudy1_2025-11-06-1210.csv]Sheet3!PivotTable5</c:name>
    <c:fmtId val="6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ZA"/>
              <a:t>Number</a:t>
            </a:r>
            <a:r>
              <a:rPr lang="en-ZA" baseline="0"/>
              <a:t> of sales by time classification</a:t>
            </a:r>
            <a:endParaRPr lang="en-ZA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ZA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6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>
                  <a:lumMod val="60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Sheet3!$B$34:$B$35</c:f>
              <c:strCache>
                <c:ptCount val="1"/>
                <c:pt idx="0">
                  <c:v>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Sheet3!$B$36:$B$39</c:f>
              <c:numCache>
                <c:formatCode>_("R"* #,##0.00_);_("R"* \(#,##0.00\);_("R"* "-"??_);_(@_)</c:formatCode>
                <c:ptCount val="3"/>
                <c:pt idx="0">
                  <c:v>143895.140000001</c:v>
                </c:pt>
                <c:pt idx="1">
                  <c:v>75105.029999999155</c:v>
                </c:pt>
                <c:pt idx="2">
                  <c:v>219386.65000000779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FE-49C1-8D79-EB43259392DF}"/>
            </c:ext>
          </c:extLst>
        </c:ser>
        <c:ser>
          <c:idx val="1"/>
          <c:order val="1"/>
          <c:tx>
            <c:strRef>
              <c:f>Sheet3!$C$34:$C$35</c:f>
              <c:strCache>
                <c:ptCount val="1"/>
                <c:pt idx="0">
                  <c:v>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Sheet3!$C$36:$C$39</c:f>
              <c:numCache>
                <c:formatCode>_("R"* #,##0.00_);_("R"* \(#,##0.00\);_("R"* "-"??_);_(@_)</c:formatCode>
                <c:ptCount val="3"/>
                <c:pt idx="0">
                  <c:v>48455.540000000015</c:v>
                </c:pt>
                <c:pt idx="1">
                  <c:v>24343.400000000005</c:v>
                </c:pt>
                <c:pt idx="2">
                  <c:v>112341.50999999949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FE-49C1-8D79-EB43259392DF}"/>
            </c:ext>
          </c:extLst>
        </c:ser>
        <c:ser>
          <c:idx val="2"/>
          <c:order val="2"/>
          <c:tx>
            <c:strRef>
              <c:f>Sheet3!$D$34:$D$35</c:f>
              <c:strCache>
                <c:ptCount val="1"/>
                <c:pt idx="0">
                  <c:v>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Sheet3!$D$36:$D$39</c:f>
              <c:numCache>
                <c:formatCode>_("R"* #,##0.00_);_("R"* \(#,##0.00\);_("R"* "-"??_);_(@_)</c:formatCode>
                <c:ptCount val="3"/>
                <c:pt idx="0">
                  <c:v>9950.5500000000029</c:v>
                </c:pt>
                <c:pt idx="1">
                  <c:v>5230.449999999998</c:v>
                </c:pt>
                <c:pt idx="2">
                  <c:v>40461.76999999999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FE-49C1-8D79-EB43259392DF}"/>
            </c:ext>
          </c:extLst>
        </c:ser>
        <c:ser>
          <c:idx val="3"/>
          <c:order val="3"/>
          <c:tx>
            <c:strRef>
              <c:f>Sheet3!$E$34:$E$35</c:f>
              <c:strCache>
                <c:ptCount val="1"/>
                <c:pt idx="0">
                  <c:v>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Sheet3!$E$36:$E$39</c:f>
              <c:numCache>
                <c:formatCode>_("R"* #,##0.00_);_("R"* \(#,##0.00\);_("R"* "-"??_);_(@_)</c:formatCode>
                <c:ptCount val="3"/>
                <c:pt idx="0">
                  <c:v>2064.1999999999998</c:v>
                </c:pt>
                <c:pt idx="1">
                  <c:v>1011.95</c:v>
                </c:pt>
                <c:pt idx="2">
                  <c:v>11693.740000000002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FE-49C1-8D79-EB43259392DF}"/>
            </c:ext>
          </c:extLst>
        </c:ser>
        <c:ser>
          <c:idx val="4"/>
          <c:order val="4"/>
          <c:tx>
            <c:strRef>
              <c:f>Sheet3!$F$34:$F$35</c:f>
              <c:strCache>
                <c:ptCount val="1"/>
                <c:pt idx="0">
                  <c:v>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Sheet3!$F$36:$F$39</c:f>
              <c:numCache>
                <c:formatCode>_("R"* #,##0.00_);_("R"* \(#,##0.00\);_("R"* "-"??_);_(@_)</c:formatCode>
                <c:ptCount val="3"/>
                <c:pt idx="0">
                  <c:v>241.4</c:v>
                </c:pt>
                <c:pt idx="1">
                  <c:v>49.5</c:v>
                </c:pt>
                <c:pt idx="2">
                  <c:v>2691.8500000000004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FE-49C1-8D79-EB43259392DF}"/>
            </c:ext>
          </c:extLst>
        </c:ser>
        <c:ser>
          <c:idx val="5"/>
          <c:order val="5"/>
          <c:tx>
            <c:strRef>
              <c:f>Sheet3!$G$34:$G$35</c:f>
              <c:strCache>
                <c:ptCount val="1"/>
                <c:pt idx="0">
                  <c:v>6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Sheet3!$G$36:$G$39</c:f>
              <c:numCache>
                <c:formatCode>_("R"* #,##0.00_);_("R"* \(#,##0.00\);_("R"* "-"??_);_(@_)</c:formatCode>
                <c:ptCount val="3"/>
                <c:pt idx="0">
                  <c:v>114</c:v>
                </c:pt>
                <c:pt idx="1">
                  <c:v>42.5</c:v>
                </c:pt>
                <c:pt idx="2">
                  <c:v>1193.7499999999998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9FE-49C1-8D79-EB43259392DF}"/>
            </c:ext>
          </c:extLst>
        </c:ser>
        <c:ser>
          <c:idx val="6"/>
          <c:order val="6"/>
          <c:tx>
            <c:strRef>
              <c:f>Sheet3!$H$34:$H$35</c:f>
              <c:strCache>
                <c:ptCount val="1"/>
                <c:pt idx="0">
                  <c:v>7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Sheet3!$H$36:$H$39</c:f>
              <c:numCache>
                <c:formatCode>_("R"* #,##0.00_);_("R"* \(#,##0.00\);_("R"* "-"??_);_(@_)</c:formatCode>
                <c:ptCount val="3"/>
                <c:pt idx="1">
                  <c:v>20</c:v>
                </c:pt>
                <c:pt idx="2">
                  <c:v>335.5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9FE-49C1-8D79-EB43259392DF}"/>
            </c:ext>
          </c:extLst>
        </c:ser>
        <c:ser>
          <c:idx val="7"/>
          <c:order val="7"/>
          <c:tx>
            <c:strRef>
              <c:f>Sheet3!$I$34:$I$35</c:f>
              <c:strCache>
                <c:ptCount val="1"/>
                <c:pt idx="0">
                  <c:v>8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Sheet3!$I$36:$I$39</c:f>
              <c:numCache>
                <c:formatCode>General</c:formatCode>
                <c:ptCount val="3"/>
                <c:pt idx="2" formatCode="_(&quot;R&quot;* #,##0.00_);_(&quot;R&quot;* \(#,##0.00\);_(&quot;R&quot;* &quot;-&quot;??_);_(@_)">
                  <c:v>146.4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9FE-49C1-8D79-EB43259392DF}"/>
            </c:ext>
          </c:extLst>
        </c:ser>
        <c:ser>
          <c:idx val="8"/>
          <c:order val="8"/>
          <c:tx>
            <c:strRef>
              <c:f>Sheet3!$J$34:$J$35</c:f>
              <c:strCache>
                <c:ptCount val="1"/>
                <c:pt idx="0">
                  <c:v>10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Sheet3!$A$36:$A$39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Sheet3!$J$36:$J$39</c:f>
              <c:numCache>
                <c:formatCode>General</c:formatCode>
                <c:ptCount val="3"/>
                <c:pt idx="2" formatCode="_(&quot;R&quot;* #,##0.00_);_(&quot;R&quot;* \(#,##0.00\);_(&quot;R&quot;* &quot;-&quot;??_);_(@_)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9FE-49C1-8D79-EB43259392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09465424"/>
        <c:axId val="1009470824"/>
      </c:barChart>
      <c:catAx>
        <c:axId val="1009465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70824"/>
        <c:crosses val="autoZero"/>
        <c:auto val="1"/>
        <c:lblAlgn val="ctr"/>
        <c:lblOffset val="100"/>
        <c:noMultiLvlLbl val="0"/>
      </c:catAx>
      <c:valAx>
        <c:axId val="1009470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9465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[CaeStudy1_2025-11-06-1210.csv]Sheet3!PivotTable8</c:name>
    <c:fmtId val="4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Total sales per  says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 w="9525">
              <a:solidFill>
                <a:schemeClr val="accent2"/>
              </a:solidFill>
              <a:round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tint val="100000"/>
                  <a:shade val="100000"/>
                  <a:satMod val="130000"/>
                </a:schemeClr>
              </a:gs>
              <a:gs pos="100000">
                <a:schemeClr val="accent2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Sheet3!$B$69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100000"/>
                    <a:shade val="100000"/>
                    <a:satMod val="130000"/>
                  </a:schemeClr>
                </a:gs>
                <a:gs pos="100000">
                  <a:schemeClr val="accent2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Sheet3!$A$70:$A$72</c:f>
              <c:strCache>
                <c:ptCount val="2"/>
                <c:pt idx="0">
                  <c:v>Weekday</c:v>
                </c:pt>
                <c:pt idx="1">
                  <c:v>Weekend</c:v>
                </c:pt>
              </c:strCache>
            </c:strRef>
          </c:cat>
          <c:val>
            <c:numRef>
              <c:f>Sheet3!$B$70:$B$72</c:f>
              <c:numCache>
                <c:formatCode>_("R"* #,##0.00_);_("R"* \(#,##0.00\);_("R"* "-"??_);_(@_)</c:formatCode>
                <c:ptCount val="2"/>
                <c:pt idx="0">
                  <c:v>503587.54000000132</c:v>
                </c:pt>
                <c:pt idx="1">
                  <c:v>195224.7900000033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C5-4870-AC81-0DC56C9A8D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516766088"/>
        <c:axId val="516770768"/>
      </c:barChart>
      <c:catAx>
        <c:axId val="516766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770768"/>
        <c:crosses val="autoZero"/>
        <c:auto val="1"/>
        <c:lblAlgn val="ctr"/>
        <c:lblOffset val="100"/>
        <c:noMultiLvlLbl val="0"/>
      </c:catAx>
      <c:valAx>
        <c:axId val="516770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_(&quot;R&quot;* #,##0.00_);_(&quot;R&quot;* \(#,##0.00\);_(&quot;R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1676608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6" name="Google Shape;209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7" name="Google Shape;209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8" name="Google Shape;21438;ga8fadb2ea5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9" name="Google Shape;21439;ga8fadb2ea5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1" name="Google Shape;21481;g893074c141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2" name="Google Shape;21482;g893074c141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8" name="Google Shape;23668;g893074c141_1_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69" name="Google Shape;23669;g893074c141_1_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1" name="Google Shape;23701;gb17cf4b36b_0_10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02" name="Google Shape;23702;gb17cf4b36b_0_10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1" name="Google Shape;23731;g893074c141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32" name="Google Shape;23732;g893074c141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5" name="Google Shape;23885;g893074c141_1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86" name="Google Shape;23886;g893074c141_1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373260" y="1005125"/>
            <a:ext cx="2796900" cy="23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000"/>
              <a:buFont typeface="Berkshire Swash"/>
              <a:buNone/>
              <a:defRPr sz="7000"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373125" y="3224750"/>
            <a:ext cx="27969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99475" y="-188050"/>
            <a:ext cx="3673877" cy="1332473"/>
          </a:xfrm>
          <a:custGeom>
            <a:avLst/>
            <a:gdLst/>
            <a:ahLst/>
            <a:cxnLst/>
            <a:rect l="l" t="t" r="r" b="b"/>
            <a:pathLst>
              <a:path w="12333" h="4473" extrusionOk="0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rot="-5400000">
            <a:off x="-264599" y="3502895"/>
            <a:ext cx="1803243" cy="1536829"/>
            <a:chOff x="3796300" y="2184925"/>
            <a:chExt cx="427775" cy="364575"/>
          </a:xfrm>
        </p:grpSpPr>
        <p:sp>
          <p:nvSpPr>
            <p:cNvPr id="13" name="Google Shape;13;p2"/>
            <p:cNvSpPr/>
            <p:nvPr/>
          </p:nvSpPr>
          <p:spPr>
            <a:xfrm>
              <a:off x="4014925" y="23184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57" y="260"/>
                    <a:pt x="190" y="227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7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016250" y="2394475"/>
              <a:ext cx="6425" cy="6375"/>
            </a:xfrm>
            <a:custGeom>
              <a:avLst/>
              <a:gdLst/>
              <a:ahLst/>
              <a:cxnLst/>
              <a:rect l="l" t="t" r="r" b="b"/>
              <a:pathLst>
                <a:path w="257" h="255" extrusionOk="0">
                  <a:moveTo>
                    <a:pt x="137" y="0"/>
                  </a:moveTo>
                  <a:cubicBezTo>
                    <a:pt x="104" y="0"/>
                    <a:pt x="83" y="0"/>
                    <a:pt x="50" y="17"/>
                  </a:cubicBezTo>
                  <a:cubicBezTo>
                    <a:pt x="17" y="70"/>
                    <a:pt x="1" y="153"/>
                    <a:pt x="34" y="206"/>
                  </a:cubicBezTo>
                  <a:cubicBezTo>
                    <a:pt x="63" y="235"/>
                    <a:pt x="99" y="254"/>
                    <a:pt x="130" y="254"/>
                  </a:cubicBezTo>
                  <a:cubicBezTo>
                    <a:pt x="153" y="254"/>
                    <a:pt x="173" y="245"/>
                    <a:pt x="186" y="223"/>
                  </a:cubicBezTo>
                  <a:cubicBezTo>
                    <a:pt x="240" y="190"/>
                    <a:pt x="256" y="103"/>
                    <a:pt x="207" y="50"/>
                  </a:cubicBezTo>
                  <a:cubicBezTo>
                    <a:pt x="207" y="17"/>
                    <a:pt x="186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944925" y="23175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34" y="33"/>
                    <a:pt x="1" y="87"/>
                    <a:pt x="1" y="157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65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4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02450" y="2351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44"/>
                    <a:pt x="190" y="224"/>
                  </a:cubicBezTo>
                  <a:cubicBezTo>
                    <a:pt x="244" y="191"/>
                    <a:pt x="244" y="104"/>
                    <a:pt x="206" y="55"/>
                  </a:cubicBezTo>
                  <a:cubicBezTo>
                    <a:pt x="190" y="1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017900" y="235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71" y="0"/>
                  </a:moveTo>
                  <a:cubicBezTo>
                    <a:pt x="38" y="33"/>
                    <a:pt x="1" y="87"/>
                    <a:pt x="17" y="157"/>
                  </a:cubicBezTo>
                  <a:cubicBezTo>
                    <a:pt x="17" y="190"/>
                    <a:pt x="38" y="207"/>
                    <a:pt x="54" y="240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lnTo>
                    <a:pt x="223" y="71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011525" y="23688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0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9" y="257"/>
                    <a:pt x="112" y="260"/>
                    <a:pt x="126" y="260"/>
                  </a:cubicBezTo>
                  <a:cubicBezTo>
                    <a:pt x="168" y="260"/>
                    <a:pt x="210" y="236"/>
                    <a:pt x="223" y="186"/>
                  </a:cubicBezTo>
                  <a:cubicBezTo>
                    <a:pt x="239" y="116"/>
                    <a:pt x="223" y="29"/>
                    <a:pt x="153" y="13"/>
                  </a:cubicBezTo>
                  <a:cubicBezTo>
                    <a:pt x="140" y="4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014100" y="22706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5" y="0"/>
                  </a:moveTo>
                  <a:cubicBezTo>
                    <a:pt x="80" y="0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4"/>
                    <a:pt x="115" y="259"/>
                    <a:pt x="130" y="259"/>
                  </a:cubicBezTo>
                  <a:cubicBezTo>
                    <a:pt x="170" y="259"/>
                    <a:pt x="211" y="226"/>
                    <a:pt x="223" y="178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001625" y="2397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73" y="17"/>
                    <a:pt x="17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020900" y="230170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1"/>
                  </a:moveTo>
                  <a:cubicBezTo>
                    <a:pt x="124" y="1"/>
                    <a:pt x="87" y="1"/>
                    <a:pt x="70" y="34"/>
                  </a:cubicBezTo>
                  <a:cubicBezTo>
                    <a:pt x="21" y="71"/>
                    <a:pt x="0" y="153"/>
                    <a:pt x="54" y="207"/>
                  </a:cubicBezTo>
                  <a:cubicBezTo>
                    <a:pt x="70" y="240"/>
                    <a:pt x="87" y="256"/>
                    <a:pt x="124" y="256"/>
                  </a:cubicBezTo>
                  <a:cubicBezTo>
                    <a:pt x="157" y="256"/>
                    <a:pt x="173" y="256"/>
                    <a:pt x="206" y="223"/>
                  </a:cubicBezTo>
                  <a:cubicBezTo>
                    <a:pt x="260" y="190"/>
                    <a:pt x="260" y="104"/>
                    <a:pt x="227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021825" y="22854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2" y="251"/>
                    <a:pt x="84" y="263"/>
                    <a:pt x="101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23475" y="2380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21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87" y="249"/>
                    <a:pt x="103" y="265"/>
                    <a:pt x="141" y="265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22650" y="2333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70" y="8"/>
                    <a:pt x="54" y="29"/>
                    <a:pt x="33" y="61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3" y="214"/>
                    <a:pt x="54" y="235"/>
                  </a:cubicBezTo>
                  <a:cubicBezTo>
                    <a:pt x="70" y="251"/>
                    <a:pt x="103" y="268"/>
                    <a:pt x="136" y="268"/>
                  </a:cubicBezTo>
                  <a:cubicBezTo>
                    <a:pt x="190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90" y="29"/>
                  </a:cubicBezTo>
                  <a:cubicBezTo>
                    <a:pt x="174" y="29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21400" y="22550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18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49"/>
                    <a:pt x="34" y="219"/>
                    <a:pt x="83" y="252"/>
                  </a:cubicBezTo>
                  <a:cubicBezTo>
                    <a:pt x="92" y="255"/>
                    <a:pt x="102" y="257"/>
                    <a:pt x="112" y="257"/>
                  </a:cubicBezTo>
                  <a:cubicBezTo>
                    <a:pt x="159" y="257"/>
                    <a:pt x="210" y="224"/>
                    <a:pt x="224" y="166"/>
                  </a:cubicBezTo>
                  <a:cubicBezTo>
                    <a:pt x="240" y="116"/>
                    <a:pt x="224" y="30"/>
                    <a:pt x="170" y="13"/>
                  </a:cubicBezTo>
                  <a:cubicBezTo>
                    <a:pt x="152" y="4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023475" y="22381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0" y="71"/>
                    <a:pt x="0" y="104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lnTo>
                    <a:pt x="227" y="104"/>
                  </a:lnTo>
                  <a:cubicBezTo>
                    <a:pt x="207" y="71"/>
                    <a:pt x="190" y="38"/>
                    <a:pt x="157" y="17"/>
                  </a:cubicBezTo>
                  <a:cubicBezTo>
                    <a:pt x="141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007600" y="22905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35" y="214"/>
                    <a:pt x="75" y="259"/>
                    <a:pt x="120" y="259"/>
                  </a:cubicBezTo>
                  <a:cubicBezTo>
                    <a:pt x="127" y="259"/>
                    <a:pt x="134" y="258"/>
                    <a:pt x="141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44" y="186"/>
                    <a:pt x="244" y="153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993475" y="22931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23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13" y="261"/>
                    <a:pt x="123" y="263"/>
                    <a:pt x="132" y="263"/>
                  </a:cubicBezTo>
                  <a:cubicBezTo>
                    <a:pt x="155" y="263"/>
                    <a:pt x="176" y="251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996050" y="23679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7" y="1"/>
                  </a:moveTo>
                  <a:cubicBezTo>
                    <a:pt x="124" y="1"/>
                    <a:pt x="112" y="5"/>
                    <a:pt x="104" y="13"/>
                  </a:cubicBezTo>
                  <a:cubicBezTo>
                    <a:pt x="50" y="13"/>
                    <a:pt x="1" y="79"/>
                    <a:pt x="17" y="149"/>
                  </a:cubicBezTo>
                  <a:cubicBezTo>
                    <a:pt x="17" y="182"/>
                    <a:pt x="34" y="219"/>
                    <a:pt x="50" y="236"/>
                  </a:cubicBezTo>
                  <a:cubicBezTo>
                    <a:pt x="87" y="252"/>
                    <a:pt x="120" y="269"/>
                    <a:pt x="137" y="269"/>
                  </a:cubicBezTo>
                  <a:cubicBezTo>
                    <a:pt x="207" y="252"/>
                    <a:pt x="240" y="182"/>
                    <a:pt x="240" y="116"/>
                  </a:cubicBezTo>
                  <a:cubicBezTo>
                    <a:pt x="223" y="79"/>
                    <a:pt x="207" y="46"/>
                    <a:pt x="190" y="29"/>
                  </a:cubicBezTo>
                  <a:lnTo>
                    <a:pt x="170" y="13"/>
                  </a:lnTo>
                  <a:cubicBezTo>
                    <a:pt x="161" y="5"/>
                    <a:pt x="149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993900" y="2260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34"/>
                    <a:pt x="17" y="54"/>
                    <a:pt x="17" y="87"/>
                  </a:cubicBezTo>
                  <a:cubicBezTo>
                    <a:pt x="0" y="104"/>
                    <a:pt x="0" y="137"/>
                    <a:pt x="17" y="174"/>
                  </a:cubicBezTo>
                  <a:cubicBezTo>
                    <a:pt x="17" y="207"/>
                    <a:pt x="50" y="240"/>
                    <a:pt x="70" y="261"/>
                  </a:cubicBezTo>
                  <a:cubicBezTo>
                    <a:pt x="81" y="263"/>
                    <a:pt x="91" y="265"/>
                    <a:pt x="101" y="265"/>
                  </a:cubicBezTo>
                  <a:cubicBezTo>
                    <a:pt x="153" y="265"/>
                    <a:pt x="195" y="229"/>
                    <a:pt x="223" y="174"/>
                  </a:cubicBezTo>
                  <a:cubicBezTo>
                    <a:pt x="239" y="104"/>
                    <a:pt x="206" y="34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88725" y="2384675"/>
              <a:ext cx="6025" cy="6825"/>
            </a:xfrm>
            <a:custGeom>
              <a:avLst/>
              <a:gdLst/>
              <a:ahLst/>
              <a:cxnLst/>
              <a:rect l="l" t="t" r="r" b="b"/>
              <a:pathLst>
                <a:path w="241" h="273" extrusionOk="0">
                  <a:moveTo>
                    <a:pt x="131" y="0"/>
                  </a:moveTo>
                  <a:cubicBezTo>
                    <a:pt x="121" y="0"/>
                    <a:pt x="112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50" y="235"/>
                  </a:cubicBezTo>
                  <a:cubicBezTo>
                    <a:pt x="88" y="256"/>
                    <a:pt x="121" y="273"/>
                    <a:pt x="137" y="273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4" y="83"/>
                    <a:pt x="207" y="50"/>
                    <a:pt x="191" y="29"/>
                  </a:cubicBezTo>
                  <a:lnTo>
                    <a:pt x="174" y="13"/>
                  </a:lnTo>
                  <a:cubicBezTo>
                    <a:pt x="156" y="5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006350" y="23060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7" y="186"/>
                    <a:pt x="34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54" y="256"/>
                    <a:pt x="191" y="240"/>
                    <a:pt x="207" y="207"/>
                  </a:cubicBezTo>
                  <a:cubicBezTo>
                    <a:pt x="224" y="170"/>
                    <a:pt x="224" y="137"/>
                    <a:pt x="224" y="104"/>
                  </a:cubicBezTo>
                  <a:cubicBezTo>
                    <a:pt x="224" y="67"/>
                    <a:pt x="207" y="50"/>
                    <a:pt x="191" y="34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90500" y="23373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82" y="17"/>
                    <a:pt x="66" y="17"/>
                    <a:pt x="50" y="33"/>
                  </a:cubicBezTo>
                  <a:cubicBezTo>
                    <a:pt x="17" y="66"/>
                    <a:pt x="0" y="103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186" y="256"/>
                    <a:pt x="239" y="190"/>
                    <a:pt x="239" y="120"/>
                  </a:cubicBezTo>
                  <a:lnTo>
                    <a:pt x="223" y="120"/>
                  </a:lnTo>
                  <a:cubicBezTo>
                    <a:pt x="223" y="66"/>
                    <a:pt x="206" y="33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984825" y="2323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3" y="0"/>
                  </a:moveTo>
                  <a:cubicBezTo>
                    <a:pt x="117" y="0"/>
                    <a:pt x="110" y="2"/>
                    <a:pt x="103" y="9"/>
                  </a:cubicBezTo>
                  <a:cubicBezTo>
                    <a:pt x="70" y="9"/>
                    <a:pt x="37" y="26"/>
                    <a:pt x="21" y="59"/>
                  </a:cubicBezTo>
                  <a:cubicBezTo>
                    <a:pt x="0" y="75"/>
                    <a:pt x="0" y="112"/>
                    <a:pt x="0" y="145"/>
                  </a:cubicBezTo>
                  <a:cubicBezTo>
                    <a:pt x="21" y="178"/>
                    <a:pt x="21" y="215"/>
                    <a:pt x="54" y="232"/>
                  </a:cubicBezTo>
                  <a:cubicBezTo>
                    <a:pt x="70" y="248"/>
                    <a:pt x="103" y="265"/>
                    <a:pt x="140" y="265"/>
                  </a:cubicBezTo>
                  <a:cubicBezTo>
                    <a:pt x="190" y="248"/>
                    <a:pt x="244" y="178"/>
                    <a:pt x="227" y="112"/>
                  </a:cubicBezTo>
                  <a:cubicBezTo>
                    <a:pt x="227" y="75"/>
                    <a:pt x="206" y="42"/>
                    <a:pt x="173" y="26"/>
                  </a:cubicBezTo>
                  <a:cubicBezTo>
                    <a:pt x="173" y="26"/>
                    <a:pt x="173" y="9"/>
                    <a:pt x="157" y="9"/>
                  </a:cubicBezTo>
                  <a:cubicBezTo>
                    <a:pt x="146" y="9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989975" y="2308225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34" y="0"/>
                  </a:moveTo>
                  <a:cubicBezTo>
                    <a:pt x="123" y="0"/>
                    <a:pt x="114" y="5"/>
                    <a:pt x="103" y="16"/>
                  </a:cubicBezTo>
                  <a:cubicBezTo>
                    <a:pt x="54" y="16"/>
                    <a:pt x="0" y="82"/>
                    <a:pt x="21" y="152"/>
                  </a:cubicBezTo>
                  <a:cubicBezTo>
                    <a:pt x="21" y="185"/>
                    <a:pt x="38" y="222"/>
                    <a:pt x="54" y="238"/>
                  </a:cubicBezTo>
                  <a:cubicBezTo>
                    <a:pt x="87" y="255"/>
                    <a:pt x="103" y="271"/>
                    <a:pt x="141" y="271"/>
                  </a:cubicBezTo>
                  <a:cubicBezTo>
                    <a:pt x="207" y="255"/>
                    <a:pt x="244" y="185"/>
                    <a:pt x="244" y="119"/>
                  </a:cubicBezTo>
                  <a:cubicBezTo>
                    <a:pt x="227" y="65"/>
                    <a:pt x="207" y="32"/>
                    <a:pt x="174" y="16"/>
                  </a:cubicBezTo>
                  <a:cubicBezTo>
                    <a:pt x="157" y="5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007600" y="2335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8" y="224"/>
                    <a:pt x="54" y="240"/>
                  </a:cubicBezTo>
                  <a:cubicBezTo>
                    <a:pt x="87" y="261"/>
                    <a:pt x="104" y="261"/>
                    <a:pt x="141" y="261"/>
                  </a:cubicBezTo>
                  <a:cubicBezTo>
                    <a:pt x="207" y="240"/>
                    <a:pt x="244" y="191"/>
                    <a:pt x="223" y="104"/>
                  </a:cubicBezTo>
                  <a:cubicBezTo>
                    <a:pt x="223" y="71"/>
                    <a:pt x="207" y="55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003375" y="238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66" y="257"/>
                  </a:cubicBezTo>
                  <a:cubicBezTo>
                    <a:pt x="78" y="260"/>
                    <a:pt x="89" y="261"/>
                    <a:pt x="100" y="261"/>
                  </a:cubicBezTo>
                  <a:cubicBezTo>
                    <a:pt x="157" y="261"/>
                    <a:pt x="209" y="226"/>
                    <a:pt x="223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999450" y="2320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7" y="21"/>
                    <a:pt x="54" y="38"/>
                  </a:cubicBezTo>
                  <a:cubicBezTo>
                    <a:pt x="17" y="87"/>
                    <a:pt x="1" y="157"/>
                    <a:pt x="34" y="22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25" y="265"/>
                    <a:pt x="132" y="267"/>
                    <a:pt x="139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23" y="87"/>
                    <a:pt x="207" y="54"/>
                  </a:cubicBezTo>
                  <a:cubicBezTo>
                    <a:pt x="207" y="38"/>
                    <a:pt x="190" y="21"/>
                    <a:pt x="174" y="21"/>
                  </a:cubicBezTo>
                  <a:cubicBezTo>
                    <a:pt x="157" y="21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05950" y="225582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36"/>
                    <a:pt x="83" y="256"/>
                  </a:cubicBezTo>
                  <a:cubicBezTo>
                    <a:pt x="102" y="265"/>
                    <a:pt x="119" y="269"/>
                    <a:pt x="135" y="269"/>
                  </a:cubicBezTo>
                  <a:cubicBezTo>
                    <a:pt x="180" y="269"/>
                    <a:pt x="215" y="238"/>
                    <a:pt x="240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01200" y="2275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6" y="265"/>
                    <a:pt x="132" y="263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988725" y="23541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11" y="1"/>
                  </a:moveTo>
                  <a:cubicBezTo>
                    <a:pt x="71" y="1"/>
                    <a:pt x="30" y="32"/>
                    <a:pt x="17" y="84"/>
                  </a:cubicBezTo>
                  <a:cubicBezTo>
                    <a:pt x="1" y="154"/>
                    <a:pt x="17" y="220"/>
                    <a:pt x="88" y="257"/>
                  </a:cubicBezTo>
                  <a:cubicBezTo>
                    <a:pt x="99" y="261"/>
                    <a:pt x="112" y="263"/>
                    <a:pt x="125" y="263"/>
                  </a:cubicBezTo>
                  <a:cubicBezTo>
                    <a:pt x="167" y="263"/>
                    <a:pt x="211" y="240"/>
                    <a:pt x="224" y="187"/>
                  </a:cubicBezTo>
                  <a:cubicBezTo>
                    <a:pt x="240" y="117"/>
                    <a:pt x="224" y="34"/>
                    <a:pt x="153" y="13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827225" y="2338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947925" y="22682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36" y="1"/>
                  </a:moveTo>
                  <a:cubicBezTo>
                    <a:pt x="120" y="1"/>
                    <a:pt x="87" y="17"/>
                    <a:pt x="70" y="34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8" y="265"/>
                    <a:pt x="183" y="251"/>
                    <a:pt x="206" y="240"/>
                  </a:cubicBezTo>
                  <a:cubicBezTo>
                    <a:pt x="239" y="190"/>
                    <a:pt x="260" y="104"/>
                    <a:pt x="223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823400" y="23840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9" y="0"/>
                  </a:moveTo>
                  <a:cubicBezTo>
                    <a:pt x="102" y="0"/>
                    <a:pt x="81" y="12"/>
                    <a:pt x="67" y="23"/>
                  </a:cubicBezTo>
                  <a:cubicBezTo>
                    <a:pt x="17" y="77"/>
                    <a:pt x="1" y="159"/>
                    <a:pt x="50" y="213"/>
                  </a:cubicBezTo>
                  <a:cubicBezTo>
                    <a:pt x="67" y="230"/>
                    <a:pt x="87" y="246"/>
                    <a:pt x="120" y="262"/>
                  </a:cubicBezTo>
                  <a:cubicBezTo>
                    <a:pt x="153" y="262"/>
                    <a:pt x="170" y="246"/>
                    <a:pt x="207" y="230"/>
                  </a:cubicBezTo>
                  <a:cubicBezTo>
                    <a:pt x="240" y="180"/>
                    <a:pt x="256" y="110"/>
                    <a:pt x="223" y="40"/>
                  </a:cubicBezTo>
                  <a:cubicBezTo>
                    <a:pt x="207" y="23"/>
                    <a:pt x="190" y="23"/>
                    <a:pt x="170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824225" y="2414575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57"/>
                    <a:pt x="34" y="227"/>
                    <a:pt x="87" y="243"/>
                  </a:cubicBezTo>
                  <a:cubicBezTo>
                    <a:pt x="101" y="252"/>
                    <a:pt x="115" y="256"/>
                    <a:pt x="130" y="256"/>
                  </a:cubicBezTo>
                  <a:cubicBezTo>
                    <a:pt x="170" y="256"/>
                    <a:pt x="211" y="225"/>
                    <a:pt x="223" y="173"/>
                  </a:cubicBezTo>
                  <a:cubicBezTo>
                    <a:pt x="261" y="107"/>
                    <a:pt x="223" y="37"/>
                    <a:pt x="174" y="4"/>
                  </a:cubicBez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832375" y="24014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1" y="0"/>
                  </a:moveTo>
                  <a:cubicBezTo>
                    <a:pt x="78" y="0"/>
                    <a:pt x="44" y="33"/>
                    <a:pt x="17" y="81"/>
                  </a:cubicBezTo>
                  <a:cubicBezTo>
                    <a:pt x="1" y="151"/>
                    <a:pt x="38" y="221"/>
                    <a:pt x="87" y="254"/>
                  </a:cubicBezTo>
                  <a:cubicBezTo>
                    <a:pt x="97" y="257"/>
                    <a:pt x="106" y="258"/>
                    <a:pt x="116" y="258"/>
                  </a:cubicBezTo>
                  <a:cubicBezTo>
                    <a:pt x="162" y="258"/>
                    <a:pt x="210" y="228"/>
                    <a:pt x="223" y="184"/>
                  </a:cubicBezTo>
                  <a:cubicBezTo>
                    <a:pt x="260" y="118"/>
                    <a:pt x="223" y="31"/>
                    <a:pt x="174" y="15"/>
                  </a:cubicBezTo>
                  <a:cubicBezTo>
                    <a:pt x="155" y="5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827225" y="2288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6" y="257"/>
                  </a:cubicBezTo>
                  <a:cubicBezTo>
                    <a:pt x="162" y="257"/>
                    <a:pt x="209" y="227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833300" y="2443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7" y="0"/>
                    <a:pt x="93" y="4"/>
                    <a:pt x="83" y="13"/>
                  </a:cubicBezTo>
                  <a:cubicBezTo>
                    <a:pt x="67" y="13"/>
                    <a:pt x="34" y="29"/>
                    <a:pt x="17" y="66"/>
                  </a:cubicBezTo>
                  <a:cubicBezTo>
                    <a:pt x="1" y="83"/>
                    <a:pt x="1" y="116"/>
                    <a:pt x="1" y="153"/>
                  </a:cubicBezTo>
                  <a:cubicBezTo>
                    <a:pt x="1" y="186"/>
                    <a:pt x="17" y="219"/>
                    <a:pt x="34" y="235"/>
                  </a:cubicBezTo>
                  <a:cubicBezTo>
                    <a:pt x="57" y="250"/>
                    <a:pt x="83" y="262"/>
                    <a:pt x="102" y="262"/>
                  </a:cubicBezTo>
                  <a:cubicBezTo>
                    <a:pt x="109" y="262"/>
                    <a:pt x="115" y="260"/>
                    <a:pt x="120" y="256"/>
                  </a:cubicBezTo>
                  <a:cubicBezTo>
                    <a:pt x="186" y="256"/>
                    <a:pt x="223" y="186"/>
                    <a:pt x="223" y="116"/>
                  </a:cubicBezTo>
                  <a:cubicBezTo>
                    <a:pt x="207" y="83"/>
                    <a:pt x="186" y="50"/>
                    <a:pt x="170" y="29"/>
                  </a:cubicBezTo>
                  <a:cubicBezTo>
                    <a:pt x="170" y="13"/>
                    <a:pt x="153" y="13"/>
                    <a:pt x="153" y="13"/>
                  </a:cubicBezTo>
                  <a:cubicBezTo>
                    <a:pt x="145" y="4"/>
                    <a:pt x="13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828975" y="23682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1" y="257"/>
                    <a:pt x="104" y="257"/>
                    <a:pt x="120" y="257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842275" y="233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0" y="66"/>
                    <a:pt x="0" y="153"/>
                    <a:pt x="33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36" y="256"/>
                    <a:pt x="173" y="256"/>
                    <a:pt x="190" y="223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206" y="33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42275" y="22876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3" y="259"/>
                    <a:pt x="212" y="226"/>
                    <a:pt x="239" y="168"/>
                  </a:cubicBezTo>
                  <a:cubicBezTo>
                    <a:pt x="260" y="98"/>
                    <a:pt x="223" y="32"/>
                    <a:pt x="173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820425" y="24503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0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1"/>
                    <a:pt x="81" y="263"/>
                    <a:pt x="112" y="263"/>
                  </a:cubicBezTo>
                  <a:cubicBezTo>
                    <a:pt x="137" y="263"/>
                    <a:pt x="164" y="255"/>
                    <a:pt x="186" y="240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844425" y="22707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71" y="1"/>
                    <a:pt x="50" y="17"/>
                    <a:pt x="34" y="34"/>
                  </a:cubicBezTo>
                  <a:cubicBezTo>
                    <a:pt x="17" y="71"/>
                    <a:pt x="1" y="104"/>
                    <a:pt x="1" y="153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1" y="240"/>
                    <a:pt x="224" y="190"/>
                    <a:pt x="224" y="120"/>
                  </a:cubicBezTo>
                  <a:lnTo>
                    <a:pt x="224" y="104"/>
                  </a:lnTo>
                  <a:cubicBezTo>
                    <a:pt x="224" y="71"/>
                    <a:pt x="191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839275" y="23837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71" y="0"/>
                  </a:moveTo>
                  <a:cubicBezTo>
                    <a:pt x="17" y="33"/>
                    <a:pt x="1" y="87"/>
                    <a:pt x="1" y="136"/>
                  </a:cubicBezTo>
                  <a:cubicBezTo>
                    <a:pt x="1" y="169"/>
                    <a:pt x="17" y="207"/>
                    <a:pt x="50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40"/>
                    <a:pt x="223" y="169"/>
                    <a:pt x="223" y="103"/>
                  </a:cubicBezTo>
                  <a:cubicBezTo>
                    <a:pt x="223" y="87"/>
                    <a:pt x="223" y="87"/>
                    <a:pt x="207" y="66"/>
                  </a:cubicBezTo>
                  <a:cubicBezTo>
                    <a:pt x="207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22475" y="24305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90"/>
                    <a:pt x="244" y="103"/>
                  </a:cubicBezTo>
                  <a:cubicBezTo>
                    <a:pt x="227" y="70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828975" y="23231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53" y="260"/>
                    <a:pt x="190" y="243"/>
                    <a:pt x="207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898550" y="22454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70" y="17"/>
                    <a:pt x="50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74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828550" y="24627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8" y="260"/>
                    <a:pt x="104" y="260"/>
                    <a:pt x="121" y="260"/>
                  </a:cubicBezTo>
                  <a:cubicBezTo>
                    <a:pt x="154" y="207"/>
                    <a:pt x="191" y="157"/>
                    <a:pt x="224" y="87"/>
                  </a:cubicBezTo>
                  <a:cubicBezTo>
                    <a:pt x="224" y="71"/>
                    <a:pt x="207" y="54"/>
                    <a:pt x="191" y="38"/>
                  </a:cubicBezTo>
                  <a:cubicBezTo>
                    <a:pt x="191" y="21"/>
                    <a:pt x="170" y="21"/>
                    <a:pt x="170" y="21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837525" y="24269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02" y="0"/>
                  </a:moveTo>
                  <a:cubicBezTo>
                    <a:pt x="85" y="0"/>
                    <a:pt x="66" y="14"/>
                    <a:pt x="54" y="26"/>
                  </a:cubicBezTo>
                  <a:cubicBezTo>
                    <a:pt x="1" y="75"/>
                    <a:pt x="1" y="162"/>
                    <a:pt x="38" y="215"/>
                  </a:cubicBezTo>
                  <a:cubicBezTo>
                    <a:pt x="57" y="244"/>
                    <a:pt x="89" y="262"/>
                    <a:pt x="122" y="262"/>
                  </a:cubicBezTo>
                  <a:cubicBezTo>
                    <a:pt x="145" y="262"/>
                    <a:pt x="170" y="252"/>
                    <a:pt x="190" y="232"/>
                  </a:cubicBezTo>
                  <a:cubicBezTo>
                    <a:pt x="244" y="178"/>
                    <a:pt x="244" y="112"/>
                    <a:pt x="207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0" y="9"/>
                  </a:lnTo>
                  <a:cubicBezTo>
                    <a:pt x="115" y="3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948325" y="22523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54" y="1"/>
                    <a:pt x="1" y="67"/>
                    <a:pt x="17" y="137"/>
                  </a:cubicBezTo>
                  <a:cubicBezTo>
                    <a:pt x="17" y="170"/>
                    <a:pt x="38" y="207"/>
                    <a:pt x="54" y="223"/>
                  </a:cubicBezTo>
                  <a:cubicBezTo>
                    <a:pt x="87" y="256"/>
                    <a:pt x="120" y="256"/>
                    <a:pt x="141" y="256"/>
                  </a:cubicBezTo>
                  <a:cubicBezTo>
                    <a:pt x="207" y="240"/>
                    <a:pt x="244" y="170"/>
                    <a:pt x="244" y="104"/>
                  </a:cubicBezTo>
                  <a:cubicBezTo>
                    <a:pt x="223" y="67"/>
                    <a:pt x="207" y="34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949675" y="2300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17" y="191"/>
                    <a:pt x="33" y="207"/>
                    <a:pt x="50" y="24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4"/>
                    <a:pt x="239" y="191"/>
                    <a:pt x="223" y="104"/>
                  </a:cubicBezTo>
                  <a:cubicBezTo>
                    <a:pt x="223" y="71"/>
                    <a:pt x="207" y="55"/>
                    <a:pt x="190" y="22"/>
                  </a:cubicBezTo>
                  <a:cubicBezTo>
                    <a:pt x="169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820825" y="23536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37" y="260"/>
                    <a:pt x="170" y="260"/>
                    <a:pt x="190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864625" y="2391100"/>
              <a:ext cx="6025" cy="6550"/>
            </a:xfrm>
            <a:custGeom>
              <a:avLst/>
              <a:gdLst/>
              <a:ahLst/>
              <a:cxnLst/>
              <a:rect l="l" t="t" r="r" b="b"/>
              <a:pathLst>
                <a:path w="241" h="262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02"/>
                    <a:pt x="1" y="119"/>
                    <a:pt x="1" y="152"/>
                  </a:cubicBezTo>
                  <a:cubicBezTo>
                    <a:pt x="17" y="185"/>
                    <a:pt x="34" y="238"/>
                    <a:pt x="67" y="255"/>
                  </a:cubicBezTo>
                  <a:cubicBezTo>
                    <a:pt x="81" y="259"/>
                    <a:pt x="94" y="261"/>
                    <a:pt x="106" y="261"/>
                  </a:cubicBezTo>
                  <a:cubicBezTo>
                    <a:pt x="139" y="261"/>
                    <a:pt x="163" y="246"/>
                    <a:pt x="191" y="222"/>
                  </a:cubicBezTo>
                  <a:cubicBezTo>
                    <a:pt x="207" y="222"/>
                    <a:pt x="207" y="205"/>
                    <a:pt x="224" y="185"/>
                  </a:cubicBezTo>
                  <a:cubicBezTo>
                    <a:pt x="240" y="119"/>
                    <a:pt x="207" y="32"/>
                    <a:pt x="154" y="16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834950" y="230307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1" y="1"/>
                  </a:moveTo>
                  <a:cubicBezTo>
                    <a:pt x="78" y="1"/>
                    <a:pt x="44" y="34"/>
                    <a:pt x="17" y="82"/>
                  </a:cubicBezTo>
                  <a:cubicBezTo>
                    <a:pt x="1" y="152"/>
                    <a:pt x="38" y="238"/>
                    <a:pt x="87" y="255"/>
                  </a:cubicBezTo>
                  <a:cubicBezTo>
                    <a:pt x="101" y="264"/>
                    <a:pt x="116" y="268"/>
                    <a:pt x="131" y="268"/>
                  </a:cubicBezTo>
                  <a:cubicBezTo>
                    <a:pt x="172" y="268"/>
                    <a:pt x="211" y="236"/>
                    <a:pt x="223" y="185"/>
                  </a:cubicBezTo>
                  <a:cubicBezTo>
                    <a:pt x="260" y="119"/>
                    <a:pt x="223" y="49"/>
                    <a:pt x="174" y="16"/>
                  </a:cubicBezTo>
                  <a:cubicBezTo>
                    <a:pt x="155" y="6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835875" y="235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0"/>
                    <a:pt x="1" y="71"/>
                    <a:pt x="17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60"/>
                    <a:pt x="104" y="260"/>
                    <a:pt x="137" y="260"/>
                  </a:cubicBezTo>
                  <a:cubicBezTo>
                    <a:pt x="170" y="240"/>
                    <a:pt x="186" y="223"/>
                    <a:pt x="207" y="207"/>
                  </a:cubicBezTo>
                  <a:cubicBezTo>
                    <a:pt x="223" y="174"/>
                    <a:pt x="240" y="136"/>
                    <a:pt x="223" y="103"/>
                  </a:cubicBezTo>
                  <a:cubicBezTo>
                    <a:pt x="223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831550" y="22736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9" y="0"/>
                  </a:moveTo>
                  <a:cubicBezTo>
                    <a:pt x="102" y="0"/>
                    <a:pt x="82" y="12"/>
                    <a:pt x="71" y="24"/>
                  </a:cubicBezTo>
                  <a:cubicBezTo>
                    <a:pt x="17" y="77"/>
                    <a:pt x="1" y="164"/>
                    <a:pt x="50" y="213"/>
                  </a:cubicBezTo>
                  <a:cubicBezTo>
                    <a:pt x="71" y="246"/>
                    <a:pt x="87" y="267"/>
                    <a:pt x="120" y="267"/>
                  </a:cubicBezTo>
                  <a:cubicBezTo>
                    <a:pt x="153" y="267"/>
                    <a:pt x="174" y="246"/>
                    <a:pt x="207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40" y="77"/>
                    <a:pt x="223" y="40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3824225" y="22584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00"/>
                    <a:pt x="1" y="133"/>
                    <a:pt x="1" y="153"/>
                  </a:cubicBezTo>
                  <a:cubicBezTo>
                    <a:pt x="17" y="203"/>
                    <a:pt x="34" y="236"/>
                    <a:pt x="71" y="257"/>
                  </a:cubicBezTo>
                  <a:cubicBezTo>
                    <a:pt x="85" y="261"/>
                    <a:pt x="98" y="263"/>
                    <a:pt x="110" y="263"/>
                  </a:cubicBezTo>
                  <a:cubicBezTo>
                    <a:pt x="141" y="263"/>
                    <a:pt x="167" y="251"/>
                    <a:pt x="190" y="236"/>
                  </a:cubicBezTo>
                  <a:cubicBezTo>
                    <a:pt x="207" y="219"/>
                    <a:pt x="207" y="203"/>
                    <a:pt x="223" y="186"/>
                  </a:cubicBezTo>
                  <a:cubicBezTo>
                    <a:pt x="240" y="116"/>
                    <a:pt x="207" y="30"/>
                    <a:pt x="157" y="13"/>
                  </a:cubicBezTo>
                  <a:cubicBezTo>
                    <a:pt x="143" y="5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822475" y="23086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38" y="17"/>
                    <a:pt x="1" y="83"/>
                    <a:pt x="1" y="153"/>
                  </a:cubicBezTo>
                  <a:cubicBezTo>
                    <a:pt x="21" y="186"/>
                    <a:pt x="38" y="223"/>
                    <a:pt x="54" y="240"/>
                  </a:cubicBezTo>
                  <a:cubicBezTo>
                    <a:pt x="66" y="252"/>
                    <a:pt x="86" y="263"/>
                    <a:pt x="110" y="263"/>
                  </a:cubicBezTo>
                  <a:cubicBezTo>
                    <a:pt x="120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7" y="120"/>
                  </a:cubicBezTo>
                  <a:cubicBezTo>
                    <a:pt x="227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827225" y="2244700"/>
              <a:ext cx="6100" cy="6325"/>
            </a:xfrm>
            <a:custGeom>
              <a:avLst/>
              <a:gdLst/>
              <a:ahLst/>
              <a:cxnLst/>
              <a:rect l="l" t="t" r="r" b="b"/>
              <a:pathLst>
                <a:path w="244" h="253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49"/>
                    <a:pt x="37" y="219"/>
                    <a:pt x="87" y="252"/>
                  </a:cubicBezTo>
                  <a:lnTo>
                    <a:pt x="141" y="252"/>
                  </a:lnTo>
                  <a:cubicBezTo>
                    <a:pt x="174" y="252"/>
                    <a:pt x="207" y="219"/>
                    <a:pt x="223" y="186"/>
                  </a:cubicBezTo>
                  <a:cubicBezTo>
                    <a:pt x="244" y="133"/>
                    <a:pt x="244" y="83"/>
                    <a:pt x="207" y="46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973275" y="23552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7" y="1"/>
                  </a:moveTo>
                  <a:cubicBezTo>
                    <a:pt x="79" y="1"/>
                    <a:pt x="42" y="22"/>
                    <a:pt x="17" y="73"/>
                  </a:cubicBezTo>
                  <a:cubicBezTo>
                    <a:pt x="1" y="143"/>
                    <a:pt x="33" y="229"/>
                    <a:pt x="87" y="246"/>
                  </a:cubicBezTo>
                  <a:cubicBezTo>
                    <a:pt x="100" y="254"/>
                    <a:pt x="115" y="259"/>
                    <a:pt x="129" y="259"/>
                  </a:cubicBezTo>
                  <a:cubicBezTo>
                    <a:pt x="170" y="259"/>
                    <a:pt x="211" y="227"/>
                    <a:pt x="223" y="176"/>
                  </a:cubicBezTo>
                  <a:cubicBezTo>
                    <a:pt x="256" y="110"/>
                    <a:pt x="223" y="40"/>
                    <a:pt x="174" y="7"/>
                  </a:cubicBezTo>
                  <a:cubicBezTo>
                    <a:pt x="157" y="3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908025" y="2336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6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3" y="255"/>
                  </a:cubicBezTo>
                  <a:cubicBezTo>
                    <a:pt x="95" y="258"/>
                    <a:pt x="107" y="259"/>
                    <a:pt x="118" y="259"/>
                  </a:cubicBezTo>
                  <a:cubicBezTo>
                    <a:pt x="171" y="259"/>
                    <a:pt x="212" y="226"/>
                    <a:pt x="240" y="168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908850" y="23841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5" y="265"/>
                    <a:pt x="132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917000" y="2275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4" y="17"/>
                    <a:pt x="0" y="67"/>
                    <a:pt x="17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0"/>
                    <a:pt x="223" y="104"/>
                  </a:cubicBezTo>
                  <a:cubicBezTo>
                    <a:pt x="223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11850" y="22905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901950" y="2356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0"/>
                    <a:pt x="0" y="70"/>
                    <a:pt x="17" y="140"/>
                  </a:cubicBezTo>
                  <a:cubicBezTo>
                    <a:pt x="17" y="206"/>
                    <a:pt x="71" y="260"/>
                    <a:pt x="141" y="260"/>
                  </a:cubicBezTo>
                  <a:cubicBezTo>
                    <a:pt x="174" y="243"/>
                    <a:pt x="190" y="223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904525" y="2306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20" y="1"/>
                    <a:pt x="87" y="17"/>
                    <a:pt x="71" y="34"/>
                  </a:cubicBezTo>
                  <a:cubicBezTo>
                    <a:pt x="17" y="87"/>
                    <a:pt x="1" y="153"/>
                    <a:pt x="54" y="223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9" y="265"/>
                    <a:pt x="184" y="251"/>
                    <a:pt x="207" y="240"/>
                  </a:cubicBezTo>
                  <a:cubicBezTo>
                    <a:pt x="223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23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74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900700" y="23719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6" y="0"/>
                  </a:moveTo>
                  <a:cubicBezTo>
                    <a:pt x="108" y="0"/>
                    <a:pt x="99" y="2"/>
                    <a:pt x="88" y="7"/>
                  </a:cubicBezTo>
                  <a:cubicBezTo>
                    <a:pt x="34" y="7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1" y="267"/>
                  </a:cubicBezTo>
                  <a:cubicBezTo>
                    <a:pt x="154" y="251"/>
                    <a:pt x="191" y="230"/>
                    <a:pt x="207" y="214"/>
                  </a:cubicBezTo>
                  <a:cubicBezTo>
                    <a:pt x="224" y="181"/>
                    <a:pt x="224" y="148"/>
                    <a:pt x="224" y="111"/>
                  </a:cubicBezTo>
                  <a:cubicBezTo>
                    <a:pt x="224" y="78"/>
                    <a:pt x="207" y="45"/>
                    <a:pt x="170" y="24"/>
                  </a:cubicBezTo>
                  <a:lnTo>
                    <a:pt x="154" y="7"/>
                  </a:lnTo>
                  <a:cubicBezTo>
                    <a:pt x="143" y="7"/>
                    <a:pt x="13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900300" y="2321800"/>
              <a:ext cx="6425" cy="6625"/>
            </a:xfrm>
            <a:custGeom>
              <a:avLst/>
              <a:gdLst/>
              <a:ahLst/>
              <a:cxnLst/>
              <a:rect l="l" t="t" r="r" b="b"/>
              <a:pathLst>
                <a:path w="257" h="265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60"/>
                  </a:cubicBezTo>
                  <a:cubicBezTo>
                    <a:pt x="92" y="263"/>
                    <a:pt x="102" y="264"/>
                    <a:pt x="111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917400" y="230410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2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87" y="8"/>
                    <a:pt x="54" y="24"/>
                    <a:pt x="38" y="41"/>
                  </a:cubicBezTo>
                  <a:cubicBezTo>
                    <a:pt x="17" y="57"/>
                    <a:pt x="1" y="111"/>
                    <a:pt x="17" y="144"/>
                  </a:cubicBezTo>
                  <a:cubicBezTo>
                    <a:pt x="17" y="181"/>
                    <a:pt x="38" y="214"/>
                    <a:pt x="54" y="230"/>
                  </a:cubicBezTo>
                  <a:cubicBezTo>
                    <a:pt x="87" y="247"/>
                    <a:pt x="104" y="263"/>
                    <a:pt x="141" y="263"/>
                  </a:cubicBezTo>
                  <a:cubicBezTo>
                    <a:pt x="191" y="247"/>
                    <a:pt x="244" y="197"/>
                    <a:pt x="224" y="127"/>
                  </a:cubicBezTo>
                  <a:lnTo>
                    <a:pt x="224" y="111"/>
                  </a:lnTo>
                  <a:cubicBezTo>
                    <a:pt x="224" y="57"/>
                    <a:pt x="191" y="24"/>
                    <a:pt x="158" y="8"/>
                  </a:cubicBezTo>
                  <a:cubicBezTo>
                    <a:pt x="147" y="8"/>
                    <a:pt x="134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920400" y="22600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21" y="50"/>
                    <a:pt x="0" y="87"/>
                    <a:pt x="0" y="120"/>
                  </a:cubicBezTo>
                  <a:cubicBezTo>
                    <a:pt x="0" y="153"/>
                    <a:pt x="21" y="191"/>
                    <a:pt x="38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41" y="257"/>
                    <a:pt x="157" y="257"/>
                    <a:pt x="190" y="224"/>
                  </a:cubicBezTo>
                  <a:cubicBezTo>
                    <a:pt x="227" y="191"/>
                    <a:pt x="244" y="104"/>
                    <a:pt x="207" y="50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922975" y="23348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6"/>
                    <a:pt x="1" y="66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7" y="103"/>
                  </a:cubicBezTo>
                  <a:cubicBezTo>
                    <a:pt x="227" y="66"/>
                    <a:pt x="207" y="33"/>
                    <a:pt x="190" y="16"/>
                  </a:cubicBezTo>
                  <a:cubicBezTo>
                    <a:pt x="174" y="16"/>
                    <a:pt x="174" y="16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915750" y="2351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04" y="1"/>
                  </a:moveTo>
                  <a:cubicBezTo>
                    <a:pt x="50" y="17"/>
                    <a:pt x="1" y="71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4" y="104"/>
                  </a:cubicBezTo>
                  <a:cubicBezTo>
                    <a:pt x="224" y="71"/>
                    <a:pt x="207" y="38"/>
                    <a:pt x="186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915250" y="2367350"/>
              <a:ext cx="6525" cy="6950"/>
            </a:xfrm>
            <a:custGeom>
              <a:avLst/>
              <a:gdLst/>
              <a:ahLst/>
              <a:cxnLst/>
              <a:rect l="l" t="t" r="r" b="b"/>
              <a:pathLst>
                <a:path w="261" h="278" extrusionOk="0">
                  <a:moveTo>
                    <a:pt x="140" y="1"/>
                  </a:moveTo>
                  <a:cubicBezTo>
                    <a:pt x="103" y="1"/>
                    <a:pt x="87" y="21"/>
                    <a:pt x="54" y="38"/>
                  </a:cubicBezTo>
                  <a:cubicBezTo>
                    <a:pt x="21" y="87"/>
                    <a:pt x="0" y="158"/>
                    <a:pt x="37" y="228"/>
                  </a:cubicBezTo>
                  <a:cubicBezTo>
                    <a:pt x="54" y="244"/>
                    <a:pt x="87" y="261"/>
                    <a:pt x="124" y="277"/>
                  </a:cubicBezTo>
                  <a:cubicBezTo>
                    <a:pt x="140" y="277"/>
                    <a:pt x="173" y="261"/>
                    <a:pt x="190" y="244"/>
                  </a:cubicBezTo>
                  <a:cubicBezTo>
                    <a:pt x="244" y="190"/>
                    <a:pt x="260" y="104"/>
                    <a:pt x="206" y="54"/>
                  </a:cubicBezTo>
                  <a:cubicBezTo>
                    <a:pt x="206" y="38"/>
                    <a:pt x="190" y="21"/>
                    <a:pt x="173" y="21"/>
                  </a:cubicBezTo>
                  <a:cubicBezTo>
                    <a:pt x="157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915750" y="23208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28" y="1"/>
                  </a:moveTo>
                  <a:cubicBezTo>
                    <a:pt x="83" y="1"/>
                    <a:pt x="31" y="36"/>
                    <a:pt x="17" y="91"/>
                  </a:cubicBezTo>
                  <a:cubicBezTo>
                    <a:pt x="1" y="145"/>
                    <a:pt x="17" y="231"/>
                    <a:pt x="67" y="248"/>
                  </a:cubicBezTo>
                  <a:cubicBezTo>
                    <a:pt x="86" y="257"/>
                    <a:pt x="104" y="261"/>
                    <a:pt x="122" y="261"/>
                  </a:cubicBezTo>
                  <a:cubicBezTo>
                    <a:pt x="170" y="261"/>
                    <a:pt x="211" y="229"/>
                    <a:pt x="224" y="178"/>
                  </a:cubicBezTo>
                  <a:cubicBezTo>
                    <a:pt x="240" y="108"/>
                    <a:pt x="207" y="42"/>
                    <a:pt x="153" y="5"/>
                  </a:cubicBezTo>
                  <a:cubicBezTo>
                    <a:pt x="146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900300" y="227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70" y="260"/>
                    <a:pt x="223" y="227"/>
                    <a:pt x="223" y="173"/>
                  </a:cubicBezTo>
                  <a:cubicBezTo>
                    <a:pt x="240" y="124"/>
                    <a:pt x="240" y="70"/>
                    <a:pt x="207" y="37"/>
                  </a:cubicBezTo>
                  <a:cubicBezTo>
                    <a:pt x="207" y="21"/>
                    <a:pt x="186" y="21"/>
                    <a:pt x="170" y="4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86075" y="225192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20" y="0"/>
                  </a:moveTo>
                  <a:cubicBezTo>
                    <a:pt x="87" y="0"/>
                    <a:pt x="54" y="0"/>
                    <a:pt x="34" y="33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7" y="242"/>
                    <a:pt x="65" y="258"/>
                    <a:pt x="95" y="258"/>
                  </a:cubicBezTo>
                  <a:cubicBezTo>
                    <a:pt x="121" y="258"/>
                    <a:pt x="149" y="246"/>
                    <a:pt x="174" y="223"/>
                  </a:cubicBezTo>
                  <a:cubicBezTo>
                    <a:pt x="223" y="186"/>
                    <a:pt x="223" y="103"/>
                    <a:pt x="190" y="50"/>
                  </a:cubicBezTo>
                  <a:cubicBezTo>
                    <a:pt x="174" y="33"/>
                    <a:pt x="174" y="17"/>
                    <a:pt x="137" y="17"/>
                  </a:cubicBezTo>
                  <a:cubicBezTo>
                    <a:pt x="137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883075" y="22961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50" y="34"/>
                    <a:pt x="34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65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7"/>
                    <a:pt x="207" y="50"/>
                    <a:pt x="191" y="34"/>
                  </a:cubicBezTo>
                  <a:cubicBezTo>
                    <a:pt x="174" y="17"/>
                    <a:pt x="174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887425" y="2279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103" y="1"/>
                    <a:pt x="66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66" y="261"/>
                    <a:pt x="103" y="261"/>
                  </a:cubicBezTo>
                  <a:cubicBezTo>
                    <a:pt x="136" y="261"/>
                    <a:pt x="153" y="261"/>
                    <a:pt x="186" y="244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7"/>
                  </a:cubicBezTo>
                  <a:cubicBezTo>
                    <a:pt x="153" y="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3873200" y="23597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8" y="1"/>
                  </a:moveTo>
                  <a:cubicBezTo>
                    <a:pt x="87" y="1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lnTo>
                    <a:pt x="136" y="254"/>
                  </a:lnTo>
                  <a:cubicBezTo>
                    <a:pt x="190" y="254"/>
                    <a:pt x="223" y="221"/>
                    <a:pt x="239" y="184"/>
                  </a:cubicBezTo>
                  <a:cubicBezTo>
                    <a:pt x="239" y="135"/>
                    <a:pt x="239" y="81"/>
                    <a:pt x="206" y="48"/>
                  </a:cubicBezTo>
                  <a:cubicBezTo>
                    <a:pt x="206" y="32"/>
                    <a:pt x="190" y="15"/>
                    <a:pt x="173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3888250" y="2326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86" y="0"/>
                    <a:pt x="68" y="5"/>
                    <a:pt x="50" y="13"/>
                  </a:cubicBezTo>
                  <a:cubicBezTo>
                    <a:pt x="33" y="29"/>
                    <a:pt x="17" y="62"/>
                    <a:pt x="0" y="79"/>
                  </a:cubicBezTo>
                  <a:lnTo>
                    <a:pt x="0" y="165"/>
                  </a:lnTo>
                  <a:cubicBezTo>
                    <a:pt x="17" y="202"/>
                    <a:pt x="33" y="235"/>
                    <a:pt x="70" y="252"/>
                  </a:cubicBezTo>
                  <a:cubicBezTo>
                    <a:pt x="83" y="261"/>
                    <a:pt x="98" y="265"/>
                    <a:pt x="113" y="265"/>
                  </a:cubicBezTo>
                  <a:cubicBezTo>
                    <a:pt x="153" y="265"/>
                    <a:pt x="194" y="233"/>
                    <a:pt x="206" y="182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880925" y="2343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8" y="1"/>
                  </a:moveTo>
                  <a:cubicBezTo>
                    <a:pt x="105" y="1"/>
                    <a:pt x="103" y="3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98"/>
                    <a:pt x="33" y="214"/>
                    <a:pt x="54" y="247"/>
                  </a:cubicBezTo>
                  <a:cubicBezTo>
                    <a:pt x="87" y="247"/>
                    <a:pt x="103" y="268"/>
                    <a:pt x="136" y="268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7" y="41"/>
                    <a:pt x="174" y="25"/>
                  </a:cubicBezTo>
                  <a:lnTo>
                    <a:pt x="157" y="8"/>
                  </a:lnTo>
                  <a:lnTo>
                    <a:pt x="136" y="8"/>
                  </a:lnTo>
                  <a:cubicBezTo>
                    <a:pt x="125" y="8"/>
                    <a:pt x="114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879175" y="23897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37" y="33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23"/>
                    <a:pt x="37" y="240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cubicBezTo>
                    <a:pt x="206" y="71"/>
                    <a:pt x="190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3897200" y="22919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3" y="0"/>
                  </a:moveTo>
                  <a:cubicBezTo>
                    <a:pt x="72" y="0"/>
                    <a:pt x="34" y="32"/>
                    <a:pt x="21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21" y="186"/>
                    <a:pt x="38" y="236"/>
                    <a:pt x="87" y="256"/>
                  </a:cubicBezTo>
                  <a:cubicBezTo>
                    <a:pt x="97" y="261"/>
                    <a:pt x="107" y="263"/>
                    <a:pt x="116" y="263"/>
                  </a:cubicBezTo>
                  <a:cubicBezTo>
                    <a:pt x="142" y="263"/>
                    <a:pt x="166" y="247"/>
                    <a:pt x="190" y="219"/>
                  </a:cubicBezTo>
                  <a:cubicBezTo>
                    <a:pt x="207" y="219"/>
                    <a:pt x="207" y="203"/>
                    <a:pt x="228" y="170"/>
                  </a:cubicBezTo>
                  <a:cubicBezTo>
                    <a:pt x="244" y="100"/>
                    <a:pt x="207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3893800" y="2387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0" y="223"/>
                  </a:cubicBezTo>
                  <a:cubicBezTo>
                    <a:pt x="207" y="207"/>
                    <a:pt x="223" y="174"/>
                    <a:pt x="223" y="136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90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895550" y="2342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40"/>
                    <a:pt x="240" y="170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3926475" y="2287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5"/>
                    <a:pt x="1" y="162"/>
                    <a:pt x="34" y="215"/>
                  </a:cubicBezTo>
                  <a:cubicBezTo>
                    <a:pt x="50" y="248"/>
                    <a:pt x="87" y="265"/>
                    <a:pt x="120" y="265"/>
                  </a:cubicBezTo>
                  <a:cubicBezTo>
                    <a:pt x="137" y="265"/>
                    <a:pt x="170" y="248"/>
                    <a:pt x="190" y="232"/>
                  </a:cubicBezTo>
                  <a:cubicBezTo>
                    <a:pt x="223" y="215"/>
                    <a:pt x="223" y="178"/>
                    <a:pt x="240" y="145"/>
                  </a:cubicBezTo>
                  <a:cubicBezTo>
                    <a:pt x="240" y="112"/>
                    <a:pt x="223" y="75"/>
                    <a:pt x="207" y="42"/>
                  </a:cubicBezTo>
                  <a:cubicBezTo>
                    <a:pt x="207" y="26"/>
                    <a:pt x="190" y="26"/>
                    <a:pt x="170" y="9"/>
                  </a:cubicBezTo>
                  <a:lnTo>
                    <a:pt x="137" y="9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3890000" y="2309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1"/>
                    <a:pt x="33" y="227"/>
                    <a:pt x="83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23" y="227"/>
                    <a:pt x="223" y="178"/>
                  </a:cubicBezTo>
                  <a:cubicBezTo>
                    <a:pt x="239" y="124"/>
                    <a:pt x="239" y="75"/>
                    <a:pt x="206" y="38"/>
                  </a:cubicBezTo>
                  <a:cubicBezTo>
                    <a:pt x="206" y="21"/>
                    <a:pt x="186" y="21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884325" y="2374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17"/>
                    <a:pt x="0" y="87"/>
                    <a:pt x="0" y="157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39"/>
                    <a:pt x="244" y="173"/>
                    <a:pt x="227" y="103"/>
                  </a:cubicBezTo>
                  <a:cubicBezTo>
                    <a:pt x="227" y="70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3887825" y="23592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87" y="0"/>
                    <a:pt x="67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67" y="260"/>
                    <a:pt x="104" y="260"/>
                  </a:cubicBezTo>
                  <a:cubicBezTo>
                    <a:pt x="120" y="260"/>
                    <a:pt x="153" y="260"/>
                    <a:pt x="170" y="223"/>
                  </a:cubicBezTo>
                  <a:cubicBezTo>
                    <a:pt x="223" y="190"/>
                    <a:pt x="240" y="103"/>
                    <a:pt x="190" y="54"/>
                  </a:cubicBezTo>
                  <a:cubicBezTo>
                    <a:pt x="190" y="3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3943175" y="23609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90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979250" y="22938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3" y="0"/>
                    <a:pt x="34" y="33"/>
                    <a:pt x="17" y="91"/>
                  </a:cubicBezTo>
                  <a:cubicBezTo>
                    <a:pt x="1" y="140"/>
                    <a:pt x="17" y="227"/>
                    <a:pt x="87" y="243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60"/>
                    <a:pt x="207" y="227"/>
                    <a:pt x="223" y="177"/>
                  </a:cubicBezTo>
                  <a:cubicBezTo>
                    <a:pt x="244" y="124"/>
                    <a:pt x="223" y="74"/>
                    <a:pt x="207" y="37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3981000" y="23698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7" y="0"/>
                  </a:moveTo>
                  <a:cubicBezTo>
                    <a:pt x="99" y="0"/>
                    <a:pt x="48" y="35"/>
                    <a:pt x="34" y="90"/>
                  </a:cubicBezTo>
                  <a:cubicBezTo>
                    <a:pt x="1" y="144"/>
                    <a:pt x="34" y="231"/>
                    <a:pt x="87" y="247"/>
                  </a:cubicBezTo>
                  <a:cubicBezTo>
                    <a:pt x="105" y="256"/>
                    <a:pt x="121" y="260"/>
                    <a:pt x="137" y="260"/>
                  </a:cubicBezTo>
                  <a:cubicBezTo>
                    <a:pt x="180" y="260"/>
                    <a:pt x="216" y="229"/>
                    <a:pt x="240" y="177"/>
                  </a:cubicBezTo>
                  <a:cubicBezTo>
                    <a:pt x="256" y="107"/>
                    <a:pt x="223" y="41"/>
                    <a:pt x="174" y="4"/>
                  </a:cubicBezTo>
                  <a:cubicBezTo>
                    <a:pt x="165" y="1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3978025" y="234035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71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06" y="207"/>
                    <a:pt x="223" y="174"/>
                    <a:pt x="223" y="137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90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975850" y="22617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3" y="245"/>
                    <a:pt x="95" y="262"/>
                    <a:pt x="125" y="262"/>
                  </a:cubicBezTo>
                  <a:cubicBezTo>
                    <a:pt x="150" y="262"/>
                    <a:pt x="173" y="250"/>
                    <a:pt x="190" y="228"/>
                  </a:cubicBezTo>
                  <a:cubicBezTo>
                    <a:pt x="240" y="191"/>
                    <a:pt x="256" y="104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967300" y="229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86" y="21"/>
                  </a:cubicBezTo>
                  <a:cubicBezTo>
                    <a:pt x="169" y="21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71525" y="2278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1" y="0"/>
                    <a:pt x="54" y="17"/>
                    <a:pt x="38" y="54"/>
                  </a:cubicBezTo>
                  <a:cubicBezTo>
                    <a:pt x="17" y="87"/>
                    <a:pt x="0" y="120"/>
                    <a:pt x="0" y="157"/>
                  </a:cubicBezTo>
                  <a:cubicBezTo>
                    <a:pt x="17" y="190"/>
                    <a:pt x="38" y="207"/>
                    <a:pt x="54" y="223"/>
                  </a:cubicBezTo>
                  <a:cubicBezTo>
                    <a:pt x="71" y="260"/>
                    <a:pt x="103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cubicBezTo>
                    <a:pt x="223" y="70"/>
                    <a:pt x="207" y="33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975025" y="23897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68" y="263"/>
                    <a:pt x="116" y="263"/>
                  </a:cubicBezTo>
                  <a:cubicBezTo>
                    <a:pt x="123" y="263"/>
                    <a:pt x="130" y="262"/>
                    <a:pt x="137" y="260"/>
                  </a:cubicBezTo>
                  <a:cubicBezTo>
                    <a:pt x="170" y="260"/>
                    <a:pt x="186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86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960400" y="2312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44"/>
                    <a:pt x="190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90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929475" y="2317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4"/>
                  </a:cubicBezTo>
                  <a:cubicBezTo>
                    <a:pt x="239" y="191"/>
                    <a:pt x="239" y="104"/>
                    <a:pt x="206" y="55"/>
                  </a:cubicBezTo>
                  <a:cubicBezTo>
                    <a:pt x="190" y="38"/>
                    <a:pt x="173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962975" y="23426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9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90" y="253"/>
                    <a:pt x="223" y="220"/>
                    <a:pt x="239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206" y="30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961225" y="236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0"/>
                  </a:moveTo>
                  <a:cubicBezTo>
                    <a:pt x="87" y="0"/>
                    <a:pt x="70" y="4"/>
                    <a:pt x="54" y="13"/>
                  </a:cubicBezTo>
                  <a:cubicBezTo>
                    <a:pt x="37" y="29"/>
                    <a:pt x="17" y="46"/>
                    <a:pt x="17" y="79"/>
                  </a:cubicBezTo>
                  <a:cubicBezTo>
                    <a:pt x="0" y="116"/>
                    <a:pt x="0" y="132"/>
                    <a:pt x="0" y="165"/>
                  </a:cubicBezTo>
                  <a:cubicBezTo>
                    <a:pt x="17" y="202"/>
                    <a:pt x="37" y="235"/>
                    <a:pt x="70" y="252"/>
                  </a:cubicBezTo>
                  <a:cubicBezTo>
                    <a:pt x="82" y="255"/>
                    <a:pt x="93" y="256"/>
                    <a:pt x="104" y="256"/>
                  </a:cubicBezTo>
                  <a:cubicBezTo>
                    <a:pt x="157" y="256"/>
                    <a:pt x="195" y="223"/>
                    <a:pt x="223" y="165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38" y="4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970700" y="2325200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10" y="1"/>
                  </a:moveTo>
                  <a:cubicBezTo>
                    <a:pt x="65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17" y="227"/>
                    <a:pt x="71" y="244"/>
                  </a:cubicBezTo>
                  <a:cubicBezTo>
                    <a:pt x="85" y="253"/>
                    <a:pt x="102" y="258"/>
                    <a:pt x="118" y="258"/>
                  </a:cubicBezTo>
                  <a:cubicBezTo>
                    <a:pt x="141" y="258"/>
                    <a:pt x="162" y="249"/>
                    <a:pt x="174" y="227"/>
                  </a:cubicBezTo>
                  <a:cubicBezTo>
                    <a:pt x="190" y="211"/>
                    <a:pt x="207" y="194"/>
                    <a:pt x="207" y="178"/>
                  </a:cubicBezTo>
                  <a:cubicBezTo>
                    <a:pt x="223" y="108"/>
                    <a:pt x="207" y="38"/>
                    <a:pt x="136" y="5"/>
                  </a:cubicBezTo>
                  <a:cubicBezTo>
                    <a:pt x="128" y="2"/>
                    <a:pt x="119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973275" y="2311225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28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1" y="151"/>
                    <a:pt x="33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90" y="254"/>
                    <a:pt x="223" y="238"/>
                    <a:pt x="240" y="184"/>
                  </a:cubicBezTo>
                  <a:cubicBezTo>
                    <a:pt x="256" y="135"/>
                    <a:pt x="240" y="81"/>
                    <a:pt x="207" y="48"/>
                  </a:cubicBezTo>
                  <a:cubicBezTo>
                    <a:pt x="207" y="32"/>
                    <a:pt x="190" y="15"/>
                    <a:pt x="174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844025" y="2366225"/>
              <a:ext cx="5600" cy="6825"/>
            </a:xfrm>
            <a:custGeom>
              <a:avLst/>
              <a:gdLst/>
              <a:ahLst/>
              <a:cxnLst/>
              <a:rect l="l" t="t" r="r" b="b"/>
              <a:pathLst>
                <a:path w="224" h="273" extrusionOk="0">
                  <a:moveTo>
                    <a:pt x="120" y="0"/>
                  </a:moveTo>
                  <a:cubicBezTo>
                    <a:pt x="108" y="0"/>
                    <a:pt x="95" y="5"/>
                    <a:pt x="87" y="13"/>
                  </a:cubicBezTo>
                  <a:cubicBezTo>
                    <a:pt x="66" y="13"/>
                    <a:pt x="33" y="29"/>
                    <a:pt x="17" y="66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50" y="235"/>
                  </a:cubicBezTo>
                  <a:cubicBezTo>
                    <a:pt x="66" y="252"/>
                    <a:pt x="103" y="273"/>
                    <a:pt x="120" y="273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7" y="83"/>
                    <a:pt x="207" y="46"/>
                    <a:pt x="169" y="29"/>
                  </a:cubicBezTo>
                  <a:lnTo>
                    <a:pt x="153" y="13"/>
                  </a:lnTo>
                  <a:cubicBezTo>
                    <a:pt x="145" y="5"/>
                    <a:pt x="132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962975" y="22493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09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22"/>
                    <a:pt x="87" y="255"/>
                  </a:cubicBezTo>
                  <a:cubicBezTo>
                    <a:pt x="95" y="258"/>
                    <a:pt x="105" y="259"/>
                    <a:pt x="114" y="259"/>
                  </a:cubicBezTo>
                  <a:cubicBezTo>
                    <a:pt x="159" y="259"/>
                    <a:pt x="209" y="229"/>
                    <a:pt x="223" y="185"/>
                  </a:cubicBezTo>
                  <a:cubicBezTo>
                    <a:pt x="239" y="119"/>
                    <a:pt x="206" y="32"/>
                    <a:pt x="153" y="16"/>
                  </a:cubicBezTo>
                  <a:cubicBezTo>
                    <a:pt x="139" y="5"/>
                    <a:pt x="124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941950" y="228490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968525" y="2375225"/>
              <a:ext cx="6000" cy="6800"/>
            </a:xfrm>
            <a:custGeom>
              <a:avLst/>
              <a:gdLst/>
              <a:ahLst/>
              <a:cxnLst/>
              <a:rect l="l" t="t" r="r" b="b"/>
              <a:pathLst>
                <a:path w="240" h="27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54" y="16"/>
                    <a:pt x="1" y="82"/>
                    <a:pt x="17" y="152"/>
                  </a:cubicBezTo>
                  <a:cubicBezTo>
                    <a:pt x="17" y="185"/>
                    <a:pt x="34" y="222"/>
                    <a:pt x="54" y="238"/>
                  </a:cubicBezTo>
                  <a:cubicBezTo>
                    <a:pt x="87" y="255"/>
                    <a:pt x="104" y="271"/>
                    <a:pt x="137" y="271"/>
                  </a:cubicBezTo>
                  <a:cubicBezTo>
                    <a:pt x="207" y="255"/>
                    <a:pt x="240" y="185"/>
                    <a:pt x="223" y="119"/>
                  </a:cubicBezTo>
                  <a:cubicBezTo>
                    <a:pt x="223" y="82"/>
                    <a:pt x="207" y="49"/>
                    <a:pt x="191" y="32"/>
                  </a:cubicBezTo>
                  <a:cubicBezTo>
                    <a:pt x="174" y="32"/>
                    <a:pt x="174" y="16"/>
                    <a:pt x="158" y="16"/>
                  </a:cubicBezTo>
                  <a:cubicBezTo>
                    <a:pt x="147" y="5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938425" y="2335500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29" y="1"/>
                  </a:moveTo>
                  <a:cubicBezTo>
                    <a:pt x="83" y="1"/>
                    <a:pt x="35" y="33"/>
                    <a:pt x="22" y="92"/>
                  </a:cubicBezTo>
                  <a:cubicBezTo>
                    <a:pt x="1" y="141"/>
                    <a:pt x="22" y="228"/>
                    <a:pt x="71" y="244"/>
                  </a:cubicBezTo>
                  <a:cubicBezTo>
                    <a:pt x="90" y="254"/>
                    <a:pt x="109" y="259"/>
                    <a:pt x="127" y="259"/>
                  </a:cubicBezTo>
                  <a:cubicBezTo>
                    <a:pt x="174" y="259"/>
                    <a:pt x="213" y="226"/>
                    <a:pt x="228" y="178"/>
                  </a:cubicBezTo>
                  <a:cubicBezTo>
                    <a:pt x="244" y="108"/>
                    <a:pt x="207" y="38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938950" y="2378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67" y="1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7" y="186"/>
                    <a:pt x="17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0"/>
                    <a:pt x="223" y="104"/>
                  </a:cubicBezTo>
                  <a:cubicBezTo>
                    <a:pt x="223" y="67"/>
                    <a:pt x="207" y="50"/>
                    <a:pt x="170" y="17"/>
                  </a:cubicBezTo>
                  <a:cubicBezTo>
                    <a:pt x="170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934625" y="2257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50" y="8"/>
                    <a:pt x="0" y="74"/>
                    <a:pt x="17" y="144"/>
                  </a:cubicBezTo>
                  <a:cubicBezTo>
                    <a:pt x="17" y="214"/>
                    <a:pt x="87" y="263"/>
                    <a:pt x="136" y="263"/>
                  </a:cubicBezTo>
                  <a:cubicBezTo>
                    <a:pt x="174" y="247"/>
                    <a:pt x="190" y="230"/>
                    <a:pt x="207" y="214"/>
                  </a:cubicBezTo>
                  <a:cubicBezTo>
                    <a:pt x="223" y="177"/>
                    <a:pt x="240" y="144"/>
                    <a:pt x="240" y="111"/>
                  </a:cubicBezTo>
                  <a:cubicBezTo>
                    <a:pt x="223" y="74"/>
                    <a:pt x="207" y="41"/>
                    <a:pt x="190" y="24"/>
                  </a:cubicBezTo>
                  <a:cubicBezTo>
                    <a:pt x="190" y="24"/>
                    <a:pt x="174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933275" y="2272625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32" y="1"/>
                  </a:moveTo>
                  <a:cubicBezTo>
                    <a:pt x="123" y="1"/>
                    <a:pt x="114" y="5"/>
                    <a:pt x="104" y="13"/>
                  </a:cubicBezTo>
                  <a:cubicBezTo>
                    <a:pt x="38" y="13"/>
                    <a:pt x="1" y="79"/>
                    <a:pt x="1" y="149"/>
                  </a:cubicBezTo>
                  <a:cubicBezTo>
                    <a:pt x="21" y="182"/>
                    <a:pt x="21" y="219"/>
                    <a:pt x="54" y="236"/>
                  </a:cubicBezTo>
                  <a:cubicBezTo>
                    <a:pt x="66" y="248"/>
                    <a:pt x="86" y="259"/>
                    <a:pt x="110" y="259"/>
                  </a:cubicBezTo>
                  <a:cubicBezTo>
                    <a:pt x="120" y="259"/>
                    <a:pt x="130" y="257"/>
                    <a:pt x="141" y="252"/>
                  </a:cubicBezTo>
                  <a:cubicBezTo>
                    <a:pt x="157" y="252"/>
                    <a:pt x="190" y="236"/>
                    <a:pt x="207" y="203"/>
                  </a:cubicBezTo>
                  <a:cubicBezTo>
                    <a:pt x="228" y="182"/>
                    <a:pt x="228" y="149"/>
                    <a:pt x="228" y="116"/>
                  </a:cubicBezTo>
                  <a:cubicBezTo>
                    <a:pt x="228" y="79"/>
                    <a:pt x="207" y="46"/>
                    <a:pt x="174" y="30"/>
                  </a:cubicBezTo>
                  <a:cubicBezTo>
                    <a:pt x="174" y="13"/>
                    <a:pt x="157" y="13"/>
                    <a:pt x="157" y="13"/>
                  </a:cubicBezTo>
                  <a:cubicBezTo>
                    <a:pt x="149" y="5"/>
                    <a:pt x="141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934625" y="2302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956050" y="23296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8" y="207"/>
                    <a:pt x="55" y="240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40"/>
                    <a:pt x="244" y="170"/>
                    <a:pt x="224" y="104"/>
                  </a:cubicBezTo>
                  <a:cubicBezTo>
                    <a:pt x="224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3953900" y="23764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3" y="1"/>
                  </a:moveTo>
                  <a:cubicBezTo>
                    <a:pt x="38" y="17"/>
                    <a:pt x="0" y="87"/>
                    <a:pt x="0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3" y="256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7" y="190"/>
                    <a:pt x="227" y="153"/>
                    <a:pt x="227" y="120"/>
                  </a:cubicBezTo>
                  <a:cubicBezTo>
                    <a:pt x="227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3959050" y="22852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5" y="0"/>
                  </a:moveTo>
                  <a:cubicBezTo>
                    <a:pt x="76" y="0"/>
                    <a:pt x="61" y="14"/>
                    <a:pt x="38" y="26"/>
                  </a:cubicBezTo>
                  <a:cubicBezTo>
                    <a:pt x="21" y="59"/>
                    <a:pt x="1" y="75"/>
                    <a:pt x="1" y="112"/>
                  </a:cubicBezTo>
                  <a:cubicBezTo>
                    <a:pt x="1" y="145"/>
                    <a:pt x="1" y="178"/>
                    <a:pt x="21" y="215"/>
                  </a:cubicBezTo>
                  <a:cubicBezTo>
                    <a:pt x="40" y="244"/>
                    <a:pt x="78" y="262"/>
                    <a:pt x="112" y="262"/>
                  </a:cubicBezTo>
                  <a:cubicBezTo>
                    <a:pt x="137" y="262"/>
                    <a:pt x="160" y="252"/>
                    <a:pt x="174" y="232"/>
                  </a:cubicBezTo>
                  <a:cubicBezTo>
                    <a:pt x="227" y="178"/>
                    <a:pt x="244" y="112"/>
                    <a:pt x="190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4" y="9"/>
                  </a:lnTo>
                  <a:cubicBezTo>
                    <a:pt x="113" y="3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929875" y="234857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0" y="1"/>
                  </a:moveTo>
                  <a:cubicBezTo>
                    <a:pt x="89" y="1"/>
                    <a:pt x="49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6" y="238"/>
                    <a:pt x="240" y="187"/>
                  </a:cubicBezTo>
                  <a:cubicBezTo>
                    <a:pt x="261" y="117"/>
                    <a:pt x="223" y="30"/>
                    <a:pt x="174" y="14"/>
                  </a:cubicBezTo>
                  <a:cubicBezTo>
                    <a:pt x="160" y="5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961225" y="22653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17" y="149"/>
                  </a:cubicBezTo>
                  <a:cubicBezTo>
                    <a:pt x="17" y="186"/>
                    <a:pt x="37" y="219"/>
                    <a:pt x="54" y="235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6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3928650" y="2364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0" y="148"/>
                  </a:cubicBezTo>
                  <a:cubicBezTo>
                    <a:pt x="17" y="181"/>
                    <a:pt x="17" y="214"/>
                    <a:pt x="50" y="235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39" y="181"/>
                    <a:pt x="223" y="111"/>
                  </a:cubicBezTo>
                  <a:cubicBezTo>
                    <a:pt x="223" y="78"/>
                    <a:pt x="206" y="45"/>
                    <a:pt x="169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821650" y="24777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37" y="0"/>
                  </a:moveTo>
                  <a:cubicBezTo>
                    <a:pt x="104" y="0"/>
                    <a:pt x="87" y="17"/>
                    <a:pt x="54" y="38"/>
                  </a:cubicBezTo>
                  <a:cubicBezTo>
                    <a:pt x="17" y="87"/>
                    <a:pt x="1" y="157"/>
                    <a:pt x="34" y="223"/>
                  </a:cubicBezTo>
                  <a:cubicBezTo>
                    <a:pt x="54" y="244"/>
                    <a:pt x="71" y="260"/>
                    <a:pt x="87" y="260"/>
                  </a:cubicBezTo>
                  <a:cubicBezTo>
                    <a:pt x="137" y="190"/>
                    <a:pt x="174" y="120"/>
                    <a:pt x="207" y="38"/>
                  </a:cubicBezTo>
                  <a:cubicBezTo>
                    <a:pt x="190" y="38"/>
                    <a:pt x="174" y="17"/>
                    <a:pt x="174" y="17"/>
                  </a:cubicBezTo>
                  <a:cubicBezTo>
                    <a:pt x="157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137775" y="22527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87"/>
                    <a:pt x="1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53" y="235"/>
                    <a:pt x="85" y="254"/>
                    <a:pt x="119" y="254"/>
                  </a:cubicBezTo>
                  <a:cubicBezTo>
                    <a:pt x="143" y="254"/>
                    <a:pt x="168" y="245"/>
                    <a:pt x="190" y="223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139025" y="228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0" y="1"/>
                  </a:moveTo>
                  <a:cubicBezTo>
                    <a:pt x="103" y="1"/>
                    <a:pt x="87" y="1"/>
                    <a:pt x="54" y="34"/>
                  </a:cubicBezTo>
                  <a:cubicBezTo>
                    <a:pt x="17" y="67"/>
                    <a:pt x="0" y="154"/>
                    <a:pt x="37" y="207"/>
                  </a:cubicBezTo>
                  <a:cubicBezTo>
                    <a:pt x="70" y="240"/>
                    <a:pt x="87" y="257"/>
                    <a:pt x="120" y="257"/>
                  </a:cubicBezTo>
                  <a:cubicBezTo>
                    <a:pt x="140" y="257"/>
                    <a:pt x="173" y="257"/>
                    <a:pt x="206" y="224"/>
                  </a:cubicBezTo>
                  <a:cubicBezTo>
                    <a:pt x="223" y="207"/>
                    <a:pt x="243" y="170"/>
                    <a:pt x="243" y="137"/>
                  </a:cubicBezTo>
                  <a:cubicBezTo>
                    <a:pt x="243" y="104"/>
                    <a:pt x="243" y="67"/>
                    <a:pt x="206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135200" y="2296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34" y="34"/>
                    <a:pt x="17" y="54"/>
                  </a:cubicBezTo>
                  <a:cubicBezTo>
                    <a:pt x="1" y="87"/>
                    <a:pt x="1" y="120"/>
                    <a:pt x="1" y="158"/>
                  </a:cubicBezTo>
                  <a:cubicBezTo>
                    <a:pt x="17" y="191"/>
                    <a:pt x="17" y="224"/>
                    <a:pt x="50" y="240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0" y="240"/>
                    <a:pt x="240" y="191"/>
                    <a:pt x="223" y="104"/>
                  </a:cubicBezTo>
                  <a:cubicBezTo>
                    <a:pt x="223" y="71"/>
                    <a:pt x="207" y="54"/>
                    <a:pt x="170" y="34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136450" y="2375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0" y="173"/>
                    <a:pt x="17" y="206"/>
                    <a:pt x="54" y="227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152300" y="2278825"/>
              <a:ext cx="6125" cy="6625"/>
            </a:xfrm>
            <a:custGeom>
              <a:avLst/>
              <a:gdLst/>
              <a:ahLst/>
              <a:cxnLst/>
              <a:rect l="l" t="t" r="r" b="b"/>
              <a:pathLst>
                <a:path w="245" h="265" extrusionOk="0">
                  <a:moveTo>
                    <a:pt x="129" y="0"/>
                  </a:moveTo>
                  <a:cubicBezTo>
                    <a:pt x="82" y="0"/>
                    <a:pt x="35" y="30"/>
                    <a:pt x="22" y="74"/>
                  </a:cubicBezTo>
                  <a:cubicBezTo>
                    <a:pt x="1" y="140"/>
                    <a:pt x="38" y="227"/>
                    <a:pt x="88" y="244"/>
                  </a:cubicBezTo>
                  <a:cubicBezTo>
                    <a:pt x="104" y="264"/>
                    <a:pt x="125" y="264"/>
                    <a:pt x="141" y="264"/>
                  </a:cubicBezTo>
                  <a:cubicBezTo>
                    <a:pt x="174" y="244"/>
                    <a:pt x="207" y="227"/>
                    <a:pt x="228" y="178"/>
                  </a:cubicBezTo>
                  <a:cubicBezTo>
                    <a:pt x="244" y="124"/>
                    <a:pt x="228" y="74"/>
                    <a:pt x="207" y="37"/>
                  </a:cubicBezTo>
                  <a:cubicBezTo>
                    <a:pt x="191" y="21"/>
                    <a:pt x="174" y="21"/>
                    <a:pt x="158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142000" y="23099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1" y="154"/>
                    <a:pt x="21" y="220"/>
                    <a:pt x="87" y="257"/>
                  </a:cubicBezTo>
                  <a:cubicBezTo>
                    <a:pt x="98" y="257"/>
                    <a:pt x="111" y="264"/>
                    <a:pt x="123" y="264"/>
                  </a:cubicBezTo>
                  <a:cubicBezTo>
                    <a:pt x="129" y="264"/>
                    <a:pt x="135" y="263"/>
                    <a:pt x="141" y="257"/>
                  </a:cubicBezTo>
                  <a:cubicBezTo>
                    <a:pt x="174" y="257"/>
                    <a:pt x="207" y="220"/>
                    <a:pt x="227" y="187"/>
                  </a:cubicBezTo>
                  <a:cubicBezTo>
                    <a:pt x="244" y="133"/>
                    <a:pt x="227" y="84"/>
                    <a:pt x="207" y="51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140350" y="232757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01" y="0"/>
                  </a:moveTo>
                  <a:cubicBezTo>
                    <a:pt x="86" y="0"/>
                    <a:pt x="69" y="5"/>
                    <a:pt x="50" y="13"/>
                  </a:cubicBezTo>
                  <a:cubicBezTo>
                    <a:pt x="34" y="29"/>
                    <a:pt x="17" y="46"/>
                    <a:pt x="1" y="83"/>
                  </a:cubicBezTo>
                  <a:lnTo>
                    <a:pt x="1" y="169"/>
                  </a:lnTo>
                  <a:cubicBezTo>
                    <a:pt x="17" y="202"/>
                    <a:pt x="34" y="235"/>
                    <a:pt x="67" y="252"/>
                  </a:cubicBezTo>
                  <a:cubicBezTo>
                    <a:pt x="77" y="256"/>
                    <a:pt x="87" y="258"/>
                    <a:pt x="98" y="258"/>
                  </a:cubicBezTo>
                  <a:cubicBezTo>
                    <a:pt x="145" y="258"/>
                    <a:pt x="193" y="223"/>
                    <a:pt x="207" y="169"/>
                  </a:cubicBezTo>
                  <a:cubicBezTo>
                    <a:pt x="223" y="116"/>
                    <a:pt x="207" y="29"/>
                    <a:pt x="137" y="13"/>
                  </a:cubicBezTo>
                  <a:cubicBezTo>
                    <a:pt x="129" y="5"/>
                    <a:pt x="116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132625" y="234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66" y="244"/>
                  </a:cubicBezTo>
                  <a:cubicBezTo>
                    <a:pt x="81" y="256"/>
                    <a:pt x="102" y="267"/>
                    <a:pt x="119" y="267"/>
                  </a:cubicBezTo>
                  <a:cubicBezTo>
                    <a:pt x="125" y="267"/>
                    <a:pt x="132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169525" y="230470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17"/>
                    <a:pt x="54" y="17"/>
                    <a:pt x="33" y="54"/>
                  </a:cubicBezTo>
                  <a:cubicBezTo>
                    <a:pt x="17" y="70"/>
                    <a:pt x="1" y="120"/>
                    <a:pt x="1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36"/>
                  </a:cubicBezTo>
                  <a:lnTo>
                    <a:pt x="223" y="120"/>
                  </a:lnTo>
                  <a:cubicBezTo>
                    <a:pt x="223" y="70"/>
                    <a:pt x="190" y="33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167350" y="232152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8" y="1"/>
                  </a:moveTo>
                  <a:cubicBezTo>
                    <a:pt x="87" y="1"/>
                    <a:pt x="44" y="34"/>
                    <a:pt x="17" y="82"/>
                  </a:cubicBezTo>
                  <a:cubicBezTo>
                    <a:pt x="1" y="152"/>
                    <a:pt x="38" y="238"/>
                    <a:pt x="88" y="255"/>
                  </a:cubicBezTo>
                  <a:cubicBezTo>
                    <a:pt x="102" y="264"/>
                    <a:pt x="117" y="268"/>
                    <a:pt x="132" y="268"/>
                  </a:cubicBezTo>
                  <a:cubicBezTo>
                    <a:pt x="174" y="268"/>
                    <a:pt x="217" y="236"/>
                    <a:pt x="244" y="185"/>
                  </a:cubicBezTo>
                  <a:cubicBezTo>
                    <a:pt x="261" y="119"/>
                    <a:pt x="224" y="32"/>
                    <a:pt x="174" y="16"/>
                  </a:cubicBezTo>
                  <a:cubicBezTo>
                    <a:pt x="159" y="6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169125" y="2275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81"/>
                    <a:pt x="33" y="214"/>
                    <a:pt x="49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39" y="181"/>
                    <a:pt x="223" y="111"/>
                  </a:cubicBezTo>
                  <a:cubicBezTo>
                    <a:pt x="223" y="57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152300" y="23226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0" y="0"/>
                  </a:moveTo>
                  <a:cubicBezTo>
                    <a:pt x="83" y="0"/>
                    <a:pt x="35" y="33"/>
                    <a:pt x="22" y="91"/>
                  </a:cubicBezTo>
                  <a:cubicBezTo>
                    <a:pt x="1" y="141"/>
                    <a:pt x="22" y="227"/>
                    <a:pt x="88" y="244"/>
                  </a:cubicBezTo>
                  <a:cubicBezTo>
                    <a:pt x="102" y="254"/>
                    <a:pt x="118" y="258"/>
                    <a:pt x="133" y="258"/>
                  </a:cubicBezTo>
                  <a:cubicBezTo>
                    <a:pt x="174" y="258"/>
                    <a:pt x="213" y="226"/>
                    <a:pt x="228" y="178"/>
                  </a:cubicBezTo>
                  <a:cubicBezTo>
                    <a:pt x="244" y="108"/>
                    <a:pt x="228" y="38"/>
                    <a:pt x="158" y="5"/>
                  </a:cubicBezTo>
                  <a:cubicBezTo>
                    <a:pt x="149" y="2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163950" y="22914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34" y="17"/>
                    <a:pt x="17" y="50"/>
                  </a:cubicBezTo>
                  <a:cubicBezTo>
                    <a:pt x="1" y="70"/>
                    <a:pt x="1" y="103"/>
                    <a:pt x="1" y="136"/>
                  </a:cubicBezTo>
                  <a:cubicBezTo>
                    <a:pt x="1" y="173"/>
                    <a:pt x="17" y="206"/>
                    <a:pt x="34" y="223"/>
                  </a:cubicBezTo>
                  <a:cubicBezTo>
                    <a:pt x="71" y="256"/>
                    <a:pt x="87" y="256"/>
                    <a:pt x="120" y="256"/>
                  </a:cubicBezTo>
                  <a:cubicBezTo>
                    <a:pt x="191" y="239"/>
                    <a:pt x="224" y="173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147675" y="246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83" y="251"/>
                    <a:pt x="104" y="268"/>
                    <a:pt x="137" y="268"/>
                  </a:cubicBezTo>
                  <a:cubicBezTo>
                    <a:pt x="207" y="251"/>
                    <a:pt x="240" y="181"/>
                    <a:pt x="240" y="111"/>
                  </a:cubicBezTo>
                  <a:cubicBezTo>
                    <a:pt x="223" y="78"/>
                    <a:pt x="207" y="45"/>
                    <a:pt x="186" y="25"/>
                  </a:cubicBezTo>
                  <a:cubicBezTo>
                    <a:pt x="186" y="25"/>
                    <a:pt x="169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150675" y="2246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66" y="0"/>
                    <a:pt x="33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49" y="244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6" y="71"/>
                    <a:pt x="206" y="54"/>
                    <a:pt x="169" y="21"/>
                  </a:cubicBezTo>
                  <a:cubicBezTo>
                    <a:pt x="169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157975" y="2261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61"/>
                    <a:pt x="34" y="227"/>
                    <a:pt x="83" y="264"/>
                  </a:cubicBezTo>
                  <a:lnTo>
                    <a:pt x="137" y="264"/>
                  </a:lnTo>
                  <a:cubicBezTo>
                    <a:pt x="170" y="264"/>
                    <a:pt x="223" y="227"/>
                    <a:pt x="223" y="178"/>
                  </a:cubicBezTo>
                  <a:cubicBezTo>
                    <a:pt x="240" y="124"/>
                    <a:pt x="240" y="91"/>
                    <a:pt x="207" y="41"/>
                  </a:cubicBezTo>
                  <a:cubicBezTo>
                    <a:pt x="207" y="41"/>
                    <a:pt x="186" y="21"/>
                    <a:pt x="170" y="4"/>
                  </a:cubicBezTo>
                  <a:cubicBezTo>
                    <a:pt x="159" y="2"/>
                    <a:pt x="14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4160975" y="2384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17" y="158"/>
                  </a:cubicBezTo>
                  <a:cubicBezTo>
                    <a:pt x="17" y="191"/>
                    <a:pt x="33" y="223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44"/>
                    <a:pt x="206" y="207"/>
                  </a:cubicBezTo>
                  <a:cubicBezTo>
                    <a:pt x="223" y="191"/>
                    <a:pt x="239" y="158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160050" y="23372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39" y="1"/>
                  </a:moveTo>
                  <a:cubicBezTo>
                    <a:pt x="87" y="1"/>
                    <a:pt x="48" y="34"/>
                    <a:pt x="21" y="92"/>
                  </a:cubicBezTo>
                  <a:cubicBezTo>
                    <a:pt x="0" y="158"/>
                    <a:pt x="37" y="228"/>
                    <a:pt x="87" y="261"/>
                  </a:cubicBezTo>
                  <a:cubicBezTo>
                    <a:pt x="96" y="264"/>
                    <a:pt x="105" y="265"/>
                    <a:pt x="115" y="265"/>
                  </a:cubicBezTo>
                  <a:cubicBezTo>
                    <a:pt x="162" y="265"/>
                    <a:pt x="210" y="232"/>
                    <a:pt x="227" y="174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167350" y="23682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41" y="1"/>
                  </a:moveTo>
                  <a:cubicBezTo>
                    <a:pt x="104" y="1"/>
                    <a:pt x="71" y="17"/>
                    <a:pt x="55" y="34"/>
                  </a:cubicBezTo>
                  <a:cubicBezTo>
                    <a:pt x="1" y="67"/>
                    <a:pt x="1" y="153"/>
                    <a:pt x="38" y="224"/>
                  </a:cubicBezTo>
                  <a:cubicBezTo>
                    <a:pt x="55" y="240"/>
                    <a:pt x="88" y="257"/>
                    <a:pt x="104" y="257"/>
                  </a:cubicBezTo>
                  <a:cubicBezTo>
                    <a:pt x="115" y="261"/>
                    <a:pt x="125" y="263"/>
                    <a:pt x="135" y="263"/>
                  </a:cubicBezTo>
                  <a:cubicBezTo>
                    <a:pt x="159" y="263"/>
                    <a:pt x="179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149325" y="2292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1" y="1"/>
                  </a:moveTo>
                  <a:cubicBezTo>
                    <a:pt x="84" y="1"/>
                    <a:pt x="34" y="36"/>
                    <a:pt x="17" y="91"/>
                  </a:cubicBezTo>
                  <a:cubicBezTo>
                    <a:pt x="0" y="108"/>
                    <a:pt x="0" y="128"/>
                    <a:pt x="0" y="145"/>
                  </a:cubicBezTo>
                  <a:cubicBezTo>
                    <a:pt x="0" y="194"/>
                    <a:pt x="38" y="231"/>
                    <a:pt x="71" y="248"/>
                  </a:cubicBezTo>
                  <a:cubicBezTo>
                    <a:pt x="89" y="261"/>
                    <a:pt x="107" y="266"/>
                    <a:pt x="122" y="266"/>
                  </a:cubicBezTo>
                  <a:cubicBezTo>
                    <a:pt x="148" y="266"/>
                    <a:pt x="170" y="252"/>
                    <a:pt x="190" y="231"/>
                  </a:cubicBezTo>
                  <a:cubicBezTo>
                    <a:pt x="207" y="211"/>
                    <a:pt x="207" y="194"/>
                    <a:pt x="223" y="178"/>
                  </a:cubicBezTo>
                  <a:cubicBezTo>
                    <a:pt x="244" y="108"/>
                    <a:pt x="207" y="42"/>
                    <a:pt x="157" y="5"/>
                  </a:cubicBezTo>
                  <a:cubicBezTo>
                    <a:pt x="149" y="2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156650" y="2307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7" y="1"/>
                    <a:pt x="54" y="38"/>
                  </a:cubicBezTo>
                  <a:cubicBezTo>
                    <a:pt x="17" y="71"/>
                    <a:pt x="0" y="157"/>
                    <a:pt x="33" y="20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36" y="260"/>
                    <a:pt x="173" y="260"/>
                    <a:pt x="190" y="244"/>
                  </a:cubicBezTo>
                  <a:cubicBezTo>
                    <a:pt x="223" y="207"/>
                    <a:pt x="239" y="174"/>
                    <a:pt x="239" y="141"/>
                  </a:cubicBezTo>
                  <a:cubicBezTo>
                    <a:pt x="239" y="104"/>
                    <a:pt x="239" y="71"/>
                    <a:pt x="206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57" y="1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154900" y="22291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66"/>
                    <a:pt x="0" y="153"/>
                    <a:pt x="37" y="206"/>
                  </a:cubicBezTo>
                  <a:cubicBezTo>
                    <a:pt x="56" y="245"/>
                    <a:pt x="89" y="261"/>
                    <a:pt x="122" y="261"/>
                  </a:cubicBezTo>
                  <a:cubicBezTo>
                    <a:pt x="145" y="261"/>
                    <a:pt x="169" y="253"/>
                    <a:pt x="190" y="239"/>
                  </a:cubicBezTo>
                  <a:cubicBezTo>
                    <a:pt x="243" y="190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145500" y="2387800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19" y="1"/>
                  </a:moveTo>
                  <a:cubicBezTo>
                    <a:pt x="103" y="1"/>
                    <a:pt x="82" y="13"/>
                    <a:pt x="67" y="28"/>
                  </a:cubicBezTo>
                  <a:cubicBezTo>
                    <a:pt x="17" y="78"/>
                    <a:pt x="1" y="164"/>
                    <a:pt x="50" y="214"/>
                  </a:cubicBezTo>
                  <a:cubicBezTo>
                    <a:pt x="67" y="234"/>
                    <a:pt x="87" y="251"/>
                    <a:pt x="120" y="267"/>
                  </a:cubicBezTo>
                  <a:cubicBezTo>
                    <a:pt x="153" y="267"/>
                    <a:pt x="170" y="251"/>
                    <a:pt x="207" y="234"/>
                  </a:cubicBezTo>
                  <a:cubicBezTo>
                    <a:pt x="224" y="214"/>
                    <a:pt x="240" y="181"/>
                    <a:pt x="240" y="148"/>
                  </a:cubicBezTo>
                  <a:cubicBezTo>
                    <a:pt x="240" y="110"/>
                    <a:pt x="240" y="78"/>
                    <a:pt x="224" y="45"/>
                  </a:cubicBezTo>
                  <a:cubicBezTo>
                    <a:pt x="207" y="28"/>
                    <a:pt x="191" y="28"/>
                    <a:pt x="170" y="7"/>
                  </a:cubicBezTo>
                  <a:lnTo>
                    <a:pt x="137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149325" y="24486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7" y="256"/>
                    <a:pt x="108" y="258"/>
                    <a:pt x="119" y="258"/>
                  </a:cubicBezTo>
                  <a:cubicBezTo>
                    <a:pt x="164" y="258"/>
                    <a:pt x="210" y="226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4147675" y="23427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20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66" y="247"/>
                    <a:pt x="104" y="263"/>
                    <a:pt x="137" y="263"/>
                  </a:cubicBezTo>
                  <a:cubicBezTo>
                    <a:pt x="186" y="247"/>
                    <a:pt x="223" y="181"/>
                    <a:pt x="223" y="111"/>
                  </a:cubicBezTo>
                  <a:cubicBezTo>
                    <a:pt x="223" y="78"/>
                    <a:pt x="207" y="41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154075" y="23571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28" y="1"/>
                  </a:moveTo>
                  <a:cubicBezTo>
                    <a:pt x="120" y="1"/>
                    <a:pt x="111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4" y="213"/>
                    <a:pt x="57" y="258"/>
                    <a:pt x="111" y="258"/>
                  </a:cubicBezTo>
                  <a:cubicBezTo>
                    <a:pt x="119" y="258"/>
                    <a:pt x="128" y="257"/>
                    <a:pt x="136" y="255"/>
                  </a:cubicBezTo>
                  <a:cubicBezTo>
                    <a:pt x="157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3"/>
                  </a:cubicBezTo>
                  <a:cubicBezTo>
                    <a:pt x="173" y="16"/>
                    <a:pt x="157" y="16"/>
                    <a:pt x="157" y="16"/>
                  </a:cubicBezTo>
                  <a:cubicBezTo>
                    <a:pt x="146" y="6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152300" y="23725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55" y="22"/>
                    <a:pt x="1" y="88"/>
                    <a:pt x="22" y="158"/>
                  </a:cubicBezTo>
                  <a:cubicBezTo>
                    <a:pt x="22" y="191"/>
                    <a:pt x="38" y="228"/>
                    <a:pt x="55" y="244"/>
                  </a:cubicBezTo>
                  <a:cubicBezTo>
                    <a:pt x="78" y="256"/>
                    <a:pt x="93" y="268"/>
                    <a:pt x="113" y="268"/>
                  </a:cubicBezTo>
                  <a:cubicBezTo>
                    <a:pt x="121" y="268"/>
                    <a:pt x="130" y="266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1"/>
                    <a:pt x="244" y="158"/>
                    <a:pt x="228" y="125"/>
                  </a:cubicBezTo>
                  <a:cubicBezTo>
                    <a:pt x="228" y="88"/>
                    <a:pt x="207" y="55"/>
                    <a:pt x="191" y="38"/>
                  </a:cubicBezTo>
                  <a:cubicBezTo>
                    <a:pt x="174" y="22"/>
                    <a:pt x="174" y="22"/>
                    <a:pt x="158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148500" y="24180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6" y="0"/>
                  </a:moveTo>
                  <a:cubicBezTo>
                    <a:pt x="104" y="0"/>
                    <a:pt x="87" y="0"/>
                    <a:pt x="50" y="33"/>
                  </a:cubicBezTo>
                  <a:cubicBezTo>
                    <a:pt x="17" y="70"/>
                    <a:pt x="0" y="157"/>
                    <a:pt x="33" y="206"/>
                  </a:cubicBezTo>
                  <a:cubicBezTo>
                    <a:pt x="71" y="239"/>
                    <a:pt x="87" y="260"/>
                    <a:pt x="120" y="260"/>
                  </a:cubicBezTo>
                  <a:cubicBezTo>
                    <a:pt x="136" y="260"/>
                    <a:pt x="174" y="260"/>
                    <a:pt x="190" y="223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4209925" y="24374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86"/>
                    <a:pt x="17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66"/>
                    <a:pt x="190" y="33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4114600" y="244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49" y="1"/>
                    <a:pt x="0" y="71"/>
                    <a:pt x="17" y="141"/>
                  </a:cubicBezTo>
                  <a:cubicBezTo>
                    <a:pt x="17" y="174"/>
                    <a:pt x="33" y="207"/>
                    <a:pt x="66" y="228"/>
                  </a:cubicBezTo>
                  <a:cubicBezTo>
                    <a:pt x="87" y="261"/>
                    <a:pt x="120" y="261"/>
                    <a:pt x="136" y="261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23" y="71"/>
                    <a:pt x="223" y="38"/>
                    <a:pt x="190" y="22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3876600" y="2266875"/>
              <a:ext cx="5675" cy="6675"/>
            </a:xfrm>
            <a:custGeom>
              <a:avLst/>
              <a:gdLst/>
              <a:ahLst/>
              <a:cxnLst/>
              <a:rect l="l" t="t" r="r" b="b"/>
              <a:pathLst>
                <a:path w="227" h="267" extrusionOk="0">
                  <a:moveTo>
                    <a:pt x="103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30" y="265"/>
                    <a:pt x="140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6" y="54"/>
                    <a:pt x="173" y="37"/>
                  </a:cubicBezTo>
                  <a:cubicBezTo>
                    <a:pt x="173" y="21"/>
                    <a:pt x="157" y="21"/>
                    <a:pt x="157" y="21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803625" y="22338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4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06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3915750" y="21968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4" y="120"/>
                  </a:cubicBezTo>
                  <a:cubicBezTo>
                    <a:pt x="224" y="87"/>
                    <a:pt x="207" y="54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842675" y="231797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38" y="17"/>
                    <a:pt x="1" y="88"/>
                    <a:pt x="17" y="158"/>
                  </a:cubicBezTo>
                  <a:cubicBezTo>
                    <a:pt x="17" y="191"/>
                    <a:pt x="38" y="224"/>
                    <a:pt x="54" y="244"/>
                  </a:cubicBezTo>
                  <a:cubicBezTo>
                    <a:pt x="66" y="256"/>
                    <a:pt x="86" y="268"/>
                    <a:pt x="110" y="268"/>
                  </a:cubicBezTo>
                  <a:cubicBezTo>
                    <a:pt x="120" y="268"/>
                    <a:pt x="130" y="266"/>
                    <a:pt x="141" y="261"/>
                  </a:cubicBezTo>
                  <a:cubicBezTo>
                    <a:pt x="190" y="261"/>
                    <a:pt x="244" y="191"/>
                    <a:pt x="223" y="121"/>
                  </a:cubicBezTo>
                  <a:cubicBezTo>
                    <a:pt x="223" y="88"/>
                    <a:pt x="207" y="55"/>
                    <a:pt x="190" y="38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4055325" y="22344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8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66" y="13"/>
                    <a:pt x="50" y="29"/>
                    <a:pt x="33" y="62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0" y="235"/>
                  </a:cubicBezTo>
                  <a:cubicBezTo>
                    <a:pt x="87" y="252"/>
                    <a:pt x="103" y="268"/>
                    <a:pt x="136" y="268"/>
                  </a:cubicBezTo>
                  <a:cubicBezTo>
                    <a:pt x="206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69" y="29"/>
                    <a:pt x="169" y="13"/>
                    <a:pt x="153" y="13"/>
                  </a:cubicBezTo>
                  <a:cubicBezTo>
                    <a:pt x="145" y="4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3982250" y="2201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7"/>
                    <a:pt x="54" y="240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90" y="240"/>
                    <a:pt x="243" y="174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142525" y="24348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190975" y="2379000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87" y="1"/>
                  </a:moveTo>
                  <a:cubicBezTo>
                    <a:pt x="70" y="1"/>
                    <a:pt x="37" y="17"/>
                    <a:pt x="21" y="50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21" y="207"/>
                    <a:pt x="54" y="223"/>
                  </a:cubicBezTo>
                  <a:cubicBezTo>
                    <a:pt x="70" y="256"/>
                    <a:pt x="103" y="256"/>
                    <a:pt x="124" y="256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06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4200850" y="2469900"/>
              <a:ext cx="3550" cy="3125"/>
            </a:xfrm>
            <a:custGeom>
              <a:avLst/>
              <a:gdLst/>
              <a:ahLst/>
              <a:cxnLst/>
              <a:rect l="l" t="t" r="r" b="b"/>
              <a:pathLst>
                <a:path w="142" h="125" extrusionOk="0">
                  <a:moveTo>
                    <a:pt x="112" y="1"/>
                  </a:moveTo>
                  <a:cubicBezTo>
                    <a:pt x="64" y="1"/>
                    <a:pt x="14" y="31"/>
                    <a:pt x="1" y="75"/>
                  </a:cubicBezTo>
                  <a:lnTo>
                    <a:pt x="1" y="125"/>
                  </a:lnTo>
                  <a:cubicBezTo>
                    <a:pt x="54" y="92"/>
                    <a:pt x="87" y="59"/>
                    <a:pt x="141" y="5"/>
                  </a:cubicBezTo>
                  <a:cubicBezTo>
                    <a:pt x="132" y="2"/>
                    <a:pt x="12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4145925" y="2265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06"/>
                    <a:pt x="7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39" y="169"/>
                    <a:pt x="239" y="136"/>
                    <a:pt x="239" y="103"/>
                  </a:cubicBezTo>
                  <a:cubicBezTo>
                    <a:pt x="223" y="66"/>
                    <a:pt x="223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4172925" y="2476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8"/>
                    <a:pt x="21" y="154"/>
                  </a:cubicBezTo>
                  <a:cubicBezTo>
                    <a:pt x="21" y="191"/>
                    <a:pt x="38" y="224"/>
                    <a:pt x="71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174" y="257"/>
                    <a:pt x="190" y="240"/>
                    <a:pt x="207" y="207"/>
                  </a:cubicBezTo>
                  <a:cubicBezTo>
                    <a:pt x="227" y="170"/>
                    <a:pt x="244" y="137"/>
                    <a:pt x="244" y="104"/>
                  </a:cubicBezTo>
                  <a:cubicBezTo>
                    <a:pt x="227" y="6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4169525" y="2447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3" y="206"/>
                    <a:pt x="54" y="227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3"/>
                    <a:pt x="240" y="173"/>
                    <a:pt x="240" y="103"/>
                  </a:cubicBezTo>
                  <a:cubicBezTo>
                    <a:pt x="223" y="70"/>
                    <a:pt x="207" y="37"/>
                    <a:pt x="190" y="21"/>
                  </a:cubicBezTo>
                  <a:cubicBezTo>
                    <a:pt x="190" y="21"/>
                    <a:pt x="174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4167775" y="235217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8" y="10"/>
                    <a:pt x="0" y="76"/>
                    <a:pt x="0" y="146"/>
                  </a:cubicBezTo>
                  <a:cubicBezTo>
                    <a:pt x="21" y="179"/>
                    <a:pt x="38" y="216"/>
                    <a:pt x="54" y="233"/>
                  </a:cubicBezTo>
                  <a:cubicBezTo>
                    <a:pt x="71" y="249"/>
                    <a:pt x="103" y="266"/>
                    <a:pt x="141" y="266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7"/>
                  </a:cubicBezTo>
                  <a:cubicBezTo>
                    <a:pt x="174" y="27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4179425" y="2412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73" y="246"/>
                    <a:pt x="190" y="230"/>
                  </a:cubicBezTo>
                  <a:cubicBezTo>
                    <a:pt x="223" y="213"/>
                    <a:pt x="239" y="180"/>
                    <a:pt x="239" y="143"/>
                  </a:cubicBezTo>
                  <a:cubicBezTo>
                    <a:pt x="239" y="110"/>
                    <a:pt x="239" y="77"/>
                    <a:pt x="206" y="40"/>
                  </a:cubicBezTo>
                  <a:cubicBezTo>
                    <a:pt x="206" y="24"/>
                    <a:pt x="190" y="24"/>
                    <a:pt x="173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4178075" y="2385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86" y="1"/>
                    <a:pt x="66" y="13"/>
                    <a:pt x="54" y="28"/>
                  </a:cubicBezTo>
                  <a:cubicBezTo>
                    <a:pt x="21" y="44"/>
                    <a:pt x="21" y="77"/>
                    <a:pt x="1" y="110"/>
                  </a:cubicBezTo>
                  <a:cubicBezTo>
                    <a:pt x="1" y="148"/>
                    <a:pt x="21" y="181"/>
                    <a:pt x="38" y="213"/>
                  </a:cubicBezTo>
                  <a:cubicBezTo>
                    <a:pt x="57" y="245"/>
                    <a:pt x="89" y="264"/>
                    <a:pt x="123" y="264"/>
                  </a:cubicBezTo>
                  <a:cubicBezTo>
                    <a:pt x="146" y="264"/>
                    <a:pt x="170" y="254"/>
                    <a:pt x="190" y="234"/>
                  </a:cubicBezTo>
                  <a:cubicBezTo>
                    <a:pt x="244" y="181"/>
                    <a:pt x="244" y="110"/>
                    <a:pt x="207" y="44"/>
                  </a:cubicBezTo>
                  <a:cubicBezTo>
                    <a:pt x="190" y="28"/>
                    <a:pt x="174" y="28"/>
                    <a:pt x="157" y="7"/>
                  </a:cubicBezTo>
                  <a:lnTo>
                    <a:pt x="124" y="7"/>
                  </a:lnTo>
                  <a:cubicBezTo>
                    <a:pt x="119" y="3"/>
                    <a:pt x="112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181175" y="231892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6" y="0"/>
                  </a:moveTo>
                  <a:cubicBezTo>
                    <a:pt x="120" y="0"/>
                    <a:pt x="83" y="0"/>
                    <a:pt x="66" y="33"/>
                  </a:cubicBezTo>
                  <a:cubicBezTo>
                    <a:pt x="17" y="66"/>
                    <a:pt x="0" y="153"/>
                    <a:pt x="50" y="206"/>
                  </a:cubicBezTo>
                  <a:cubicBezTo>
                    <a:pt x="66" y="239"/>
                    <a:pt x="83" y="256"/>
                    <a:pt x="120" y="256"/>
                  </a:cubicBezTo>
                  <a:cubicBezTo>
                    <a:pt x="153" y="256"/>
                    <a:pt x="169" y="256"/>
                    <a:pt x="207" y="223"/>
                  </a:cubicBezTo>
                  <a:cubicBezTo>
                    <a:pt x="240" y="186"/>
                    <a:pt x="256" y="103"/>
                    <a:pt x="223" y="50"/>
                  </a:cubicBezTo>
                  <a:cubicBezTo>
                    <a:pt x="207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180250" y="23653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3"/>
                    <a:pt x="70" y="240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0" y="256"/>
                  </a:cubicBezTo>
                  <a:cubicBezTo>
                    <a:pt x="206" y="256"/>
                    <a:pt x="244" y="186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0"/>
                    <a:pt x="14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4172525" y="2261300"/>
              <a:ext cx="3000" cy="6100"/>
            </a:xfrm>
            <a:custGeom>
              <a:avLst/>
              <a:gdLst/>
              <a:ahLst/>
              <a:cxnLst/>
              <a:rect l="l" t="t" r="r" b="b"/>
              <a:pathLst>
                <a:path w="120" h="244" extrusionOk="0">
                  <a:moveTo>
                    <a:pt x="37" y="0"/>
                  </a:moveTo>
                  <a:cubicBezTo>
                    <a:pt x="17" y="37"/>
                    <a:pt x="0" y="54"/>
                    <a:pt x="0" y="87"/>
                  </a:cubicBezTo>
                  <a:cubicBezTo>
                    <a:pt x="0" y="120"/>
                    <a:pt x="0" y="157"/>
                    <a:pt x="17" y="190"/>
                  </a:cubicBezTo>
                  <a:cubicBezTo>
                    <a:pt x="37" y="207"/>
                    <a:pt x="70" y="223"/>
                    <a:pt x="103" y="244"/>
                  </a:cubicBezTo>
                  <a:lnTo>
                    <a:pt x="120" y="244"/>
                  </a:lnTo>
                  <a:cubicBezTo>
                    <a:pt x="87" y="157"/>
                    <a:pt x="70" y="87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4182000" y="23494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0" y="0"/>
                  </a:moveTo>
                  <a:cubicBezTo>
                    <a:pt x="76" y="0"/>
                    <a:pt x="41" y="33"/>
                    <a:pt x="17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5" y="257"/>
                    <a:pt x="104" y="258"/>
                    <a:pt x="114" y="258"/>
                  </a:cubicBezTo>
                  <a:cubicBezTo>
                    <a:pt x="159" y="258"/>
                    <a:pt x="209" y="226"/>
                    <a:pt x="223" y="167"/>
                  </a:cubicBezTo>
                  <a:cubicBezTo>
                    <a:pt x="256" y="118"/>
                    <a:pt x="223" y="31"/>
                    <a:pt x="174" y="15"/>
                  </a:cubicBezTo>
                  <a:cubicBezTo>
                    <a:pt x="154" y="5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192725" y="241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5" y="262"/>
                    <a:pt x="131" y="260"/>
                    <a:pt x="136" y="255"/>
                  </a:cubicBezTo>
                  <a:cubicBezTo>
                    <a:pt x="173" y="255"/>
                    <a:pt x="206" y="222"/>
                    <a:pt x="223" y="185"/>
                  </a:cubicBezTo>
                  <a:cubicBezTo>
                    <a:pt x="239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197050" y="2321900"/>
              <a:ext cx="850" cy="2200"/>
            </a:xfrm>
            <a:custGeom>
              <a:avLst/>
              <a:gdLst/>
              <a:ahLst/>
              <a:cxnLst/>
              <a:rect l="l" t="t" r="r" b="b"/>
              <a:pathLst>
                <a:path w="34" h="88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4"/>
                    <a:pt x="17" y="67"/>
                    <a:pt x="33" y="87"/>
                  </a:cubicBezTo>
                  <a:cubicBezTo>
                    <a:pt x="17" y="67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195300" y="23618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5" y="237"/>
                    <a:pt x="85" y="256"/>
                    <a:pt x="118" y="256"/>
                  </a:cubicBezTo>
                  <a:cubicBezTo>
                    <a:pt x="142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190150" y="2336125"/>
              <a:ext cx="6500" cy="6750"/>
            </a:xfrm>
            <a:custGeom>
              <a:avLst/>
              <a:gdLst/>
              <a:ahLst/>
              <a:cxnLst/>
              <a:rect l="l" t="t" r="r" b="b"/>
              <a:pathLst>
                <a:path w="260" h="270" extrusionOk="0">
                  <a:moveTo>
                    <a:pt x="129" y="0"/>
                  </a:moveTo>
                  <a:cubicBezTo>
                    <a:pt x="87" y="0"/>
                    <a:pt x="44" y="32"/>
                    <a:pt x="17" y="83"/>
                  </a:cubicBezTo>
                  <a:cubicBezTo>
                    <a:pt x="0" y="153"/>
                    <a:pt x="33" y="240"/>
                    <a:pt x="87" y="256"/>
                  </a:cubicBezTo>
                  <a:cubicBezTo>
                    <a:pt x="100" y="265"/>
                    <a:pt x="114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60" y="116"/>
                    <a:pt x="223" y="34"/>
                    <a:pt x="173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4178600" y="2288400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36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40"/>
                    <a:pt x="83" y="256"/>
                    <a:pt x="103" y="273"/>
                  </a:cubicBezTo>
                  <a:cubicBezTo>
                    <a:pt x="136" y="273"/>
                    <a:pt x="169" y="256"/>
                    <a:pt x="186" y="240"/>
                  </a:cubicBezTo>
                  <a:cubicBezTo>
                    <a:pt x="206" y="223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4175100" y="23354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17" y="181"/>
                    <a:pt x="3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43" y="181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4186750" y="2302950"/>
              <a:ext cx="4750" cy="6675"/>
            </a:xfrm>
            <a:custGeom>
              <a:avLst/>
              <a:gdLst/>
              <a:ahLst/>
              <a:cxnLst/>
              <a:rect l="l" t="t" r="r" b="b"/>
              <a:pathLst>
                <a:path w="19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0"/>
                  </a:cubicBezTo>
                  <a:cubicBezTo>
                    <a:pt x="153" y="260"/>
                    <a:pt x="169" y="243"/>
                    <a:pt x="190" y="227"/>
                  </a:cubicBezTo>
                  <a:cubicBezTo>
                    <a:pt x="169" y="157"/>
                    <a:pt x="136" y="87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4128700" y="2267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17"/>
                    <a:pt x="38" y="33"/>
                    <a:pt x="17" y="50"/>
                  </a:cubicBezTo>
                  <a:cubicBezTo>
                    <a:pt x="1" y="87"/>
                    <a:pt x="1" y="120"/>
                    <a:pt x="1" y="153"/>
                  </a:cubicBezTo>
                  <a:cubicBezTo>
                    <a:pt x="1" y="190"/>
                    <a:pt x="17" y="223"/>
                    <a:pt x="38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1" y="256"/>
                    <a:pt x="223" y="190"/>
                    <a:pt x="223" y="120"/>
                  </a:cubicBezTo>
                  <a:cubicBezTo>
                    <a:pt x="207" y="87"/>
                    <a:pt x="191" y="50"/>
                    <a:pt x="174" y="33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796300" y="234385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52" y="1"/>
                  </a:moveTo>
                  <a:cubicBezTo>
                    <a:pt x="37" y="1"/>
                    <a:pt x="19" y="5"/>
                    <a:pt x="0" y="13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56"/>
                    <a:pt x="43" y="264"/>
                    <a:pt x="54" y="264"/>
                  </a:cubicBezTo>
                  <a:cubicBezTo>
                    <a:pt x="60" y="264"/>
                    <a:pt x="65" y="262"/>
                    <a:pt x="71" y="256"/>
                  </a:cubicBezTo>
                  <a:cubicBezTo>
                    <a:pt x="104" y="256"/>
                    <a:pt x="141" y="219"/>
                    <a:pt x="157" y="186"/>
                  </a:cubicBezTo>
                  <a:cubicBezTo>
                    <a:pt x="174" y="137"/>
                    <a:pt x="157" y="83"/>
                    <a:pt x="141" y="50"/>
                  </a:cubicBezTo>
                  <a:cubicBezTo>
                    <a:pt x="120" y="34"/>
                    <a:pt x="104" y="13"/>
                    <a:pt x="87" y="13"/>
                  </a:cubicBezTo>
                  <a:cubicBezTo>
                    <a:pt x="79" y="5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796300" y="2437850"/>
              <a:ext cx="4350" cy="6425"/>
            </a:xfrm>
            <a:custGeom>
              <a:avLst/>
              <a:gdLst/>
              <a:ahLst/>
              <a:cxnLst/>
              <a:rect l="l" t="t" r="r" b="b"/>
              <a:pathLst>
                <a:path w="174" h="257" extrusionOk="0">
                  <a:moveTo>
                    <a:pt x="38" y="1"/>
                  </a:moveTo>
                  <a:cubicBezTo>
                    <a:pt x="17" y="1"/>
                    <a:pt x="17" y="1"/>
                    <a:pt x="0" y="17"/>
                  </a:cubicBezTo>
                  <a:lnTo>
                    <a:pt x="0" y="257"/>
                  </a:lnTo>
                  <a:lnTo>
                    <a:pt x="71" y="257"/>
                  </a:lnTo>
                  <a:cubicBezTo>
                    <a:pt x="104" y="257"/>
                    <a:pt x="120" y="240"/>
                    <a:pt x="141" y="207"/>
                  </a:cubicBezTo>
                  <a:cubicBezTo>
                    <a:pt x="157" y="170"/>
                    <a:pt x="174" y="137"/>
                    <a:pt x="157" y="104"/>
                  </a:cubicBezTo>
                  <a:cubicBezTo>
                    <a:pt x="157" y="67"/>
                    <a:pt x="141" y="50"/>
                    <a:pt x="120" y="34"/>
                  </a:cubicBezTo>
                  <a:cubicBezTo>
                    <a:pt x="104" y="17"/>
                    <a:pt x="104" y="17"/>
                    <a:pt x="87" y="17"/>
                  </a:cubicBezTo>
                  <a:cubicBezTo>
                    <a:pt x="71" y="1"/>
                    <a:pt x="54" y="1"/>
                    <a:pt x="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796300" y="2387675"/>
              <a:ext cx="4350" cy="6725"/>
            </a:xfrm>
            <a:custGeom>
              <a:avLst/>
              <a:gdLst/>
              <a:ahLst/>
              <a:cxnLst/>
              <a:rect l="l" t="t" r="r" b="b"/>
              <a:pathLst>
                <a:path w="174" h="269" extrusionOk="0">
                  <a:moveTo>
                    <a:pt x="52" y="0"/>
                  </a:moveTo>
                  <a:cubicBezTo>
                    <a:pt x="37" y="0"/>
                    <a:pt x="19" y="4"/>
                    <a:pt x="0" y="12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64"/>
                    <a:pt x="47" y="269"/>
                    <a:pt x="62" y="269"/>
                  </a:cubicBezTo>
                  <a:cubicBezTo>
                    <a:pt x="104" y="269"/>
                    <a:pt x="145" y="237"/>
                    <a:pt x="157" y="186"/>
                  </a:cubicBezTo>
                  <a:cubicBezTo>
                    <a:pt x="174" y="115"/>
                    <a:pt x="157" y="33"/>
                    <a:pt x="87" y="12"/>
                  </a:cubicBezTo>
                  <a:cubicBezTo>
                    <a:pt x="79" y="4"/>
                    <a:pt x="66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4141600" y="2216750"/>
              <a:ext cx="6500" cy="6700"/>
            </a:xfrm>
            <a:custGeom>
              <a:avLst/>
              <a:gdLst/>
              <a:ahLst/>
              <a:cxnLst/>
              <a:rect l="l" t="t" r="r" b="b"/>
              <a:pathLst>
                <a:path w="260" h="268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7" y="220"/>
                    <a:pt x="87" y="253"/>
                  </a:cubicBezTo>
                  <a:cubicBezTo>
                    <a:pt x="101" y="263"/>
                    <a:pt x="117" y="268"/>
                    <a:pt x="132" y="268"/>
                  </a:cubicBezTo>
                  <a:cubicBezTo>
                    <a:pt x="173" y="268"/>
                    <a:pt x="211" y="235"/>
                    <a:pt x="223" y="187"/>
                  </a:cubicBezTo>
                  <a:cubicBezTo>
                    <a:pt x="260" y="117"/>
                    <a:pt x="223" y="30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806200" y="235632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12" y="1"/>
                  </a:moveTo>
                  <a:cubicBezTo>
                    <a:pt x="103" y="1"/>
                    <a:pt x="95" y="5"/>
                    <a:pt x="87" y="13"/>
                  </a:cubicBezTo>
                  <a:cubicBezTo>
                    <a:pt x="54" y="13"/>
                    <a:pt x="33" y="30"/>
                    <a:pt x="17" y="67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17" y="219"/>
                    <a:pt x="33" y="236"/>
                  </a:cubicBezTo>
                  <a:cubicBezTo>
                    <a:pt x="70" y="256"/>
                    <a:pt x="87" y="273"/>
                    <a:pt x="120" y="273"/>
                  </a:cubicBezTo>
                  <a:cubicBezTo>
                    <a:pt x="190" y="256"/>
                    <a:pt x="223" y="186"/>
                    <a:pt x="206" y="116"/>
                  </a:cubicBezTo>
                  <a:cubicBezTo>
                    <a:pt x="206" y="83"/>
                    <a:pt x="190" y="50"/>
                    <a:pt x="173" y="30"/>
                  </a:cubicBezTo>
                  <a:cubicBezTo>
                    <a:pt x="157" y="30"/>
                    <a:pt x="157" y="13"/>
                    <a:pt x="136" y="13"/>
                  </a:cubicBezTo>
                  <a:cubicBezTo>
                    <a:pt x="128" y="5"/>
                    <a:pt x="120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798875" y="23730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1" y="1"/>
                  </a:moveTo>
                  <a:cubicBezTo>
                    <a:pt x="104" y="1"/>
                    <a:pt x="87" y="1"/>
                    <a:pt x="54" y="17"/>
                  </a:cubicBezTo>
                  <a:cubicBezTo>
                    <a:pt x="17" y="67"/>
                    <a:pt x="1" y="153"/>
                    <a:pt x="38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7"/>
                    <a:pt x="244" y="170"/>
                    <a:pt x="244" y="137"/>
                  </a:cubicBezTo>
                  <a:cubicBezTo>
                    <a:pt x="244" y="104"/>
                    <a:pt x="223" y="67"/>
                    <a:pt x="207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796300" y="2358800"/>
              <a:ext cx="950" cy="4350"/>
            </a:xfrm>
            <a:custGeom>
              <a:avLst/>
              <a:gdLst/>
              <a:ahLst/>
              <a:cxnLst/>
              <a:rect l="l" t="t" r="r" b="b"/>
              <a:pathLst>
                <a:path w="38" h="174" extrusionOk="0">
                  <a:moveTo>
                    <a:pt x="0" y="1"/>
                  </a:moveTo>
                  <a:lnTo>
                    <a:pt x="0" y="174"/>
                  </a:lnTo>
                  <a:cubicBezTo>
                    <a:pt x="17" y="157"/>
                    <a:pt x="17" y="157"/>
                    <a:pt x="17" y="137"/>
                  </a:cubicBezTo>
                  <a:cubicBezTo>
                    <a:pt x="38" y="87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796300" y="24224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54" y="17"/>
                    <a:pt x="17" y="50"/>
                    <a:pt x="0" y="104"/>
                  </a:cubicBezTo>
                  <a:lnTo>
                    <a:pt x="0" y="170"/>
                  </a:lnTo>
                  <a:cubicBezTo>
                    <a:pt x="15" y="216"/>
                    <a:pt x="57" y="259"/>
                    <a:pt x="114" y="259"/>
                  </a:cubicBezTo>
                  <a:cubicBezTo>
                    <a:pt x="122" y="259"/>
                    <a:pt x="131" y="258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3796300" y="2311600"/>
              <a:ext cx="2200" cy="6000"/>
            </a:xfrm>
            <a:custGeom>
              <a:avLst/>
              <a:gdLst/>
              <a:ahLst/>
              <a:cxnLst/>
              <a:rect l="l" t="t" r="r" b="b"/>
              <a:pathLst>
                <a:path w="88" h="240" extrusionOk="0">
                  <a:moveTo>
                    <a:pt x="0" y="0"/>
                  </a:moveTo>
                  <a:lnTo>
                    <a:pt x="0" y="239"/>
                  </a:lnTo>
                  <a:cubicBezTo>
                    <a:pt x="54" y="223"/>
                    <a:pt x="87" y="169"/>
                    <a:pt x="87" y="103"/>
                  </a:cubicBezTo>
                  <a:cubicBezTo>
                    <a:pt x="71" y="66"/>
                    <a:pt x="71" y="33"/>
                    <a:pt x="38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074600" y="24313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70"/>
                    <a:pt x="17" y="157"/>
                  </a:cubicBezTo>
                  <a:cubicBezTo>
                    <a:pt x="17" y="190"/>
                    <a:pt x="37" y="206"/>
                    <a:pt x="54" y="24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4102125" y="23021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06"/>
                    <a:pt x="50" y="239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4041500" y="24085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54" y="22"/>
                    <a:pt x="1" y="88"/>
                    <a:pt x="21" y="158"/>
                  </a:cubicBezTo>
                  <a:cubicBezTo>
                    <a:pt x="21" y="191"/>
                    <a:pt x="38" y="228"/>
                    <a:pt x="54" y="244"/>
                  </a:cubicBezTo>
                  <a:cubicBezTo>
                    <a:pt x="87" y="261"/>
                    <a:pt x="125" y="261"/>
                    <a:pt x="141" y="261"/>
                  </a:cubicBezTo>
                  <a:cubicBezTo>
                    <a:pt x="207" y="261"/>
                    <a:pt x="244" y="191"/>
                    <a:pt x="244" y="125"/>
                  </a:cubicBezTo>
                  <a:cubicBezTo>
                    <a:pt x="228" y="71"/>
                    <a:pt x="207" y="55"/>
                    <a:pt x="191" y="38"/>
                  </a:cubicBezTo>
                  <a:cubicBezTo>
                    <a:pt x="191" y="22"/>
                    <a:pt x="174" y="22"/>
                    <a:pt x="174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817325" y="24004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855575" y="2425950"/>
              <a:ext cx="5175" cy="6375"/>
            </a:xfrm>
            <a:custGeom>
              <a:avLst/>
              <a:gdLst/>
              <a:ahLst/>
              <a:cxnLst/>
              <a:rect l="l" t="t" r="r" b="b"/>
              <a:pathLst>
                <a:path w="207" h="255" extrusionOk="0">
                  <a:moveTo>
                    <a:pt x="113" y="0"/>
                  </a:moveTo>
                  <a:cubicBezTo>
                    <a:pt x="92" y="0"/>
                    <a:pt x="73" y="8"/>
                    <a:pt x="54" y="28"/>
                  </a:cubicBezTo>
                  <a:cubicBezTo>
                    <a:pt x="37" y="28"/>
                    <a:pt x="17" y="65"/>
                    <a:pt x="0" y="81"/>
                  </a:cubicBezTo>
                  <a:lnTo>
                    <a:pt x="0" y="168"/>
                  </a:lnTo>
                  <a:cubicBezTo>
                    <a:pt x="17" y="201"/>
                    <a:pt x="37" y="234"/>
                    <a:pt x="70" y="254"/>
                  </a:cubicBezTo>
                  <a:cubicBezTo>
                    <a:pt x="120" y="201"/>
                    <a:pt x="157" y="151"/>
                    <a:pt x="206" y="81"/>
                  </a:cubicBezTo>
                  <a:cubicBezTo>
                    <a:pt x="206" y="48"/>
                    <a:pt x="173" y="28"/>
                    <a:pt x="157" y="11"/>
                  </a:cubicBezTo>
                  <a:cubicBezTo>
                    <a:pt x="141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809600" y="2433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1"/>
                  </a:moveTo>
                  <a:cubicBezTo>
                    <a:pt x="103" y="1"/>
                    <a:pt x="70" y="1"/>
                    <a:pt x="54" y="34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0"/>
                    <a:pt x="87" y="260"/>
                    <a:pt x="103" y="260"/>
                  </a:cubicBezTo>
                  <a:cubicBezTo>
                    <a:pt x="141" y="260"/>
                    <a:pt x="174" y="260"/>
                    <a:pt x="190" y="223"/>
                  </a:cubicBezTo>
                  <a:cubicBezTo>
                    <a:pt x="244" y="190"/>
                    <a:pt x="244" y="104"/>
                    <a:pt x="206" y="54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815275" y="22934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3" y="0"/>
                  </a:moveTo>
                  <a:cubicBezTo>
                    <a:pt x="98" y="0"/>
                    <a:pt x="73" y="12"/>
                    <a:pt x="50" y="23"/>
                  </a:cubicBezTo>
                  <a:cubicBezTo>
                    <a:pt x="33" y="40"/>
                    <a:pt x="17" y="56"/>
                    <a:pt x="0" y="93"/>
                  </a:cubicBezTo>
                  <a:lnTo>
                    <a:pt x="0" y="176"/>
                  </a:lnTo>
                  <a:cubicBezTo>
                    <a:pt x="17" y="213"/>
                    <a:pt x="33" y="246"/>
                    <a:pt x="66" y="246"/>
                  </a:cubicBezTo>
                  <a:cubicBezTo>
                    <a:pt x="80" y="255"/>
                    <a:pt x="95" y="259"/>
                    <a:pt x="110" y="259"/>
                  </a:cubicBezTo>
                  <a:cubicBezTo>
                    <a:pt x="151" y="259"/>
                    <a:pt x="191" y="227"/>
                    <a:pt x="206" y="176"/>
                  </a:cubicBezTo>
                  <a:cubicBezTo>
                    <a:pt x="239" y="110"/>
                    <a:pt x="206" y="40"/>
                    <a:pt x="153" y="7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810925" y="246557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1" y="0"/>
                  </a:moveTo>
                  <a:cubicBezTo>
                    <a:pt x="115" y="0"/>
                    <a:pt x="110" y="2"/>
                    <a:pt x="104" y="9"/>
                  </a:cubicBezTo>
                  <a:cubicBezTo>
                    <a:pt x="71" y="9"/>
                    <a:pt x="50" y="26"/>
                    <a:pt x="34" y="59"/>
                  </a:cubicBezTo>
                  <a:cubicBezTo>
                    <a:pt x="17" y="75"/>
                    <a:pt x="1" y="112"/>
                    <a:pt x="17" y="145"/>
                  </a:cubicBezTo>
                  <a:cubicBezTo>
                    <a:pt x="17" y="178"/>
                    <a:pt x="34" y="215"/>
                    <a:pt x="50" y="232"/>
                  </a:cubicBezTo>
                  <a:cubicBezTo>
                    <a:pt x="88" y="248"/>
                    <a:pt x="104" y="265"/>
                    <a:pt x="137" y="265"/>
                  </a:cubicBezTo>
                  <a:cubicBezTo>
                    <a:pt x="207" y="248"/>
                    <a:pt x="240" y="178"/>
                    <a:pt x="224" y="112"/>
                  </a:cubicBezTo>
                  <a:cubicBezTo>
                    <a:pt x="224" y="75"/>
                    <a:pt x="207" y="42"/>
                    <a:pt x="191" y="26"/>
                  </a:cubicBezTo>
                  <a:cubicBezTo>
                    <a:pt x="174" y="26"/>
                    <a:pt x="174" y="9"/>
                    <a:pt x="153" y="9"/>
                  </a:cubicBezTo>
                  <a:cubicBezTo>
                    <a:pt x="142" y="9"/>
                    <a:pt x="132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811750" y="23699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71" y="1"/>
                    <a:pt x="55" y="22"/>
                    <a:pt x="38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28"/>
                    <a:pt x="55" y="244"/>
                  </a:cubicBezTo>
                  <a:cubicBezTo>
                    <a:pt x="71" y="261"/>
                    <a:pt x="104" y="261"/>
                    <a:pt x="141" y="261"/>
                  </a:cubicBezTo>
                  <a:cubicBezTo>
                    <a:pt x="191" y="261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24" y="71"/>
                    <a:pt x="191" y="38"/>
                    <a:pt x="158" y="22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814750" y="23257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24" y="0"/>
                  </a:moveTo>
                  <a:cubicBezTo>
                    <a:pt x="87" y="0"/>
                    <a:pt x="71" y="17"/>
                    <a:pt x="38" y="37"/>
                  </a:cubicBezTo>
                  <a:cubicBezTo>
                    <a:pt x="21" y="54"/>
                    <a:pt x="0" y="87"/>
                    <a:pt x="0" y="120"/>
                  </a:cubicBezTo>
                  <a:cubicBezTo>
                    <a:pt x="0" y="157"/>
                    <a:pt x="0" y="190"/>
                    <a:pt x="21" y="223"/>
                  </a:cubicBezTo>
                  <a:cubicBezTo>
                    <a:pt x="38" y="243"/>
                    <a:pt x="71" y="260"/>
                    <a:pt x="104" y="260"/>
                  </a:cubicBezTo>
                  <a:cubicBezTo>
                    <a:pt x="110" y="265"/>
                    <a:pt x="117" y="267"/>
                    <a:pt x="124" y="267"/>
                  </a:cubicBezTo>
                  <a:cubicBezTo>
                    <a:pt x="142" y="267"/>
                    <a:pt x="162" y="255"/>
                    <a:pt x="174" y="243"/>
                  </a:cubicBezTo>
                  <a:cubicBezTo>
                    <a:pt x="227" y="190"/>
                    <a:pt x="244" y="103"/>
                    <a:pt x="190" y="54"/>
                  </a:cubicBezTo>
                  <a:cubicBezTo>
                    <a:pt x="190" y="37"/>
                    <a:pt x="174" y="17"/>
                    <a:pt x="157" y="17"/>
                  </a:cubicBezTo>
                  <a:cubicBezTo>
                    <a:pt x="141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813925" y="2245825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8"/>
                    <a:pt x="1" y="174"/>
                    <a:pt x="54" y="224"/>
                  </a:cubicBezTo>
                  <a:cubicBezTo>
                    <a:pt x="71" y="244"/>
                    <a:pt x="87" y="261"/>
                    <a:pt x="120" y="277"/>
                  </a:cubicBezTo>
                  <a:cubicBezTo>
                    <a:pt x="157" y="277"/>
                    <a:pt x="174" y="261"/>
                    <a:pt x="207" y="244"/>
                  </a:cubicBezTo>
                  <a:cubicBezTo>
                    <a:pt x="223" y="224"/>
                    <a:pt x="240" y="191"/>
                    <a:pt x="240" y="158"/>
                  </a:cubicBezTo>
                  <a:cubicBezTo>
                    <a:pt x="240" y="121"/>
                    <a:pt x="240" y="88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3844425" y="2412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3" y="254"/>
                    <a:pt x="103" y="267"/>
                    <a:pt x="120" y="267"/>
                  </a:cubicBezTo>
                  <a:cubicBezTo>
                    <a:pt x="126" y="267"/>
                    <a:pt x="132" y="265"/>
                    <a:pt x="137" y="260"/>
                  </a:cubicBezTo>
                  <a:cubicBezTo>
                    <a:pt x="207" y="260"/>
                    <a:pt x="240" y="190"/>
                    <a:pt x="240" y="120"/>
                  </a:cubicBezTo>
                  <a:cubicBezTo>
                    <a:pt x="240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3800225" y="23265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2" y="0"/>
                  </a:moveTo>
                  <a:cubicBezTo>
                    <a:pt x="83" y="0"/>
                    <a:pt x="43" y="3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206" y="23"/>
                    <a:pt x="190" y="23"/>
                    <a:pt x="169" y="6"/>
                  </a:cubicBezTo>
                  <a:cubicBezTo>
                    <a:pt x="156" y="2"/>
                    <a:pt x="14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810100" y="24172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4" y="120"/>
                  </a:cubicBezTo>
                  <a:cubicBezTo>
                    <a:pt x="224" y="87"/>
                    <a:pt x="207" y="50"/>
                    <a:pt x="170" y="33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809600" y="23868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1"/>
                  </a:moveTo>
                  <a:cubicBezTo>
                    <a:pt x="78" y="1"/>
                    <a:pt x="45" y="32"/>
                    <a:pt x="21" y="84"/>
                  </a:cubicBezTo>
                  <a:cubicBezTo>
                    <a:pt x="0" y="149"/>
                    <a:pt x="37" y="220"/>
                    <a:pt x="87" y="253"/>
                  </a:cubicBezTo>
                  <a:cubicBezTo>
                    <a:pt x="97" y="256"/>
                    <a:pt x="107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17"/>
                    <a:pt x="227" y="30"/>
                    <a:pt x="174" y="13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105100" y="2255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17"/>
                  </a:cubicBezTo>
                  <a:cubicBezTo>
                    <a:pt x="17" y="70"/>
                    <a:pt x="1" y="153"/>
                    <a:pt x="54" y="206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57" y="256"/>
                    <a:pt x="174" y="256"/>
                    <a:pt x="207" y="223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3802375" y="24025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5" y="1"/>
                  </a:moveTo>
                  <a:cubicBezTo>
                    <a:pt x="81" y="1"/>
                    <a:pt x="31" y="31"/>
                    <a:pt x="17" y="75"/>
                  </a:cubicBezTo>
                  <a:cubicBezTo>
                    <a:pt x="1" y="141"/>
                    <a:pt x="34" y="228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70" y="5"/>
                  </a:cubicBezTo>
                  <a:cubicBezTo>
                    <a:pt x="158" y="2"/>
                    <a:pt x="146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803200" y="2450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74" y="256"/>
                    <a:pt x="190" y="223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4" y="17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806200" y="24829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87" y="1"/>
                  </a:moveTo>
                  <a:cubicBezTo>
                    <a:pt x="33" y="38"/>
                    <a:pt x="0" y="87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20" y="260"/>
                    <a:pt x="136" y="260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39" y="104"/>
                    <a:pt x="223" y="87"/>
                    <a:pt x="223" y="71"/>
                  </a:cubicBezTo>
                  <a:cubicBezTo>
                    <a:pt x="206" y="38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3811350" y="2340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70"/>
                    <a:pt x="190" y="33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108100" y="22854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17" y="66"/>
                    <a:pt x="0" y="153"/>
                    <a:pt x="37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1"/>
                    <a:pt x="140" y="263"/>
                    <a:pt x="148" y="263"/>
                  </a:cubicBezTo>
                  <a:cubicBezTo>
                    <a:pt x="168" y="263"/>
                    <a:pt x="183" y="251"/>
                    <a:pt x="206" y="239"/>
                  </a:cubicBezTo>
                  <a:cubicBezTo>
                    <a:pt x="244" y="186"/>
                    <a:pt x="260" y="103"/>
                    <a:pt x="223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4113250" y="22697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4" y="1"/>
                  </a:moveTo>
                  <a:cubicBezTo>
                    <a:pt x="126" y="1"/>
                    <a:pt x="116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17" y="179"/>
                    <a:pt x="38" y="216"/>
                    <a:pt x="71" y="232"/>
                  </a:cubicBezTo>
                  <a:cubicBezTo>
                    <a:pt x="87" y="249"/>
                    <a:pt x="120" y="265"/>
                    <a:pt x="141" y="265"/>
                  </a:cubicBezTo>
                  <a:cubicBezTo>
                    <a:pt x="207" y="249"/>
                    <a:pt x="244" y="179"/>
                    <a:pt x="244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4" y="10"/>
                  </a:lnTo>
                  <a:cubicBezTo>
                    <a:pt x="163" y="10"/>
                    <a:pt x="152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4112000" y="2240075"/>
              <a:ext cx="6025" cy="6725"/>
            </a:xfrm>
            <a:custGeom>
              <a:avLst/>
              <a:gdLst/>
              <a:ahLst/>
              <a:cxnLst/>
              <a:rect l="l" t="t" r="r" b="b"/>
              <a:pathLst>
                <a:path w="241" h="269" extrusionOk="0">
                  <a:moveTo>
                    <a:pt x="121" y="1"/>
                  </a:moveTo>
                  <a:cubicBezTo>
                    <a:pt x="115" y="1"/>
                    <a:pt x="110" y="3"/>
                    <a:pt x="104" y="8"/>
                  </a:cubicBezTo>
                  <a:cubicBezTo>
                    <a:pt x="50" y="8"/>
                    <a:pt x="1" y="78"/>
                    <a:pt x="17" y="144"/>
                  </a:cubicBezTo>
                  <a:cubicBezTo>
                    <a:pt x="17" y="181"/>
                    <a:pt x="34" y="214"/>
                    <a:pt x="50" y="231"/>
                  </a:cubicBezTo>
                  <a:cubicBezTo>
                    <a:pt x="88" y="247"/>
                    <a:pt x="104" y="268"/>
                    <a:pt x="137" y="268"/>
                  </a:cubicBezTo>
                  <a:cubicBezTo>
                    <a:pt x="170" y="247"/>
                    <a:pt x="191" y="231"/>
                    <a:pt x="207" y="214"/>
                  </a:cubicBezTo>
                  <a:cubicBezTo>
                    <a:pt x="224" y="181"/>
                    <a:pt x="240" y="144"/>
                    <a:pt x="240" y="111"/>
                  </a:cubicBezTo>
                  <a:cubicBezTo>
                    <a:pt x="224" y="78"/>
                    <a:pt x="207" y="41"/>
                    <a:pt x="191" y="25"/>
                  </a:cubicBezTo>
                  <a:cubicBezTo>
                    <a:pt x="191" y="25"/>
                    <a:pt x="170" y="8"/>
                    <a:pt x="153" y="8"/>
                  </a:cubicBezTo>
                  <a:cubicBezTo>
                    <a:pt x="142" y="8"/>
                    <a:pt x="131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4109025" y="23159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6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33" y="238"/>
                    <a:pt x="83" y="254"/>
                  </a:cubicBezTo>
                  <a:cubicBezTo>
                    <a:pt x="97" y="263"/>
                    <a:pt x="112" y="267"/>
                    <a:pt x="128" y="267"/>
                  </a:cubicBezTo>
                  <a:cubicBezTo>
                    <a:pt x="170" y="267"/>
                    <a:pt x="211" y="236"/>
                    <a:pt x="223" y="184"/>
                  </a:cubicBezTo>
                  <a:cubicBezTo>
                    <a:pt x="240" y="118"/>
                    <a:pt x="223" y="48"/>
                    <a:pt x="169" y="15"/>
                  </a:cubicBezTo>
                  <a:cubicBezTo>
                    <a:pt x="151" y="5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4116750" y="2391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19" y="1"/>
                  </a:moveTo>
                  <a:cubicBezTo>
                    <a:pt x="67" y="1"/>
                    <a:pt x="28" y="34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44"/>
                    <a:pt x="67" y="261"/>
                  </a:cubicBezTo>
                  <a:cubicBezTo>
                    <a:pt x="77" y="266"/>
                    <a:pt x="88" y="269"/>
                    <a:pt x="100" y="269"/>
                  </a:cubicBezTo>
                  <a:cubicBezTo>
                    <a:pt x="130" y="269"/>
                    <a:pt x="162" y="252"/>
                    <a:pt x="186" y="228"/>
                  </a:cubicBezTo>
                  <a:cubicBezTo>
                    <a:pt x="186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1" y="2"/>
                    <a:pt x="130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4107275" y="23322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67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87" y="257"/>
                    <a:pt x="120" y="257"/>
                    <a:pt x="136" y="257"/>
                  </a:cubicBezTo>
                  <a:cubicBezTo>
                    <a:pt x="206" y="240"/>
                    <a:pt x="239" y="170"/>
                    <a:pt x="239" y="104"/>
                  </a:cubicBezTo>
                  <a:cubicBezTo>
                    <a:pt x="223" y="67"/>
                    <a:pt x="206" y="34"/>
                    <a:pt x="190" y="17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4113250" y="2364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4118000" y="23455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54" y="1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3" y="240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40"/>
                    <a:pt x="223" y="190"/>
                    <a:pt x="223" y="104"/>
                  </a:cubicBezTo>
                  <a:cubicBezTo>
                    <a:pt x="206" y="71"/>
                    <a:pt x="190" y="50"/>
                    <a:pt x="173" y="34"/>
                  </a:cubicBezTo>
                  <a:cubicBezTo>
                    <a:pt x="173" y="17"/>
                    <a:pt x="157" y="17"/>
                    <a:pt x="136" y="17"/>
                  </a:cubicBezTo>
                  <a:cubicBezTo>
                    <a:pt x="12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4107275" y="2210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4134800" y="220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4140775" y="21861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"/>
                    <a:pt x="70" y="34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0"/>
                    <a:pt x="87" y="261"/>
                    <a:pt x="120" y="261"/>
                  </a:cubicBezTo>
                  <a:cubicBezTo>
                    <a:pt x="153" y="261"/>
                    <a:pt x="173" y="261"/>
                    <a:pt x="206" y="240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106450" y="2379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206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129125" y="23145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4"/>
                    <a:pt x="70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206" y="240"/>
                    <a:pt x="244" y="191"/>
                    <a:pt x="244" y="104"/>
                  </a:cubicBezTo>
                  <a:cubicBezTo>
                    <a:pt x="227" y="71"/>
                    <a:pt x="206" y="50"/>
                    <a:pt x="190" y="17"/>
                  </a:cubicBezTo>
                  <a:lnTo>
                    <a:pt x="174" y="17"/>
                  </a:ln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4105100" y="235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0"/>
                  </a:moveTo>
                  <a:cubicBezTo>
                    <a:pt x="104" y="0"/>
                    <a:pt x="71" y="0"/>
                    <a:pt x="5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5" y="238"/>
                    <a:pt x="87" y="257"/>
                    <a:pt x="121" y="257"/>
                  </a:cubicBezTo>
                  <a:cubicBezTo>
                    <a:pt x="144" y="257"/>
                    <a:pt x="168" y="248"/>
                    <a:pt x="190" y="227"/>
                  </a:cubicBezTo>
                  <a:cubicBezTo>
                    <a:pt x="223" y="190"/>
                    <a:pt x="240" y="103"/>
                    <a:pt x="207" y="54"/>
                  </a:cubicBezTo>
                  <a:cubicBezTo>
                    <a:pt x="190" y="38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4140350" y="223277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4" y="8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0" y="267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117175" y="23028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8" y="0"/>
                  </a:moveTo>
                  <a:cubicBezTo>
                    <a:pt x="87" y="0"/>
                    <a:pt x="44" y="35"/>
                    <a:pt x="17" y="91"/>
                  </a:cubicBezTo>
                  <a:cubicBezTo>
                    <a:pt x="0" y="161"/>
                    <a:pt x="33" y="231"/>
                    <a:pt x="87" y="247"/>
                  </a:cubicBezTo>
                  <a:cubicBezTo>
                    <a:pt x="100" y="256"/>
                    <a:pt x="114" y="260"/>
                    <a:pt x="129" y="260"/>
                  </a:cubicBezTo>
                  <a:cubicBezTo>
                    <a:pt x="170" y="260"/>
                    <a:pt x="211" y="229"/>
                    <a:pt x="223" y="177"/>
                  </a:cubicBezTo>
                  <a:cubicBezTo>
                    <a:pt x="256" y="107"/>
                    <a:pt x="223" y="41"/>
                    <a:pt x="169" y="4"/>
                  </a:cubicBezTo>
                  <a:cubicBezTo>
                    <a:pt x="159" y="1"/>
                    <a:pt x="148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119325" y="2421850"/>
              <a:ext cx="6425" cy="6450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9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6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4120575" y="2252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119750" y="22047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7" y="257"/>
                  </a:cubicBezTo>
                  <a:cubicBezTo>
                    <a:pt x="95" y="259"/>
                    <a:pt x="104" y="261"/>
                    <a:pt x="113" y="261"/>
                  </a:cubicBezTo>
                  <a:cubicBezTo>
                    <a:pt x="159" y="261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5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4112000" y="2189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24" y="1"/>
                  </a:moveTo>
                  <a:cubicBezTo>
                    <a:pt x="80" y="1"/>
                    <a:pt x="31" y="35"/>
                    <a:pt x="17" y="89"/>
                  </a:cubicBezTo>
                  <a:cubicBezTo>
                    <a:pt x="1" y="159"/>
                    <a:pt x="17" y="229"/>
                    <a:pt x="88" y="262"/>
                  </a:cubicBezTo>
                  <a:cubicBezTo>
                    <a:pt x="96" y="265"/>
                    <a:pt x="105" y="266"/>
                    <a:pt x="114" y="266"/>
                  </a:cubicBezTo>
                  <a:cubicBezTo>
                    <a:pt x="159" y="266"/>
                    <a:pt x="210" y="234"/>
                    <a:pt x="224" y="175"/>
                  </a:cubicBezTo>
                  <a:cubicBezTo>
                    <a:pt x="240" y="110"/>
                    <a:pt x="224" y="39"/>
                    <a:pt x="153" y="6"/>
                  </a:cubicBezTo>
                  <a:cubicBezTo>
                    <a:pt x="144" y="3"/>
                    <a:pt x="13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4113650" y="22248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4" y="1"/>
                  </a:moveTo>
                  <a:cubicBezTo>
                    <a:pt x="38" y="1"/>
                    <a:pt x="1" y="71"/>
                    <a:pt x="1" y="137"/>
                  </a:cubicBezTo>
                  <a:cubicBezTo>
                    <a:pt x="22" y="207"/>
                    <a:pt x="71" y="261"/>
                    <a:pt x="141" y="261"/>
                  </a:cubicBezTo>
                  <a:cubicBezTo>
                    <a:pt x="158" y="240"/>
                    <a:pt x="191" y="224"/>
                    <a:pt x="207" y="207"/>
                  </a:cubicBezTo>
                  <a:cubicBezTo>
                    <a:pt x="228" y="174"/>
                    <a:pt x="228" y="137"/>
                    <a:pt x="228" y="104"/>
                  </a:cubicBezTo>
                  <a:cubicBezTo>
                    <a:pt x="228" y="71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4123975" y="228490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87" y="1"/>
                  </a:moveTo>
                  <a:cubicBezTo>
                    <a:pt x="87" y="21"/>
                    <a:pt x="70" y="21"/>
                    <a:pt x="70" y="21"/>
                  </a:cubicBezTo>
                  <a:cubicBezTo>
                    <a:pt x="21" y="38"/>
                    <a:pt x="0" y="104"/>
                    <a:pt x="0" y="157"/>
                  </a:cubicBezTo>
                  <a:cubicBezTo>
                    <a:pt x="0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3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104"/>
                    <a:pt x="206" y="87"/>
                    <a:pt x="206" y="87"/>
                  </a:cubicBezTo>
                  <a:cubicBezTo>
                    <a:pt x="206" y="54"/>
                    <a:pt x="173" y="38"/>
                    <a:pt x="157" y="21"/>
                  </a:cubicBezTo>
                  <a:cubicBezTo>
                    <a:pt x="140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4125300" y="2360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0"/>
                  </a:moveTo>
                  <a:cubicBezTo>
                    <a:pt x="77" y="0"/>
                    <a:pt x="42" y="32"/>
                    <a:pt x="17" y="83"/>
                  </a:cubicBezTo>
                  <a:cubicBezTo>
                    <a:pt x="1" y="149"/>
                    <a:pt x="34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40" y="83"/>
                    <a:pt x="207" y="46"/>
                  </a:cubicBezTo>
                  <a:cubicBezTo>
                    <a:pt x="190" y="30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4121900" y="2328300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7" y="0"/>
                  </a:moveTo>
                  <a:cubicBezTo>
                    <a:pt x="120" y="0"/>
                    <a:pt x="83" y="17"/>
                    <a:pt x="67" y="37"/>
                  </a:cubicBezTo>
                  <a:cubicBezTo>
                    <a:pt x="17" y="70"/>
                    <a:pt x="1" y="157"/>
                    <a:pt x="50" y="223"/>
                  </a:cubicBezTo>
                  <a:cubicBezTo>
                    <a:pt x="69" y="253"/>
                    <a:pt x="99" y="266"/>
                    <a:pt x="131" y="266"/>
                  </a:cubicBezTo>
                  <a:cubicBezTo>
                    <a:pt x="157" y="266"/>
                    <a:pt x="183" y="258"/>
                    <a:pt x="207" y="244"/>
                  </a:cubicBezTo>
                  <a:cubicBezTo>
                    <a:pt x="240" y="190"/>
                    <a:pt x="256" y="103"/>
                    <a:pt x="223" y="54"/>
                  </a:cubicBezTo>
                  <a:cubicBezTo>
                    <a:pt x="207" y="37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4119750" y="2378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42"/>
                    <a:pt x="17" y="228"/>
                    <a:pt x="87" y="245"/>
                  </a:cubicBezTo>
                  <a:cubicBezTo>
                    <a:pt x="103" y="261"/>
                    <a:pt x="120" y="261"/>
                    <a:pt x="120" y="261"/>
                  </a:cubicBezTo>
                  <a:cubicBezTo>
                    <a:pt x="169" y="261"/>
                    <a:pt x="206" y="228"/>
                    <a:pt x="223" y="175"/>
                  </a:cubicBezTo>
                  <a:cubicBezTo>
                    <a:pt x="239" y="125"/>
                    <a:pt x="223" y="72"/>
                    <a:pt x="206" y="39"/>
                  </a:cubicBezTo>
                  <a:cubicBezTo>
                    <a:pt x="190" y="22"/>
                    <a:pt x="169" y="22"/>
                    <a:pt x="153" y="6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4127050" y="21890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3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5"/>
                    <a:pt x="34" y="227"/>
                    <a:pt x="83" y="248"/>
                  </a:cubicBezTo>
                  <a:cubicBezTo>
                    <a:pt x="102" y="256"/>
                    <a:pt x="119" y="260"/>
                    <a:pt x="136" y="260"/>
                  </a:cubicBezTo>
                  <a:cubicBezTo>
                    <a:pt x="180" y="260"/>
                    <a:pt x="216" y="229"/>
                    <a:pt x="240" y="178"/>
                  </a:cubicBezTo>
                  <a:cubicBezTo>
                    <a:pt x="257" y="107"/>
                    <a:pt x="224" y="41"/>
                    <a:pt x="170" y="4"/>
                  </a:cubicBezTo>
                  <a:cubicBezTo>
                    <a:pt x="161" y="2"/>
                    <a:pt x="152" y="0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4127050" y="2235525"/>
              <a:ext cx="6025" cy="6925"/>
            </a:xfrm>
            <a:custGeom>
              <a:avLst/>
              <a:gdLst/>
              <a:ahLst/>
              <a:cxnLst/>
              <a:rect l="l" t="t" r="r" b="b"/>
              <a:pathLst>
                <a:path w="241" h="277" extrusionOk="0">
                  <a:moveTo>
                    <a:pt x="137" y="1"/>
                  </a:moveTo>
                  <a:cubicBezTo>
                    <a:pt x="104" y="1"/>
                    <a:pt x="67" y="17"/>
                    <a:pt x="50" y="38"/>
                  </a:cubicBezTo>
                  <a:cubicBezTo>
                    <a:pt x="1" y="87"/>
                    <a:pt x="1" y="157"/>
                    <a:pt x="34" y="223"/>
                  </a:cubicBezTo>
                  <a:cubicBezTo>
                    <a:pt x="50" y="244"/>
                    <a:pt x="83" y="260"/>
                    <a:pt x="104" y="277"/>
                  </a:cubicBezTo>
                  <a:cubicBezTo>
                    <a:pt x="137" y="277"/>
                    <a:pt x="170" y="260"/>
                    <a:pt x="186" y="244"/>
                  </a:cubicBezTo>
                  <a:cubicBezTo>
                    <a:pt x="240" y="190"/>
                    <a:pt x="240" y="120"/>
                    <a:pt x="207" y="54"/>
                  </a:cubicBezTo>
                  <a:cubicBezTo>
                    <a:pt x="186" y="38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4127475" y="2219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3894225" y="2264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2"/>
                    <a:pt x="0" y="88"/>
                    <a:pt x="0" y="158"/>
                  </a:cubicBezTo>
                  <a:cubicBezTo>
                    <a:pt x="17" y="191"/>
                    <a:pt x="17" y="228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5"/>
                    <a:pt x="173" y="38"/>
                  </a:cubicBezTo>
                  <a:cubicBezTo>
                    <a:pt x="173" y="22"/>
                    <a:pt x="157" y="22"/>
                    <a:pt x="157" y="22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3838875" y="2257075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87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1" y="251"/>
                    <a:pt x="83" y="263"/>
                    <a:pt x="101" y="263"/>
                  </a:cubicBezTo>
                  <a:cubicBezTo>
                    <a:pt x="108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6" y="83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840525" y="2210700"/>
              <a:ext cx="5675" cy="6400"/>
            </a:xfrm>
            <a:custGeom>
              <a:avLst/>
              <a:gdLst/>
              <a:ahLst/>
              <a:cxnLst/>
              <a:rect l="l" t="t" r="r" b="b"/>
              <a:pathLst>
                <a:path w="227" h="256" extrusionOk="0">
                  <a:moveTo>
                    <a:pt x="103" y="0"/>
                  </a:moveTo>
                  <a:cubicBezTo>
                    <a:pt x="37" y="0"/>
                    <a:pt x="0" y="66"/>
                    <a:pt x="0" y="136"/>
                  </a:cubicBezTo>
                  <a:cubicBezTo>
                    <a:pt x="21" y="186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7" y="169"/>
                    <a:pt x="227" y="136"/>
                    <a:pt x="227" y="103"/>
                  </a:cubicBezTo>
                  <a:cubicBezTo>
                    <a:pt x="227" y="66"/>
                    <a:pt x="206" y="33"/>
                    <a:pt x="173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821250" y="2230925"/>
              <a:ext cx="5575" cy="6800"/>
            </a:xfrm>
            <a:custGeom>
              <a:avLst/>
              <a:gdLst/>
              <a:ahLst/>
              <a:cxnLst/>
              <a:rect l="l" t="t" r="r" b="b"/>
              <a:pathLst>
                <a:path w="223" h="272" extrusionOk="0">
                  <a:moveTo>
                    <a:pt x="126" y="0"/>
                  </a:moveTo>
                  <a:cubicBezTo>
                    <a:pt x="116" y="0"/>
                    <a:pt x="103" y="5"/>
                    <a:pt x="87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17" y="222"/>
                    <a:pt x="50" y="238"/>
                  </a:cubicBezTo>
                  <a:cubicBezTo>
                    <a:pt x="70" y="255"/>
                    <a:pt x="103" y="271"/>
                    <a:pt x="120" y="271"/>
                  </a:cubicBezTo>
                  <a:cubicBezTo>
                    <a:pt x="153" y="255"/>
                    <a:pt x="190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lnTo>
                    <a:pt x="153" y="16"/>
                  </a:lnTo>
                  <a:cubicBezTo>
                    <a:pt x="145" y="5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3832775" y="2227075"/>
              <a:ext cx="6525" cy="6825"/>
            </a:xfrm>
            <a:custGeom>
              <a:avLst/>
              <a:gdLst/>
              <a:ahLst/>
              <a:cxnLst/>
              <a:rect l="l" t="t" r="r" b="b"/>
              <a:pathLst>
                <a:path w="261" h="273" extrusionOk="0">
                  <a:moveTo>
                    <a:pt x="132" y="0"/>
                  </a:moveTo>
                  <a:cubicBezTo>
                    <a:pt x="91" y="0"/>
                    <a:pt x="50" y="32"/>
                    <a:pt x="38" y="83"/>
                  </a:cubicBezTo>
                  <a:cubicBezTo>
                    <a:pt x="1" y="149"/>
                    <a:pt x="38" y="236"/>
                    <a:pt x="88" y="252"/>
                  </a:cubicBezTo>
                  <a:cubicBezTo>
                    <a:pt x="104" y="273"/>
                    <a:pt x="125" y="273"/>
                    <a:pt x="141" y="273"/>
                  </a:cubicBezTo>
                  <a:cubicBezTo>
                    <a:pt x="191" y="252"/>
                    <a:pt x="228" y="236"/>
                    <a:pt x="244" y="186"/>
                  </a:cubicBezTo>
                  <a:cubicBezTo>
                    <a:pt x="261" y="133"/>
                    <a:pt x="244" y="83"/>
                    <a:pt x="207" y="46"/>
                  </a:cubicBezTo>
                  <a:cubicBezTo>
                    <a:pt x="207" y="29"/>
                    <a:pt x="191" y="13"/>
                    <a:pt x="174" y="13"/>
                  </a:cubicBezTo>
                  <a:cubicBezTo>
                    <a:pt x="161" y="4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3847425" y="2226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7" y="1"/>
                    <a:pt x="71" y="17"/>
                    <a:pt x="33" y="34"/>
                  </a:cubicBezTo>
                  <a:cubicBezTo>
                    <a:pt x="17" y="50"/>
                    <a:pt x="0" y="88"/>
                    <a:pt x="0" y="121"/>
                  </a:cubicBezTo>
                  <a:cubicBezTo>
                    <a:pt x="0" y="154"/>
                    <a:pt x="0" y="191"/>
                    <a:pt x="17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37" y="257"/>
                    <a:pt x="157" y="257"/>
                    <a:pt x="190" y="240"/>
                  </a:cubicBezTo>
                  <a:cubicBezTo>
                    <a:pt x="223" y="191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37" y="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3825575" y="2212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66" y="8"/>
                    <a:pt x="33" y="24"/>
                    <a:pt x="17" y="62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50" y="231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3829800" y="21950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9" y="1"/>
                  </a:moveTo>
                  <a:cubicBezTo>
                    <a:pt x="85" y="1"/>
                    <a:pt x="66" y="15"/>
                    <a:pt x="54" y="26"/>
                  </a:cubicBezTo>
                  <a:cubicBezTo>
                    <a:pt x="0" y="76"/>
                    <a:pt x="0" y="162"/>
                    <a:pt x="38" y="216"/>
                  </a:cubicBezTo>
                  <a:cubicBezTo>
                    <a:pt x="57" y="245"/>
                    <a:pt x="88" y="262"/>
                    <a:pt x="121" y="262"/>
                  </a:cubicBezTo>
                  <a:cubicBezTo>
                    <a:pt x="145" y="262"/>
                    <a:pt x="169" y="253"/>
                    <a:pt x="190" y="232"/>
                  </a:cubicBezTo>
                  <a:cubicBezTo>
                    <a:pt x="244" y="195"/>
                    <a:pt x="244" y="113"/>
                    <a:pt x="207" y="43"/>
                  </a:cubicBezTo>
                  <a:cubicBezTo>
                    <a:pt x="190" y="26"/>
                    <a:pt x="174" y="26"/>
                    <a:pt x="157" y="10"/>
                  </a:cubicBezTo>
                  <a:lnTo>
                    <a:pt x="141" y="10"/>
                  </a:lnTo>
                  <a:cubicBezTo>
                    <a:pt x="130" y="3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844025" y="22416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17" y="153"/>
                  </a:cubicBezTo>
                  <a:cubicBezTo>
                    <a:pt x="17" y="186"/>
                    <a:pt x="33" y="224"/>
                    <a:pt x="50" y="240"/>
                  </a:cubicBezTo>
                  <a:cubicBezTo>
                    <a:pt x="62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40" y="186"/>
                    <a:pt x="223" y="120"/>
                  </a:cubicBezTo>
                  <a:cubicBezTo>
                    <a:pt x="223" y="67"/>
                    <a:pt x="190" y="34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3859900" y="21892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1"/>
                  </a:cubicBezTo>
                  <a:cubicBezTo>
                    <a:pt x="256" y="117"/>
                    <a:pt x="223" y="34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3865050" y="23022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8" y="259"/>
                    <a:pt x="108" y="261"/>
                    <a:pt x="118" y="261"/>
                  </a:cubicBezTo>
                  <a:cubicBezTo>
                    <a:pt x="170" y="261"/>
                    <a:pt x="212" y="226"/>
                    <a:pt x="240" y="170"/>
                  </a:cubicBezTo>
                  <a:cubicBezTo>
                    <a:pt x="256" y="100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3847825" y="21941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01" y="1"/>
                    <a:pt x="78" y="12"/>
                    <a:pt x="55" y="24"/>
                  </a:cubicBezTo>
                  <a:cubicBezTo>
                    <a:pt x="38" y="24"/>
                    <a:pt x="17" y="61"/>
                    <a:pt x="1" y="78"/>
                  </a:cubicBezTo>
                  <a:lnTo>
                    <a:pt x="1" y="164"/>
                  </a:lnTo>
                  <a:cubicBezTo>
                    <a:pt x="17" y="214"/>
                    <a:pt x="38" y="230"/>
                    <a:pt x="71" y="251"/>
                  </a:cubicBezTo>
                  <a:cubicBezTo>
                    <a:pt x="84" y="260"/>
                    <a:pt x="99" y="264"/>
                    <a:pt x="113" y="264"/>
                  </a:cubicBezTo>
                  <a:cubicBezTo>
                    <a:pt x="154" y="264"/>
                    <a:pt x="195" y="232"/>
                    <a:pt x="207" y="181"/>
                  </a:cubicBezTo>
                  <a:cubicBezTo>
                    <a:pt x="244" y="111"/>
                    <a:pt x="207" y="45"/>
                    <a:pt x="158" y="7"/>
                  </a:cubicBezTo>
                  <a:cubicBezTo>
                    <a:pt x="147" y="3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3855150" y="220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0"/>
                    <a:pt x="240" y="190"/>
                    <a:pt x="223" y="104"/>
                  </a:cubicBezTo>
                  <a:cubicBezTo>
                    <a:pt x="223" y="71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853400" y="2254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07" y="206"/>
                    <a:pt x="227" y="169"/>
                    <a:pt x="227" y="136"/>
                  </a:cubicBezTo>
                  <a:cubicBezTo>
                    <a:pt x="244" y="103"/>
                    <a:pt x="227" y="66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850000" y="230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4" y="239"/>
                  </a:cubicBezTo>
                  <a:cubicBezTo>
                    <a:pt x="77" y="251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861650" y="2223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214"/>
                    <a:pt x="54" y="260"/>
                    <a:pt x="110" y="260"/>
                  </a:cubicBezTo>
                  <a:cubicBezTo>
                    <a:pt x="118" y="260"/>
                    <a:pt x="127" y="259"/>
                    <a:pt x="136" y="257"/>
                  </a:cubicBezTo>
                  <a:cubicBezTo>
                    <a:pt x="169" y="257"/>
                    <a:pt x="186" y="240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797225" y="229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3" y="238"/>
                    <a:pt x="84" y="256"/>
                    <a:pt x="116" y="256"/>
                  </a:cubicBezTo>
                  <a:cubicBezTo>
                    <a:pt x="140" y="256"/>
                    <a:pt x="165" y="246"/>
                    <a:pt x="186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799800" y="2500625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7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3"/>
                    <a:pt x="34" y="219"/>
                    <a:pt x="83" y="256"/>
                  </a:cubicBezTo>
                  <a:cubicBezTo>
                    <a:pt x="96" y="260"/>
                    <a:pt x="109" y="262"/>
                    <a:pt x="122" y="262"/>
                  </a:cubicBezTo>
                  <a:cubicBezTo>
                    <a:pt x="166" y="262"/>
                    <a:pt x="211" y="240"/>
                    <a:pt x="223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2" y="4"/>
                    <a:pt x="13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798875" y="22510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87" y="0"/>
                    <a:pt x="71" y="0"/>
                    <a:pt x="71" y="17"/>
                  </a:cubicBezTo>
                  <a:cubicBezTo>
                    <a:pt x="17" y="37"/>
                    <a:pt x="1" y="87"/>
                    <a:pt x="1" y="157"/>
                  </a:cubicBezTo>
                  <a:cubicBezTo>
                    <a:pt x="1" y="190"/>
                    <a:pt x="17" y="206"/>
                    <a:pt x="54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103"/>
                    <a:pt x="223" y="87"/>
                    <a:pt x="207" y="70"/>
                  </a:cubicBezTo>
                  <a:cubicBezTo>
                    <a:pt x="207" y="54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796300" y="2269025"/>
              <a:ext cx="2200" cy="6100"/>
            </a:xfrm>
            <a:custGeom>
              <a:avLst/>
              <a:gdLst/>
              <a:ahLst/>
              <a:cxnLst/>
              <a:rect l="l" t="t" r="r" b="b"/>
              <a:pathLst>
                <a:path w="88" h="244" extrusionOk="0">
                  <a:moveTo>
                    <a:pt x="0" y="1"/>
                  </a:moveTo>
                  <a:lnTo>
                    <a:pt x="0" y="244"/>
                  </a:lnTo>
                  <a:cubicBezTo>
                    <a:pt x="38" y="223"/>
                    <a:pt x="54" y="207"/>
                    <a:pt x="54" y="174"/>
                  </a:cubicBezTo>
                  <a:cubicBezTo>
                    <a:pt x="87" y="104"/>
                    <a:pt x="54" y="3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796300" y="2467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54" y="17"/>
                    <a:pt x="17" y="37"/>
                    <a:pt x="0" y="87"/>
                  </a:cubicBezTo>
                  <a:lnTo>
                    <a:pt x="0" y="190"/>
                  </a:lnTo>
                  <a:cubicBezTo>
                    <a:pt x="17" y="206"/>
                    <a:pt x="38" y="223"/>
                    <a:pt x="38" y="24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3"/>
                    <a:pt x="223" y="190"/>
                    <a:pt x="223" y="103"/>
                  </a:cubicBezTo>
                  <a:cubicBezTo>
                    <a:pt x="207" y="70"/>
                    <a:pt x="190" y="54"/>
                    <a:pt x="174" y="17"/>
                  </a:cubicBezTo>
                  <a:lnTo>
                    <a:pt x="157" y="17"/>
                  </a:ln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796300" y="2485475"/>
              <a:ext cx="425" cy="2200"/>
            </a:xfrm>
            <a:custGeom>
              <a:avLst/>
              <a:gdLst/>
              <a:ahLst/>
              <a:cxnLst/>
              <a:rect l="l" t="t" r="r" b="b"/>
              <a:pathLst>
                <a:path w="17" h="88" extrusionOk="0">
                  <a:moveTo>
                    <a:pt x="0" y="1"/>
                  </a:moveTo>
                  <a:lnTo>
                    <a:pt x="0" y="87"/>
                  </a:lnTo>
                  <a:cubicBezTo>
                    <a:pt x="17" y="5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816925" y="22758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9" y="1"/>
                  </a:moveTo>
                  <a:cubicBezTo>
                    <a:pt x="87" y="1"/>
                    <a:pt x="47" y="33"/>
                    <a:pt x="17" y="91"/>
                  </a:cubicBezTo>
                  <a:cubicBezTo>
                    <a:pt x="0" y="157"/>
                    <a:pt x="37" y="227"/>
                    <a:pt x="87" y="260"/>
                  </a:cubicBezTo>
                  <a:lnTo>
                    <a:pt x="140" y="260"/>
                  </a:lnTo>
                  <a:cubicBezTo>
                    <a:pt x="173" y="260"/>
                    <a:pt x="206" y="227"/>
                    <a:pt x="223" y="178"/>
                  </a:cubicBezTo>
                  <a:cubicBezTo>
                    <a:pt x="243" y="124"/>
                    <a:pt x="243" y="91"/>
                    <a:pt x="206" y="38"/>
                  </a:cubicBezTo>
                  <a:cubicBezTo>
                    <a:pt x="190" y="38"/>
                    <a:pt x="190" y="21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802375" y="2185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4" y="252"/>
                    <a:pt x="91" y="263"/>
                    <a:pt x="110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86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812700" y="22184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33" y="50"/>
                    <a:pt x="17" y="83"/>
                    <a:pt x="17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0"/>
                    <a:pt x="81" y="262"/>
                    <a:pt x="112" y="262"/>
                  </a:cubicBezTo>
                  <a:cubicBezTo>
                    <a:pt x="137" y="262"/>
                    <a:pt x="163" y="254"/>
                    <a:pt x="186" y="239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815275" y="21986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810100" y="226305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50"/>
                  </a:cubicBezTo>
                  <a:cubicBezTo>
                    <a:pt x="17" y="71"/>
                    <a:pt x="1" y="104"/>
                    <a:pt x="1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4"/>
                    <a:pt x="224" y="104"/>
                  </a:cubicBezTo>
                  <a:cubicBezTo>
                    <a:pt x="224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807950" y="23098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33" y="17"/>
                    <a:pt x="0" y="70"/>
                    <a:pt x="0" y="157"/>
                  </a:cubicBezTo>
                  <a:cubicBezTo>
                    <a:pt x="0" y="190"/>
                    <a:pt x="33" y="223"/>
                    <a:pt x="50" y="239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53" y="260"/>
                    <a:pt x="190" y="239"/>
                    <a:pt x="207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7" y="54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804450" y="22805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3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0" y="247"/>
                    <a:pt x="103" y="263"/>
                    <a:pt x="124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73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801875" y="22016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3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39"/>
                    <a:pt x="87" y="260"/>
                    <a:pt x="124" y="260"/>
                  </a:cubicBezTo>
                  <a:cubicBezTo>
                    <a:pt x="140" y="260"/>
                    <a:pt x="173" y="260"/>
                    <a:pt x="190" y="223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928125" y="22428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0"/>
                  </a:moveTo>
                  <a:cubicBezTo>
                    <a:pt x="54" y="0"/>
                    <a:pt x="1" y="70"/>
                    <a:pt x="21" y="136"/>
                  </a:cubicBezTo>
                  <a:cubicBezTo>
                    <a:pt x="21" y="174"/>
                    <a:pt x="38" y="207"/>
                    <a:pt x="54" y="223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207" y="240"/>
                    <a:pt x="244" y="174"/>
                    <a:pt x="227" y="103"/>
                  </a:cubicBezTo>
                  <a:cubicBezTo>
                    <a:pt x="227" y="70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905875" y="226057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7" y="0"/>
                  </a:moveTo>
                  <a:cubicBezTo>
                    <a:pt x="86" y="0"/>
                    <a:pt x="45" y="31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70"/>
                  </a:cubicBezTo>
                  <a:cubicBezTo>
                    <a:pt x="256" y="132"/>
                    <a:pt x="239" y="83"/>
                    <a:pt x="223" y="46"/>
                  </a:cubicBezTo>
                  <a:cubicBezTo>
                    <a:pt x="206" y="29"/>
                    <a:pt x="190" y="13"/>
                    <a:pt x="169" y="13"/>
                  </a:cubicBezTo>
                  <a:cubicBezTo>
                    <a:pt x="156" y="4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3932875" y="22225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9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1" y="229"/>
                    <a:pt x="223" y="177"/>
                  </a:cubicBezTo>
                  <a:cubicBezTo>
                    <a:pt x="260" y="107"/>
                    <a:pt x="223" y="41"/>
                    <a:pt x="173" y="4"/>
                  </a:cubicBezTo>
                  <a:cubicBezTo>
                    <a:pt x="162" y="1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930300" y="2192500"/>
              <a:ext cx="5575" cy="6725"/>
            </a:xfrm>
            <a:custGeom>
              <a:avLst/>
              <a:gdLst/>
              <a:ahLst/>
              <a:cxnLst/>
              <a:rect l="l" t="t" r="r" b="b"/>
              <a:pathLst>
                <a:path w="223" h="269" extrusionOk="0">
                  <a:moveTo>
                    <a:pt x="109" y="1"/>
                  </a:moveTo>
                  <a:cubicBezTo>
                    <a:pt x="62" y="1"/>
                    <a:pt x="14" y="35"/>
                    <a:pt x="0" y="89"/>
                  </a:cubicBezTo>
                  <a:lnTo>
                    <a:pt x="0" y="143"/>
                  </a:lnTo>
                  <a:cubicBezTo>
                    <a:pt x="0" y="192"/>
                    <a:pt x="17" y="246"/>
                    <a:pt x="70" y="262"/>
                  </a:cubicBezTo>
                  <a:cubicBezTo>
                    <a:pt x="79" y="267"/>
                    <a:pt x="90" y="269"/>
                    <a:pt x="100" y="269"/>
                  </a:cubicBezTo>
                  <a:cubicBezTo>
                    <a:pt x="129" y="269"/>
                    <a:pt x="161" y="253"/>
                    <a:pt x="173" y="229"/>
                  </a:cubicBezTo>
                  <a:cubicBezTo>
                    <a:pt x="190" y="213"/>
                    <a:pt x="206" y="192"/>
                    <a:pt x="206" y="176"/>
                  </a:cubicBezTo>
                  <a:cubicBezTo>
                    <a:pt x="223" y="110"/>
                    <a:pt x="206" y="40"/>
                    <a:pt x="140" y="7"/>
                  </a:cubicBezTo>
                  <a:cubicBezTo>
                    <a:pt x="130" y="3"/>
                    <a:pt x="120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920925" y="22275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1" y="0"/>
                  </a:moveTo>
                  <a:cubicBezTo>
                    <a:pt x="84" y="0"/>
                    <a:pt x="66" y="4"/>
                    <a:pt x="50" y="12"/>
                  </a:cubicBezTo>
                  <a:cubicBezTo>
                    <a:pt x="33" y="29"/>
                    <a:pt x="17" y="50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6"/>
                  </a:cubicBezTo>
                  <a:cubicBezTo>
                    <a:pt x="78" y="258"/>
                    <a:pt x="89" y="260"/>
                    <a:pt x="99" y="260"/>
                  </a:cubicBezTo>
                  <a:cubicBezTo>
                    <a:pt x="152" y="260"/>
                    <a:pt x="192" y="227"/>
                    <a:pt x="223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19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910100" y="2214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0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60"/>
                    <a:pt x="243" y="190"/>
                    <a:pt x="227" y="120"/>
                  </a:cubicBezTo>
                  <a:cubicBezTo>
                    <a:pt x="227" y="87"/>
                    <a:pt x="206" y="54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913600" y="22436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66" y="244"/>
                  </a:cubicBezTo>
                  <a:cubicBezTo>
                    <a:pt x="81" y="255"/>
                    <a:pt x="93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lnTo>
                    <a:pt x="136" y="21"/>
                  </a:lnTo>
                  <a:cubicBezTo>
                    <a:pt x="12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922575" y="2209850"/>
              <a:ext cx="6500" cy="6850"/>
            </a:xfrm>
            <a:custGeom>
              <a:avLst/>
              <a:gdLst/>
              <a:ahLst/>
              <a:cxnLst/>
              <a:rect l="l" t="t" r="r" b="b"/>
              <a:pathLst>
                <a:path w="260" h="274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40"/>
                    <a:pt x="87" y="257"/>
                  </a:cubicBezTo>
                  <a:cubicBezTo>
                    <a:pt x="103" y="273"/>
                    <a:pt x="120" y="273"/>
                    <a:pt x="140" y="273"/>
                  </a:cubicBezTo>
                  <a:cubicBezTo>
                    <a:pt x="190" y="257"/>
                    <a:pt x="223" y="240"/>
                    <a:pt x="243" y="187"/>
                  </a:cubicBezTo>
                  <a:cubicBezTo>
                    <a:pt x="260" y="137"/>
                    <a:pt x="243" y="84"/>
                    <a:pt x="206" y="51"/>
                  </a:cubicBezTo>
                  <a:cubicBezTo>
                    <a:pt x="206" y="34"/>
                    <a:pt x="190" y="13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3948325" y="22216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19" y="0"/>
                  </a:moveTo>
                  <a:cubicBezTo>
                    <a:pt x="76" y="0"/>
                    <a:pt x="33" y="23"/>
                    <a:pt x="17" y="76"/>
                  </a:cubicBezTo>
                  <a:cubicBezTo>
                    <a:pt x="1" y="142"/>
                    <a:pt x="17" y="229"/>
                    <a:pt x="87" y="245"/>
                  </a:cubicBezTo>
                  <a:cubicBezTo>
                    <a:pt x="102" y="256"/>
                    <a:pt x="118" y="260"/>
                    <a:pt x="133" y="260"/>
                  </a:cubicBezTo>
                  <a:cubicBezTo>
                    <a:pt x="173" y="260"/>
                    <a:pt x="211" y="227"/>
                    <a:pt x="223" y="179"/>
                  </a:cubicBezTo>
                  <a:cubicBezTo>
                    <a:pt x="244" y="109"/>
                    <a:pt x="223" y="39"/>
                    <a:pt x="157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950075" y="22047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87" y="13"/>
                    <a:pt x="71" y="34"/>
                    <a:pt x="50" y="50"/>
                  </a:cubicBezTo>
                  <a:cubicBezTo>
                    <a:pt x="17" y="67"/>
                    <a:pt x="1" y="116"/>
                    <a:pt x="17" y="153"/>
                  </a:cubicBezTo>
                  <a:cubicBezTo>
                    <a:pt x="17" y="186"/>
                    <a:pt x="34" y="219"/>
                    <a:pt x="50" y="240"/>
                  </a:cubicBezTo>
                  <a:cubicBezTo>
                    <a:pt x="87" y="257"/>
                    <a:pt x="104" y="273"/>
                    <a:pt x="137" y="273"/>
                  </a:cubicBezTo>
                  <a:cubicBezTo>
                    <a:pt x="191" y="257"/>
                    <a:pt x="240" y="186"/>
                    <a:pt x="240" y="137"/>
                  </a:cubicBezTo>
                  <a:lnTo>
                    <a:pt x="240" y="116"/>
                  </a:lnTo>
                  <a:cubicBezTo>
                    <a:pt x="223" y="67"/>
                    <a:pt x="207" y="34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3950500" y="2347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50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937600" y="220760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21"/>
                    <a:pt x="55" y="37"/>
                  </a:cubicBezTo>
                  <a:cubicBezTo>
                    <a:pt x="1" y="70"/>
                    <a:pt x="1" y="157"/>
                    <a:pt x="34" y="206"/>
                  </a:cubicBezTo>
                  <a:cubicBezTo>
                    <a:pt x="55" y="244"/>
                    <a:pt x="88" y="260"/>
                    <a:pt x="104" y="260"/>
                  </a:cubicBezTo>
                  <a:cubicBezTo>
                    <a:pt x="137" y="260"/>
                    <a:pt x="174" y="260"/>
                    <a:pt x="191" y="244"/>
                  </a:cubicBezTo>
                  <a:cubicBezTo>
                    <a:pt x="207" y="206"/>
                    <a:pt x="224" y="190"/>
                    <a:pt x="224" y="157"/>
                  </a:cubicBezTo>
                  <a:cubicBezTo>
                    <a:pt x="240" y="124"/>
                    <a:pt x="224" y="87"/>
                    <a:pt x="207" y="54"/>
                  </a:cubicBezTo>
                  <a:cubicBezTo>
                    <a:pt x="191" y="37"/>
                    <a:pt x="174" y="21"/>
                    <a:pt x="158" y="21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944525" y="2191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17"/>
                    <a:pt x="33" y="55"/>
                  </a:cubicBezTo>
                  <a:cubicBezTo>
                    <a:pt x="17" y="88"/>
                    <a:pt x="0" y="120"/>
                    <a:pt x="0" y="158"/>
                  </a:cubicBezTo>
                  <a:cubicBezTo>
                    <a:pt x="17" y="191"/>
                    <a:pt x="33" y="207"/>
                    <a:pt x="50" y="240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940600" y="2237175"/>
              <a:ext cx="6525" cy="6675"/>
            </a:xfrm>
            <a:custGeom>
              <a:avLst/>
              <a:gdLst/>
              <a:ahLst/>
              <a:cxnLst/>
              <a:rect l="l" t="t" r="r" b="b"/>
              <a:pathLst>
                <a:path w="261" h="267" extrusionOk="0">
                  <a:moveTo>
                    <a:pt x="146" y="1"/>
                  </a:moveTo>
                  <a:cubicBezTo>
                    <a:pt x="99" y="1"/>
                    <a:pt x="51" y="33"/>
                    <a:pt x="38" y="91"/>
                  </a:cubicBezTo>
                  <a:cubicBezTo>
                    <a:pt x="1" y="157"/>
                    <a:pt x="38" y="227"/>
                    <a:pt x="87" y="260"/>
                  </a:cubicBezTo>
                  <a:cubicBezTo>
                    <a:pt x="100" y="264"/>
                    <a:pt x="113" y="266"/>
                    <a:pt x="124" y="266"/>
                  </a:cubicBezTo>
                  <a:cubicBezTo>
                    <a:pt x="175" y="266"/>
                    <a:pt x="214" y="232"/>
                    <a:pt x="244" y="178"/>
                  </a:cubicBezTo>
                  <a:cubicBezTo>
                    <a:pt x="260" y="108"/>
                    <a:pt x="223" y="38"/>
                    <a:pt x="174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8753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40"/>
                    <a:pt x="240" y="190"/>
                    <a:pt x="223" y="104"/>
                  </a:cubicBezTo>
                  <a:cubicBezTo>
                    <a:pt x="223" y="6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875350" y="21882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7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57"/>
                    <a:pt x="17" y="227"/>
                    <a:pt x="87" y="260"/>
                  </a:cubicBezTo>
                  <a:cubicBezTo>
                    <a:pt x="97" y="264"/>
                    <a:pt x="107" y="266"/>
                    <a:pt x="117" y="266"/>
                  </a:cubicBezTo>
                  <a:cubicBezTo>
                    <a:pt x="161" y="266"/>
                    <a:pt x="210" y="231"/>
                    <a:pt x="223" y="178"/>
                  </a:cubicBezTo>
                  <a:cubicBezTo>
                    <a:pt x="240" y="107"/>
                    <a:pt x="207" y="37"/>
                    <a:pt x="153" y="4"/>
                  </a:cubicBezTo>
                  <a:cubicBezTo>
                    <a:pt x="145" y="2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867625" y="2203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4" y="83"/>
                  </a:cubicBezTo>
                  <a:cubicBezTo>
                    <a:pt x="1" y="149"/>
                    <a:pt x="34" y="219"/>
                    <a:pt x="87" y="252"/>
                  </a:cubicBezTo>
                  <a:cubicBezTo>
                    <a:pt x="103" y="258"/>
                    <a:pt x="119" y="260"/>
                    <a:pt x="134" y="260"/>
                  </a:cubicBezTo>
                  <a:cubicBezTo>
                    <a:pt x="178" y="260"/>
                    <a:pt x="215" y="236"/>
                    <a:pt x="240" y="186"/>
                  </a:cubicBezTo>
                  <a:cubicBezTo>
                    <a:pt x="256" y="116"/>
                    <a:pt x="223" y="30"/>
                    <a:pt x="174" y="13"/>
                  </a:cubicBezTo>
                  <a:cubicBezTo>
                    <a:pt x="159" y="5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904525" y="2184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87" y="17"/>
                    <a:pt x="87" y="17"/>
                    <a:pt x="71" y="17"/>
                  </a:cubicBezTo>
                  <a:cubicBezTo>
                    <a:pt x="38" y="33"/>
                    <a:pt x="1" y="103"/>
                    <a:pt x="17" y="153"/>
                  </a:cubicBezTo>
                  <a:cubicBezTo>
                    <a:pt x="17" y="186"/>
                    <a:pt x="38" y="223"/>
                    <a:pt x="54" y="239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33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874950" y="2234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69" y="246"/>
                    <a:pt x="190" y="230"/>
                  </a:cubicBezTo>
                  <a:cubicBezTo>
                    <a:pt x="239" y="197"/>
                    <a:pt x="256" y="110"/>
                    <a:pt x="206" y="40"/>
                  </a:cubicBezTo>
                  <a:cubicBezTo>
                    <a:pt x="206" y="24"/>
                    <a:pt x="190" y="24"/>
                    <a:pt x="169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871950" y="2284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lnTo>
                    <a:pt x="67" y="8"/>
                  </a:lnTo>
                  <a:cubicBezTo>
                    <a:pt x="34" y="45"/>
                    <a:pt x="1" y="95"/>
                    <a:pt x="1" y="148"/>
                  </a:cubicBezTo>
                  <a:cubicBezTo>
                    <a:pt x="17" y="181"/>
                    <a:pt x="17" y="214"/>
                    <a:pt x="50" y="231"/>
                  </a:cubicBezTo>
                  <a:cubicBezTo>
                    <a:pt x="67" y="251"/>
                    <a:pt x="104" y="268"/>
                    <a:pt x="137" y="268"/>
                  </a:cubicBezTo>
                  <a:cubicBezTo>
                    <a:pt x="186" y="251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5"/>
                    <a:pt x="186" y="25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868450" y="22517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5" y="0"/>
                  </a:moveTo>
                  <a:cubicBezTo>
                    <a:pt x="117" y="0"/>
                    <a:pt x="109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17" y="178"/>
                    <a:pt x="38" y="215"/>
                    <a:pt x="54" y="232"/>
                  </a:cubicBezTo>
                  <a:cubicBezTo>
                    <a:pt x="87" y="248"/>
                    <a:pt x="120" y="265"/>
                    <a:pt x="141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44" y="178"/>
                    <a:pt x="244" y="145"/>
                    <a:pt x="244" y="112"/>
                  </a:cubicBezTo>
                  <a:cubicBezTo>
                    <a:pt x="223" y="75"/>
                    <a:pt x="207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877525" y="2313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17" y="224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39" y="186"/>
                    <a:pt x="223" y="120"/>
                  </a:cubicBezTo>
                  <a:cubicBezTo>
                    <a:pt x="223" y="83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889475" y="221615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6" y="0"/>
                  </a:moveTo>
                  <a:cubicBezTo>
                    <a:pt x="101" y="0"/>
                    <a:pt x="51" y="30"/>
                    <a:pt x="38" y="7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6" y="253"/>
                    <a:pt x="123" y="257"/>
                    <a:pt x="139" y="257"/>
                  </a:cubicBezTo>
                  <a:cubicBezTo>
                    <a:pt x="183" y="257"/>
                    <a:pt x="217" y="225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898125" y="2202825"/>
              <a:ext cx="6025" cy="6650"/>
            </a:xfrm>
            <a:custGeom>
              <a:avLst/>
              <a:gdLst/>
              <a:ahLst/>
              <a:cxnLst/>
              <a:rect l="l" t="t" r="r" b="b"/>
              <a:pathLst>
                <a:path w="241" h="266" extrusionOk="0">
                  <a:moveTo>
                    <a:pt x="124" y="0"/>
                  </a:moveTo>
                  <a:cubicBezTo>
                    <a:pt x="80" y="0"/>
                    <a:pt x="31" y="35"/>
                    <a:pt x="17" y="88"/>
                  </a:cubicBezTo>
                  <a:cubicBezTo>
                    <a:pt x="1" y="158"/>
                    <a:pt x="17" y="228"/>
                    <a:pt x="87" y="261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4" y="175"/>
                  </a:cubicBezTo>
                  <a:cubicBezTo>
                    <a:pt x="240" y="109"/>
                    <a:pt x="207" y="39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902875" y="2228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" y="88"/>
                    <a:pt x="1" y="158"/>
                    <a:pt x="34" y="228"/>
                  </a:cubicBezTo>
                  <a:cubicBezTo>
                    <a:pt x="52" y="255"/>
                    <a:pt x="81" y="267"/>
                    <a:pt x="112" y="267"/>
                  </a:cubicBezTo>
                  <a:cubicBezTo>
                    <a:pt x="137" y="267"/>
                    <a:pt x="164" y="259"/>
                    <a:pt x="186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889075" y="21853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03" y="256"/>
                  </a:cubicBezTo>
                  <a:cubicBezTo>
                    <a:pt x="114" y="261"/>
                    <a:pt x="125" y="263"/>
                    <a:pt x="134" y="263"/>
                  </a:cubicBezTo>
                  <a:cubicBezTo>
                    <a:pt x="158" y="263"/>
                    <a:pt x="178" y="252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lnTo>
                    <a:pt x="1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882675" y="220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90"/>
                    <a:pt x="240" y="104"/>
                  </a:cubicBezTo>
                  <a:cubicBezTo>
                    <a:pt x="223" y="71"/>
                    <a:pt x="207" y="54"/>
                    <a:pt x="190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888250" y="2232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4169125" y="24004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6"/>
                    <a:pt x="33" y="244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4"/>
                    <a:pt x="223" y="173"/>
                    <a:pt x="223" y="103"/>
                  </a:cubicBezTo>
                  <a:cubicBezTo>
                    <a:pt x="206" y="70"/>
                    <a:pt x="190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4209525" y="24081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39" y="190"/>
                    <a:pt x="223" y="120"/>
                  </a:cubicBezTo>
                  <a:cubicBezTo>
                    <a:pt x="223" y="71"/>
                    <a:pt x="186" y="38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4202600" y="2348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8" y="1"/>
                  </a:moveTo>
                  <a:cubicBezTo>
                    <a:pt x="34" y="1"/>
                    <a:pt x="1" y="71"/>
                    <a:pt x="1" y="137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71" y="256"/>
                    <a:pt x="104" y="256"/>
                    <a:pt x="121" y="256"/>
                  </a:cubicBezTo>
                  <a:cubicBezTo>
                    <a:pt x="191" y="240"/>
                    <a:pt x="224" y="174"/>
                    <a:pt x="224" y="104"/>
                  </a:cubicBezTo>
                  <a:cubicBezTo>
                    <a:pt x="224" y="71"/>
                    <a:pt x="207" y="34"/>
                    <a:pt x="174" y="17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4204375" y="24238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2" y="0"/>
                  </a:moveTo>
                  <a:cubicBezTo>
                    <a:pt x="96" y="0"/>
                    <a:pt x="89" y="2"/>
                    <a:pt x="83" y="7"/>
                  </a:cubicBezTo>
                  <a:cubicBezTo>
                    <a:pt x="50" y="7"/>
                    <a:pt x="33" y="28"/>
                    <a:pt x="17" y="61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33" y="234"/>
                  </a:cubicBezTo>
                  <a:cubicBezTo>
                    <a:pt x="66" y="251"/>
                    <a:pt x="83" y="267"/>
                    <a:pt x="120" y="267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06" y="78"/>
                    <a:pt x="186" y="45"/>
                    <a:pt x="169" y="28"/>
                  </a:cubicBezTo>
                  <a:cubicBezTo>
                    <a:pt x="153" y="28"/>
                    <a:pt x="153" y="7"/>
                    <a:pt x="136" y="7"/>
                  </a:cubicBezTo>
                  <a:cubicBezTo>
                    <a:pt x="125" y="7"/>
                    <a:pt x="11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4212925" y="2393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87" y="1"/>
                    <a:pt x="70" y="21"/>
                    <a:pt x="33" y="38"/>
                  </a:cubicBezTo>
                  <a:cubicBezTo>
                    <a:pt x="17" y="54"/>
                    <a:pt x="0" y="87"/>
                    <a:pt x="0" y="124"/>
                  </a:cubicBezTo>
                  <a:cubicBezTo>
                    <a:pt x="0" y="157"/>
                    <a:pt x="0" y="190"/>
                    <a:pt x="17" y="227"/>
                  </a:cubicBezTo>
                  <a:cubicBezTo>
                    <a:pt x="33" y="244"/>
                    <a:pt x="70" y="260"/>
                    <a:pt x="103" y="260"/>
                  </a:cubicBezTo>
                  <a:cubicBezTo>
                    <a:pt x="108" y="265"/>
                    <a:pt x="114" y="267"/>
                    <a:pt x="121" y="267"/>
                  </a:cubicBezTo>
                  <a:cubicBezTo>
                    <a:pt x="138" y="267"/>
                    <a:pt x="159" y="255"/>
                    <a:pt x="173" y="244"/>
                  </a:cubicBezTo>
                  <a:cubicBezTo>
                    <a:pt x="223" y="190"/>
                    <a:pt x="239" y="104"/>
                    <a:pt x="190" y="54"/>
                  </a:cubicBezTo>
                  <a:cubicBezTo>
                    <a:pt x="190" y="38"/>
                    <a:pt x="173" y="21"/>
                    <a:pt x="153" y="21"/>
                  </a:cubicBezTo>
                  <a:cubicBezTo>
                    <a:pt x="136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213325" y="2362725"/>
              <a:ext cx="1775" cy="4650"/>
            </a:xfrm>
            <a:custGeom>
              <a:avLst/>
              <a:gdLst/>
              <a:ahLst/>
              <a:cxnLst/>
              <a:rect l="l" t="t" r="r" b="b"/>
              <a:pathLst>
                <a:path w="71" h="18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03"/>
                  </a:lnTo>
                  <a:cubicBezTo>
                    <a:pt x="17" y="135"/>
                    <a:pt x="32" y="167"/>
                    <a:pt x="67" y="169"/>
                  </a:cubicBezTo>
                  <a:lnTo>
                    <a:pt x="67" y="169"/>
                  </a:lnTo>
                  <a:cubicBezTo>
                    <a:pt x="51" y="108"/>
                    <a:pt x="32" y="46"/>
                    <a:pt x="17" y="0"/>
                  </a:cubicBezTo>
                  <a:close/>
                  <a:moveTo>
                    <a:pt x="67" y="169"/>
                  </a:moveTo>
                  <a:cubicBezTo>
                    <a:pt x="68" y="175"/>
                    <a:pt x="69" y="180"/>
                    <a:pt x="71" y="186"/>
                  </a:cubicBezTo>
                  <a:lnTo>
                    <a:pt x="71" y="169"/>
                  </a:lnTo>
                  <a:cubicBezTo>
                    <a:pt x="69" y="169"/>
                    <a:pt x="68" y="169"/>
                    <a:pt x="67" y="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4149725" y="2203675"/>
              <a:ext cx="5700" cy="6475"/>
            </a:xfrm>
            <a:custGeom>
              <a:avLst/>
              <a:gdLst/>
              <a:ahLst/>
              <a:cxnLst/>
              <a:rect l="l" t="t" r="r" b="b"/>
              <a:pathLst>
                <a:path w="228" h="259" extrusionOk="0">
                  <a:moveTo>
                    <a:pt x="147" y="1"/>
                  </a:moveTo>
                  <a:cubicBezTo>
                    <a:pt x="102" y="1"/>
                    <a:pt x="52" y="33"/>
                    <a:pt x="38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3" y="254"/>
                    <a:pt x="118" y="259"/>
                    <a:pt x="132" y="259"/>
                  </a:cubicBezTo>
                  <a:cubicBezTo>
                    <a:pt x="168" y="259"/>
                    <a:pt x="201" y="230"/>
                    <a:pt x="228" y="194"/>
                  </a:cubicBezTo>
                  <a:cubicBezTo>
                    <a:pt x="207" y="124"/>
                    <a:pt x="191" y="75"/>
                    <a:pt x="174" y="5"/>
                  </a:cubicBezTo>
                  <a:cubicBezTo>
                    <a:pt x="166" y="2"/>
                    <a:pt x="157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4165700" y="2245000"/>
              <a:ext cx="3850" cy="6025"/>
            </a:xfrm>
            <a:custGeom>
              <a:avLst/>
              <a:gdLst/>
              <a:ahLst/>
              <a:cxnLst/>
              <a:rect l="l" t="t" r="r" b="b"/>
              <a:pathLst>
                <a:path w="154" h="241" extrusionOk="0">
                  <a:moveTo>
                    <a:pt x="67" y="1"/>
                  </a:moveTo>
                  <a:cubicBezTo>
                    <a:pt x="17" y="17"/>
                    <a:pt x="1" y="71"/>
                    <a:pt x="1" y="137"/>
                  </a:cubicBezTo>
                  <a:cubicBezTo>
                    <a:pt x="1" y="174"/>
                    <a:pt x="34" y="207"/>
                    <a:pt x="50" y="224"/>
                  </a:cubicBezTo>
                  <a:cubicBezTo>
                    <a:pt x="67" y="240"/>
                    <a:pt x="104" y="240"/>
                    <a:pt x="121" y="240"/>
                  </a:cubicBezTo>
                  <a:lnTo>
                    <a:pt x="154" y="240"/>
                  </a:lnTo>
                  <a:cubicBezTo>
                    <a:pt x="121" y="154"/>
                    <a:pt x="104" y="7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4197050" y="24404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0" y="34"/>
                  </a:cubicBezTo>
                  <a:cubicBezTo>
                    <a:pt x="17" y="67"/>
                    <a:pt x="0" y="154"/>
                    <a:pt x="33" y="207"/>
                  </a:cubicBezTo>
                  <a:cubicBezTo>
                    <a:pt x="50" y="240"/>
                    <a:pt x="87" y="257"/>
                    <a:pt x="120" y="257"/>
                  </a:cubicBezTo>
                  <a:cubicBezTo>
                    <a:pt x="136" y="257"/>
                    <a:pt x="169" y="257"/>
                    <a:pt x="190" y="224"/>
                  </a:cubicBezTo>
                  <a:cubicBezTo>
                    <a:pt x="223" y="207"/>
                    <a:pt x="239" y="170"/>
                    <a:pt x="239" y="137"/>
                  </a:cubicBezTo>
                  <a:cubicBezTo>
                    <a:pt x="239" y="104"/>
                    <a:pt x="223" y="67"/>
                    <a:pt x="206" y="50"/>
                  </a:cubicBezTo>
                  <a:cubicBezTo>
                    <a:pt x="206" y="34"/>
                    <a:pt x="190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3804450" y="2526300"/>
              <a:ext cx="3525" cy="5575"/>
            </a:xfrm>
            <a:custGeom>
              <a:avLst/>
              <a:gdLst/>
              <a:ahLst/>
              <a:cxnLst/>
              <a:rect l="l" t="t" r="r" b="b"/>
              <a:pathLst>
                <a:path w="141" h="223" extrusionOk="0">
                  <a:moveTo>
                    <a:pt x="140" y="0"/>
                  </a:moveTo>
                  <a:cubicBezTo>
                    <a:pt x="103" y="0"/>
                    <a:pt x="87" y="0"/>
                    <a:pt x="70" y="17"/>
                  </a:cubicBezTo>
                  <a:cubicBezTo>
                    <a:pt x="21" y="70"/>
                    <a:pt x="0" y="157"/>
                    <a:pt x="54" y="206"/>
                  </a:cubicBezTo>
                  <a:cubicBezTo>
                    <a:pt x="54" y="223"/>
                    <a:pt x="54" y="223"/>
                    <a:pt x="70" y="223"/>
                  </a:cubicBezTo>
                  <a:cubicBezTo>
                    <a:pt x="87" y="157"/>
                    <a:pt x="124" y="7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206025" y="2377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57" y="260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192725" y="2455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38"/>
                    <a:pt x="87" y="254"/>
                  </a:cubicBezTo>
                  <a:cubicBezTo>
                    <a:pt x="100" y="263"/>
                    <a:pt x="114" y="267"/>
                    <a:pt x="129" y="267"/>
                  </a:cubicBezTo>
                  <a:cubicBezTo>
                    <a:pt x="170" y="267"/>
                    <a:pt x="211" y="235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186325" y="23978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0"/>
                    <a:pt x="1" y="70"/>
                    <a:pt x="17" y="140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3"/>
                    <a:pt x="186" y="223"/>
                    <a:pt x="207" y="206"/>
                  </a:cubicBezTo>
                  <a:cubicBezTo>
                    <a:pt x="223" y="173"/>
                    <a:pt x="240" y="140"/>
                    <a:pt x="240" y="103"/>
                  </a:cubicBezTo>
                  <a:cubicBezTo>
                    <a:pt x="223" y="70"/>
                    <a:pt x="207" y="37"/>
                    <a:pt x="186" y="1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089225" y="2184925"/>
              <a:ext cx="5600" cy="3600"/>
            </a:xfrm>
            <a:custGeom>
              <a:avLst/>
              <a:gdLst/>
              <a:ahLst/>
              <a:cxnLst/>
              <a:rect l="l" t="t" r="r" b="b"/>
              <a:pathLst>
                <a:path w="224" h="144" extrusionOk="0">
                  <a:moveTo>
                    <a:pt x="1" y="0"/>
                  </a:moveTo>
                  <a:lnTo>
                    <a:pt x="1" y="33"/>
                  </a:lnTo>
                  <a:cubicBezTo>
                    <a:pt x="1" y="66"/>
                    <a:pt x="17" y="103"/>
                    <a:pt x="50" y="120"/>
                  </a:cubicBezTo>
                  <a:cubicBezTo>
                    <a:pt x="65" y="132"/>
                    <a:pt x="86" y="143"/>
                    <a:pt x="102" y="143"/>
                  </a:cubicBezTo>
                  <a:cubicBezTo>
                    <a:pt x="109" y="143"/>
                    <a:pt x="116" y="141"/>
                    <a:pt x="120" y="136"/>
                  </a:cubicBezTo>
                  <a:cubicBezTo>
                    <a:pt x="190" y="136"/>
                    <a:pt x="223" y="66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4198275" y="239395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44"/>
                    <a:pt x="223" y="227"/>
                    <a:pt x="223" y="174"/>
                  </a:cubicBezTo>
                  <a:cubicBezTo>
                    <a:pt x="244" y="124"/>
                    <a:pt x="244" y="71"/>
                    <a:pt x="207" y="38"/>
                  </a:cubicBezTo>
                  <a:cubicBezTo>
                    <a:pt x="207" y="21"/>
                    <a:pt x="190" y="21"/>
                    <a:pt x="174" y="5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068625" y="2184925"/>
              <a:ext cx="6000" cy="5025"/>
            </a:xfrm>
            <a:custGeom>
              <a:avLst/>
              <a:gdLst/>
              <a:ahLst/>
              <a:cxnLst/>
              <a:rect l="l" t="t" r="r" b="b"/>
              <a:pathLst>
                <a:path w="240" h="201" extrusionOk="0">
                  <a:moveTo>
                    <a:pt x="33" y="0"/>
                  </a:moveTo>
                  <a:cubicBezTo>
                    <a:pt x="33" y="17"/>
                    <a:pt x="17" y="17"/>
                    <a:pt x="17" y="33"/>
                  </a:cubicBezTo>
                  <a:cubicBezTo>
                    <a:pt x="0" y="83"/>
                    <a:pt x="33" y="169"/>
                    <a:pt x="87" y="186"/>
                  </a:cubicBezTo>
                  <a:cubicBezTo>
                    <a:pt x="100" y="196"/>
                    <a:pt x="115" y="201"/>
                    <a:pt x="130" y="201"/>
                  </a:cubicBezTo>
                  <a:cubicBezTo>
                    <a:pt x="170" y="201"/>
                    <a:pt x="211" y="168"/>
                    <a:pt x="223" y="120"/>
                  </a:cubicBezTo>
                  <a:cubicBezTo>
                    <a:pt x="239" y="83"/>
                    <a:pt x="239" y="33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106850" y="2474350"/>
              <a:ext cx="1275" cy="425"/>
            </a:xfrm>
            <a:custGeom>
              <a:avLst/>
              <a:gdLst/>
              <a:ahLst/>
              <a:cxnLst/>
              <a:rect l="l" t="t" r="r" b="b"/>
              <a:pathLst>
                <a:path w="51" h="17" extrusionOk="0">
                  <a:moveTo>
                    <a:pt x="1" y="0"/>
                  </a:moveTo>
                  <a:cubicBezTo>
                    <a:pt x="17" y="0"/>
                    <a:pt x="34" y="17"/>
                    <a:pt x="50" y="17"/>
                  </a:cubicBezTo>
                  <a:cubicBezTo>
                    <a:pt x="50" y="17"/>
                    <a:pt x="34" y="17"/>
                    <a:pt x="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182400" y="244265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111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21"/>
                    <a:pt x="87" y="254"/>
                  </a:cubicBezTo>
                  <a:lnTo>
                    <a:pt x="137" y="254"/>
                  </a:lnTo>
                  <a:cubicBezTo>
                    <a:pt x="174" y="254"/>
                    <a:pt x="207" y="221"/>
                    <a:pt x="224" y="168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4" y="15"/>
                    <a:pt x="158" y="15"/>
                  </a:cubicBezTo>
                  <a:cubicBezTo>
                    <a:pt x="143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3796300" y="2514750"/>
              <a:ext cx="1375" cy="4675"/>
            </a:xfrm>
            <a:custGeom>
              <a:avLst/>
              <a:gdLst/>
              <a:ahLst/>
              <a:cxnLst/>
              <a:rect l="l" t="t" r="r" b="b"/>
              <a:pathLst>
                <a:path w="55" h="187" extrusionOk="0">
                  <a:moveTo>
                    <a:pt x="0" y="1"/>
                  </a:moveTo>
                  <a:lnTo>
                    <a:pt x="0" y="186"/>
                  </a:lnTo>
                  <a:cubicBezTo>
                    <a:pt x="17" y="170"/>
                    <a:pt x="38" y="153"/>
                    <a:pt x="38" y="137"/>
                  </a:cubicBezTo>
                  <a:cubicBezTo>
                    <a:pt x="54" y="83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187975" y="2475175"/>
              <a:ext cx="5600" cy="5600"/>
            </a:xfrm>
            <a:custGeom>
              <a:avLst/>
              <a:gdLst/>
              <a:ahLst/>
              <a:cxnLst/>
              <a:rect l="l" t="t" r="r" b="b"/>
              <a:pathLst>
                <a:path w="224" h="224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" y="190"/>
                    <a:pt x="17" y="207"/>
                    <a:pt x="38" y="223"/>
                  </a:cubicBezTo>
                  <a:cubicBezTo>
                    <a:pt x="104" y="190"/>
                    <a:pt x="157" y="157"/>
                    <a:pt x="223" y="120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4218900" y="24210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41" y="1"/>
                  </a:moveTo>
                  <a:cubicBezTo>
                    <a:pt x="103" y="1"/>
                    <a:pt x="70" y="17"/>
                    <a:pt x="54" y="38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70" y="261"/>
                    <a:pt x="103" y="261"/>
                  </a:cubicBezTo>
                  <a:cubicBezTo>
                    <a:pt x="141" y="261"/>
                    <a:pt x="157" y="261"/>
                    <a:pt x="190" y="244"/>
                  </a:cubicBezTo>
                  <a:cubicBezTo>
                    <a:pt x="190" y="174"/>
                    <a:pt x="190" y="104"/>
                    <a:pt x="207" y="54"/>
                  </a:cubicBezTo>
                  <a:cubicBezTo>
                    <a:pt x="190" y="38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4207775" y="2454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6" y="262"/>
                    <a:pt x="106" y="264"/>
                    <a:pt x="115" y="264"/>
                  </a:cubicBezTo>
                  <a:cubicBezTo>
                    <a:pt x="139" y="264"/>
                    <a:pt x="163" y="251"/>
                    <a:pt x="190" y="236"/>
                  </a:cubicBezTo>
                  <a:cubicBezTo>
                    <a:pt x="206" y="220"/>
                    <a:pt x="223" y="187"/>
                    <a:pt x="239" y="154"/>
                  </a:cubicBezTo>
                  <a:cubicBezTo>
                    <a:pt x="239" y="100"/>
                    <a:pt x="223" y="30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800225" y="2543500"/>
              <a:ext cx="3000" cy="6000"/>
            </a:xfrm>
            <a:custGeom>
              <a:avLst/>
              <a:gdLst/>
              <a:ahLst/>
              <a:cxnLst/>
              <a:rect l="l" t="t" r="r" b="b"/>
              <a:pathLst>
                <a:path w="120" h="240" extrusionOk="0">
                  <a:moveTo>
                    <a:pt x="103" y="1"/>
                  </a:moveTo>
                  <a:cubicBezTo>
                    <a:pt x="66" y="1"/>
                    <a:pt x="50" y="17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50" y="224"/>
                    <a:pt x="66" y="224"/>
                    <a:pt x="66" y="240"/>
                  </a:cubicBezTo>
                  <a:cubicBezTo>
                    <a:pt x="87" y="153"/>
                    <a:pt x="103" y="6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935450" y="2184925"/>
              <a:ext cx="1775" cy="425"/>
            </a:xfrm>
            <a:custGeom>
              <a:avLst/>
              <a:gdLst/>
              <a:ahLst/>
              <a:cxnLst/>
              <a:rect l="l" t="t" r="r" b="b"/>
              <a:pathLst>
                <a:path w="71" h="17" extrusionOk="0">
                  <a:moveTo>
                    <a:pt x="0" y="0"/>
                  </a:moveTo>
                  <a:cubicBezTo>
                    <a:pt x="0" y="17"/>
                    <a:pt x="17" y="17"/>
                    <a:pt x="38" y="17"/>
                  </a:cubicBezTo>
                  <a:cubicBezTo>
                    <a:pt x="54" y="17"/>
                    <a:pt x="54" y="17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920400" y="2184925"/>
              <a:ext cx="5175" cy="1675"/>
            </a:xfrm>
            <a:custGeom>
              <a:avLst/>
              <a:gdLst/>
              <a:ahLst/>
              <a:cxnLst/>
              <a:rect l="l" t="t" r="r" b="b"/>
              <a:pathLst>
                <a:path w="207" h="67" extrusionOk="0">
                  <a:moveTo>
                    <a:pt x="0" y="0"/>
                  </a:moveTo>
                  <a:lnTo>
                    <a:pt x="21" y="17"/>
                  </a:lnTo>
                  <a:cubicBezTo>
                    <a:pt x="38" y="50"/>
                    <a:pt x="71" y="66"/>
                    <a:pt x="87" y="66"/>
                  </a:cubicBezTo>
                  <a:cubicBezTo>
                    <a:pt x="124" y="66"/>
                    <a:pt x="157" y="66"/>
                    <a:pt x="174" y="33"/>
                  </a:cubicBezTo>
                  <a:cubicBezTo>
                    <a:pt x="190" y="33"/>
                    <a:pt x="190" y="17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796300" y="2218425"/>
              <a:ext cx="5175" cy="6400"/>
            </a:xfrm>
            <a:custGeom>
              <a:avLst/>
              <a:gdLst/>
              <a:ahLst/>
              <a:cxnLst/>
              <a:rect l="l" t="t" r="r" b="b"/>
              <a:pathLst>
                <a:path w="207" h="256" extrusionOk="0">
                  <a:moveTo>
                    <a:pt x="71" y="0"/>
                  </a:moveTo>
                  <a:cubicBezTo>
                    <a:pt x="54" y="0"/>
                    <a:pt x="17" y="17"/>
                    <a:pt x="0" y="33"/>
                  </a:cubicBezTo>
                  <a:lnTo>
                    <a:pt x="0" y="223"/>
                  </a:lnTo>
                  <a:cubicBezTo>
                    <a:pt x="17" y="223"/>
                    <a:pt x="17" y="223"/>
                    <a:pt x="17" y="239"/>
                  </a:cubicBezTo>
                  <a:cubicBezTo>
                    <a:pt x="54" y="256"/>
                    <a:pt x="71" y="256"/>
                    <a:pt x="104" y="256"/>
                  </a:cubicBezTo>
                  <a:cubicBezTo>
                    <a:pt x="141" y="256"/>
                    <a:pt x="157" y="239"/>
                    <a:pt x="174" y="206"/>
                  </a:cubicBezTo>
                  <a:cubicBezTo>
                    <a:pt x="190" y="169"/>
                    <a:pt x="207" y="136"/>
                    <a:pt x="190" y="103"/>
                  </a:cubicBezTo>
                  <a:cubicBezTo>
                    <a:pt x="190" y="66"/>
                    <a:pt x="174" y="50"/>
                    <a:pt x="157" y="17"/>
                  </a:cubicBezTo>
                  <a:cubicBezTo>
                    <a:pt x="141" y="17"/>
                    <a:pt x="141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4005025" y="2184925"/>
              <a:ext cx="4350" cy="1250"/>
            </a:xfrm>
            <a:custGeom>
              <a:avLst/>
              <a:gdLst/>
              <a:ahLst/>
              <a:cxnLst/>
              <a:rect l="l" t="t" r="r" b="b"/>
              <a:pathLst>
                <a:path w="174" h="50" extrusionOk="0">
                  <a:moveTo>
                    <a:pt x="0" y="0"/>
                  </a:moveTo>
                  <a:lnTo>
                    <a:pt x="17" y="17"/>
                  </a:lnTo>
                  <a:cubicBezTo>
                    <a:pt x="54" y="50"/>
                    <a:pt x="70" y="50"/>
                    <a:pt x="103" y="50"/>
                  </a:cubicBezTo>
                  <a:cubicBezTo>
                    <a:pt x="141" y="33"/>
                    <a:pt x="157" y="33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3816500" y="2184925"/>
              <a:ext cx="6000" cy="4350"/>
            </a:xfrm>
            <a:custGeom>
              <a:avLst/>
              <a:gdLst/>
              <a:ahLst/>
              <a:cxnLst/>
              <a:rect l="l" t="t" r="r" b="b"/>
              <a:pathLst>
                <a:path w="240" h="174" extrusionOk="0">
                  <a:moveTo>
                    <a:pt x="17" y="0"/>
                  </a:moveTo>
                  <a:cubicBezTo>
                    <a:pt x="1" y="66"/>
                    <a:pt x="34" y="136"/>
                    <a:pt x="87" y="169"/>
                  </a:cubicBezTo>
                  <a:cubicBezTo>
                    <a:pt x="99" y="172"/>
                    <a:pt x="110" y="174"/>
                    <a:pt x="121" y="174"/>
                  </a:cubicBezTo>
                  <a:cubicBezTo>
                    <a:pt x="174" y="174"/>
                    <a:pt x="212" y="141"/>
                    <a:pt x="240" y="83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3837125" y="2184925"/>
              <a:ext cx="5575" cy="3000"/>
            </a:xfrm>
            <a:custGeom>
              <a:avLst/>
              <a:gdLst/>
              <a:ahLst/>
              <a:cxnLst/>
              <a:rect l="l" t="t" r="r" b="b"/>
              <a:pathLst>
                <a:path w="223" h="120" extrusionOk="0">
                  <a:moveTo>
                    <a:pt x="0" y="0"/>
                  </a:moveTo>
                  <a:cubicBezTo>
                    <a:pt x="17" y="33"/>
                    <a:pt x="33" y="66"/>
                    <a:pt x="54" y="83"/>
                  </a:cubicBezTo>
                  <a:cubicBezTo>
                    <a:pt x="70" y="103"/>
                    <a:pt x="103" y="120"/>
                    <a:pt x="136" y="120"/>
                  </a:cubicBezTo>
                  <a:cubicBezTo>
                    <a:pt x="173" y="103"/>
                    <a:pt x="206" y="5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4189725" y="24252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5" y="1"/>
                  </a:moveTo>
                  <a:cubicBezTo>
                    <a:pt x="80" y="1"/>
                    <a:pt x="28" y="31"/>
                    <a:pt x="1" y="75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3" y="255"/>
                    <a:pt x="169" y="247"/>
                    <a:pt x="190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109425" y="240915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10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70" y="254"/>
                    <a:pt x="207" y="238"/>
                    <a:pt x="224" y="184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0" y="15"/>
                    <a:pt x="153" y="15"/>
                  </a:cubicBezTo>
                  <a:cubicBezTo>
                    <a:pt x="140" y="5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107275" y="2426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5" y="1"/>
                  </a:moveTo>
                  <a:cubicBezTo>
                    <a:pt x="91" y="1"/>
                    <a:pt x="79" y="6"/>
                    <a:pt x="70" y="16"/>
                  </a:cubicBezTo>
                  <a:cubicBezTo>
                    <a:pt x="33" y="33"/>
                    <a:pt x="17" y="49"/>
                    <a:pt x="17" y="82"/>
                  </a:cubicBezTo>
                  <a:cubicBezTo>
                    <a:pt x="0" y="119"/>
                    <a:pt x="0" y="152"/>
                    <a:pt x="17" y="169"/>
                  </a:cubicBezTo>
                  <a:cubicBezTo>
                    <a:pt x="17" y="202"/>
                    <a:pt x="50" y="239"/>
                    <a:pt x="87" y="255"/>
                  </a:cubicBezTo>
                  <a:cubicBezTo>
                    <a:pt x="96" y="258"/>
                    <a:pt x="105" y="260"/>
                    <a:pt x="114" y="260"/>
                  </a:cubicBezTo>
                  <a:cubicBezTo>
                    <a:pt x="159" y="260"/>
                    <a:pt x="209" y="229"/>
                    <a:pt x="223" y="185"/>
                  </a:cubicBezTo>
                  <a:cubicBezTo>
                    <a:pt x="239" y="119"/>
                    <a:pt x="223" y="33"/>
                    <a:pt x="153" y="16"/>
                  </a:cubicBezTo>
                  <a:cubicBezTo>
                    <a:pt x="136" y="6"/>
                    <a:pt x="120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119750" y="2472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17" y="144"/>
                  </a:cubicBezTo>
                  <a:cubicBezTo>
                    <a:pt x="17" y="181"/>
                    <a:pt x="33" y="214"/>
                    <a:pt x="50" y="230"/>
                  </a:cubicBezTo>
                  <a:cubicBezTo>
                    <a:pt x="66" y="247"/>
                    <a:pt x="103" y="268"/>
                    <a:pt x="136" y="268"/>
                  </a:cubicBezTo>
                  <a:cubicBezTo>
                    <a:pt x="169" y="247"/>
                    <a:pt x="190" y="230"/>
                    <a:pt x="206" y="214"/>
                  </a:cubicBezTo>
                  <a:cubicBezTo>
                    <a:pt x="223" y="181"/>
                    <a:pt x="239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69" y="24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4106850" y="2459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34" y="54"/>
                    <a:pt x="17" y="87"/>
                    <a:pt x="17" y="120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0" y="240"/>
                    <a:pt x="87" y="260"/>
                    <a:pt x="104" y="260"/>
                  </a:cubicBezTo>
                  <a:cubicBezTo>
                    <a:pt x="137" y="260"/>
                    <a:pt x="170" y="260"/>
                    <a:pt x="190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4127475" y="24366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0"/>
                  </a:cubicBezTo>
                  <a:cubicBezTo>
                    <a:pt x="240" y="100"/>
                    <a:pt x="223" y="34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4121400" y="245655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7"/>
                    <a:pt x="0" y="143"/>
                  </a:cubicBezTo>
                  <a:cubicBezTo>
                    <a:pt x="21" y="214"/>
                    <a:pt x="70" y="267"/>
                    <a:pt x="124" y="267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7" y="181"/>
                    <a:pt x="227" y="143"/>
                    <a:pt x="227" y="110"/>
                  </a:cubicBezTo>
                  <a:cubicBezTo>
                    <a:pt x="227" y="77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4123975" y="24069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39"/>
                    <a:pt x="87" y="256"/>
                    <a:pt x="124" y="256"/>
                  </a:cubicBezTo>
                  <a:cubicBezTo>
                    <a:pt x="129" y="260"/>
                    <a:pt x="135" y="262"/>
                    <a:pt x="142" y="262"/>
                  </a:cubicBezTo>
                  <a:cubicBezTo>
                    <a:pt x="158" y="262"/>
                    <a:pt x="178" y="251"/>
                    <a:pt x="190" y="239"/>
                  </a:cubicBezTo>
                  <a:cubicBezTo>
                    <a:pt x="227" y="206"/>
                    <a:pt x="227" y="190"/>
                    <a:pt x="243" y="153"/>
                  </a:cubicBezTo>
                  <a:cubicBezTo>
                    <a:pt x="243" y="120"/>
                    <a:pt x="227" y="87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4072425" y="24511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87" y="1"/>
                    <a:pt x="71" y="1"/>
                    <a:pt x="38" y="34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37"/>
                    <a:pt x="1" y="174"/>
                    <a:pt x="21" y="207"/>
                  </a:cubicBezTo>
                  <a:cubicBezTo>
                    <a:pt x="54" y="223"/>
                    <a:pt x="87" y="240"/>
                    <a:pt x="124" y="256"/>
                  </a:cubicBezTo>
                  <a:cubicBezTo>
                    <a:pt x="141" y="256"/>
                    <a:pt x="157" y="256"/>
                    <a:pt x="174" y="240"/>
                  </a:cubicBezTo>
                  <a:cubicBezTo>
                    <a:pt x="228" y="190"/>
                    <a:pt x="244" y="104"/>
                    <a:pt x="190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41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033775" y="2425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4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21" y="54"/>
                    <a:pt x="21" y="87"/>
                    <a:pt x="1" y="120"/>
                  </a:cubicBezTo>
                  <a:lnTo>
                    <a:pt x="1" y="157"/>
                  </a:lnTo>
                  <a:cubicBezTo>
                    <a:pt x="54" y="190"/>
                    <a:pt x="104" y="223"/>
                    <a:pt x="157" y="260"/>
                  </a:cubicBezTo>
                  <a:cubicBezTo>
                    <a:pt x="174" y="260"/>
                    <a:pt x="174" y="240"/>
                    <a:pt x="190" y="240"/>
                  </a:cubicBezTo>
                  <a:cubicBezTo>
                    <a:pt x="244" y="190"/>
                    <a:pt x="244" y="104"/>
                    <a:pt x="207" y="54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048000" y="2438675"/>
              <a:ext cx="4350" cy="3950"/>
            </a:xfrm>
            <a:custGeom>
              <a:avLst/>
              <a:gdLst/>
              <a:ahLst/>
              <a:cxnLst/>
              <a:rect l="l" t="t" r="r" b="b"/>
              <a:pathLst>
                <a:path w="174" h="158" extrusionOk="0">
                  <a:moveTo>
                    <a:pt x="50" y="1"/>
                  </a:moveTo>
                  <a:cubicBezTo>
                    <a:pt x="34" y="1"/>
                    <a:pt x="17" y="17"/>
                    <a:pt x="1" y="17"/>
                  </a:cubicBezTo>
                  <a:cubicBezTo>
                    <a:pt x="50" y="71"/>
                    <a:pt x="120" y="104"/>
                    <a:pt x="174" y="158"/>
                  </a:cubicBezTo>
                  <a:lnTo>
                    <a:pt x="174" y="104"/>
                  </a:lnTo>
                  <a:cubicBezTo>
                    <a:pt x="174" y="71"/>
                    <a:pt x="153" y="54"/>
                    <a:pt x="137" y="17"/>
                  </a:cubicBezTo>
                  <a:cubicBezTo>
                    <a:pt x="120" y="17"/>
                    <a:pt x="120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102525" y="23962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71" y="17"/>
                    <a:pt x="34" y="33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7" y="83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3817850" y="2495375"/>
              <a:ext cx="1250" cy="3025"/>
            </a:xfrm>
            <a:custGeom>
              <a:avLst/>
              <a:gdLst/>
              <a:ahLst/>
              <a:cxnLst/>
              <a:rect l="l" t="t" r="r" b="b"/>
              <a:pathLst>
                <a:path w="50" h="121" extrusionOk="0">
                  <a:moveTo>
                    <a:pt x="50" y="0"/>
                  </a:moveTo>
                  <a:cubicBezTo>
                    <a:pt x="33" y="0"/>
                    <a:pt x="33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cubicBezTo>
                    <a:pt x="17" y="71"/>
                    <a:pt x="33" y="33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099950" y="24430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2" y="251"/>
                    <a:pt x="102" y="262"/>
                    <a:pt x="119" y="262"/>
                  </a:cubicBezTo>
                  <a:cubicBezTo>
                    <a:pt x="126" y="262"/>
                    <a:pt x="132" y="260"/>
                    <a:pt x="137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3" y="190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lnTo>
                    <a:pt x="13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130875" y="2390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4" y="21"/>
                    <a:pt x="33" y="54"/>
                  </a:cubicBezTo>
                  <a:cubicBezTo>
                    <a:pt x="17" y="87"/>
                    <a:pt x="0" y="124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04" y="260"/>
                    <a:pt x="136" y="260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145925" y="2484475"/>
              <a:ext cx="5175" cy="2775"/>
            </a:xfrm>
            <a:custGeom>
              <a:avLst/>
              <a:gdLst/>
              <a:ahLst/>
              <a:cxnLst/>
              <a:rect l="l" t="t" r="r" b="b"/>
              <a:pathLst>
                <a:path w="207" h="111" extrusionOk="0">
                  <a:moveTo>
                    <a:pt x="85" y="1"/>
                  </a:moveTo>
                  <a:cubicBezTo>
                    <a:pt x="67" y="1"/>
                    <a:pt x="45" y="13"/>
                    <a:pt x="33" y="24"/>
                  </a:cubicBezTo>
                  <a:cubicBezTo>
                    <a:pt x="17" y="41"/>
                    <a:pt x="0" y="57"/>
                    <a:pt x="0" y="78"/>
                  </a:cubicBezTo>
                  <a:cubicBezTo>
                    <a:pt x="70" y="94"/>
                    <a:pt x="136" y="94"/>
                    <a:pt x="207" y="111"/>
                  </a:cubicBezTo>
                  <a:cubicBezTo>
                    <a:pt x="207" y="94"/>
                    <a:pt x="190" y="57"/>
                    <a:pt x="190" y="57"/>
                  </a:cubicBezTo>
                  <a:cubicBezTo>
                    <a:pt x="174" y="24"/>
                    <a:pt x="153" y="24"/>
                    <a:pt x="136" y="8"/>
                  </a:cubicBezTo>
                  <a:lnTo>
                    <a:pt x="103" y="8"/>
                  </a:lnTo>
                  <a:cubicBezTo>
                    <a:pt x="99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157475" y="2435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38" y="0"/>
                  </a:moveTo>
                  <a:cubicBezTo>
                    <a:pt x="86" y="0"/>
                    <a:pt x="48" y="30"/>
                    <a:pt x="21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1" y="254"/>
                    <a:pt x="117" y="258"/>
                    <a:pt x="132" y="258"/>
                  </a:cubicBezTo>
                  <a:cubicBezTo>
                    <a:pt x="173" y="258"/>
                    <a:pt x="212" y="225"/>
                    <a:pt x="227" y="177"/>
                  </a:cubicBezTo>
                  <a:cubicBezTo>
                    <a:pt x="260" y="107"/>
                    <a:pt x="227" y="37"/>
                    <a:pt x="173" y="4"/>
                  </a:cubicBezTo>
                  <a:cubicBezTo>
                    <a:pt x="161" y="1"/>
                    <a:pt x="149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157975" y="2478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50" y="22"/>
                    <a:pt x="34" y="55"/>
                  </a:cubicBezTo>
                  <a:cubicBezTo>
                    <a:pt x="17" y="88"/>
                    <a:pt x="1" y="125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86" y="22"/>
                  </a:cubicBezTo>
                  <a:cubicBezTo>
                    <a:pt x="170" y="22"/>
                    <a:pt x="170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4164375" y="241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87" y="1"/>
                    <a:pt x="70" y="1"/>
                    <a:pt x="7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104"/>
                    <a:pt x="207" y="87"/>
                    <a:pt x="207" y="87"/>
                  </a:cubicBezTo>
                  <a:cubicBezTo>
                    <a:pt x="190" y="50"/>
                    <a:pt x="174" y="17"/>
                    <a:pt x="157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4162200" y="246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120" y="1"/>
                    <a:pt x="87" y="1"/>
                    <a:pt x="71" y="34"/>
                  </a:cubicBezTo>
                  <a:cubicBezTo>
                    <a:pt x="17" y="67"/>
                    <a:pt x="1" y="153"/>
                    <a:pt x="54" y="207"/>
                  </a:cubicBezTo>
                  <a:cubicBezTo>
                    <a:pt x="72" y="242"/>
                    <a:pt x="100" y="258"/>
                    <a:pt x="131" y="258"/>
                  </a:cubicBezTo>
                  <a:cubicBezTo>
                    <a:pt x="157" y="258"/>
                    <a:pt x="184" y="246"/>
                    <a:pt x="207" y="223"/>
                  </a:cubicBezTo>
                  <a:cubicBezTo>
                    <a:pt x="244" y="190"/>
                    <a:pt x="261" y="104"/>
                    <a:pt x="223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4175500" y="2429725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71" y="0"/>
                    <a:pt x="38" y="17"/>
                    <a:pt x="21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21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39"/>
                    <a:pt x="227" y="169"/>
                    <a:pt x="227" y="103"/>
                  </a:cubicBezTo>
                  <a:cubicBezTo>
                    <a:pt x="227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3955650" y="2235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3" y="207"/>
                    <a:pt x="71" y="22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07" y="38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4180250" y="24601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57" y="0"/>
                  </a:moveTo>
                  <a:cubicBezTo>
                    <a:pt x="120" y="0"/>
                    <a:pt x="87" y="0"/>
                    <a:pt x="70" y="21"/>
                  </a:cubicBezTo>
                  <a:cubicBezTo>
                    <a:pt x="54" y="38"/>
                    <a:pt x="37" y="54"/>
                    <a:pt x="17" y="87"/>
                  </a:cubicBezTo>
                  <a:cubicBezTo>
                    <a:pt x="0" y="104"/>
                    <a:pt x="17" y="141"/>
                    <a:pt x="17" y="174"/>
                  </a:cubicBezTo>
                  <a:cubicBezTo>
                    <a:pt x="37" y="207"/>
                    <a:pt x="54" y="244"/>
                    <a:pt x="87" y="260"/>
                  </a:cubicBezTo>
                  <a:cubicBezTo>
                    <a:pt x="96" y="263"/>
                    <a:pt x="105" y="264"/>
                    <a:pt x="115" y="264"/>
                  </a:cubicBezTo>
                  <a:cubicBezTo>
                    <a:pt x="162" y="264"/>
                    <a:pt x="209" y="232"/>
                    <a:pt x="223" y="174"/>
                  </a:cubicBezTo>
                  <a:cubicBezTo>
                    <a:pt x="244" y="104"/>
                    <a:pt x="223" y="38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4136850" y="24041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10" y="1"/>
                    <a:pt x="100" y="2"/>
                    <a:pt x="87" y="8"/>
                  </a:cubicBezTo>
                  <a:cubicBezTo>
                    <a:pt x="71" y="8"/>
                    <a:pt x="54" y="24"/>
                    <a:pt x="38" y="41"/>
                  </a:cubicBezTo>
                  <a:cubicBezTo>
                    <a:pt x="21" y="57"/>
                    <a:pt x="1" y="111"/>
                    <a:pt x="1" y="144"/>
                  </a:cubicBezTo>
                  <a:cubicBezTo>
                    <a:pt x="1" y="177"/>
                    <a:pt x="21" y="214"/>
                    <a:pt x="54" y="231"/>
                  </a:cubicBezTo>
                  <a:cubicBezTo>
                    <a:pt x="71" y="247"/>
                    <a:pt x="104" y="264"/>
                    <a:pt x="124" y="264"/>
                  </a:cubicBezTo>
                  <a:cubicBezTo>
                    <a:pt x="190" y="247"/>
                    <a:pt x="227" y="177"/>
                    <a:pt x="227" y="128"/>
                  </a:cubicBezTo>
                  <a:lnTo>
                    <a:pt x="227" y="111"/>
                  </a:lnTo>
                  <a:cubicBezTo>
                    <a:pt x="207" y="57"/>
                    <a:pt x="190" y="24"/>
                    <a:pt x="157" y="8"/>
                  </a:cubicBez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4135200" y="24515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" y="173"/>
                    <a:pt x="17" y="206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90" y="239"/>
                    <a:pt x="223" y="173"/>
                    <a:pt x="223" y="103"/>
                  </a:cubicBezTo>
                  <a:cubicBezTo>
                    <a:pt x="223" y="70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4134800" y="24674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60"/>
                  </a:cubicBezTo>
                  <a:cubicBezTo>
                    <a:pt x="113" y="265"/>
                    <a:pt x="122" y="267"/>
                    <a:pt x="132" y="267"/>
                  </a:cubicBezTo>
                  <a:cubicBezTo>
                    <a:pt x="154" y="267"/>
                    <a:pt x="174" y="255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4134800" y="2420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97" y="257"/>
                    <a:pt x="112" y="261"/>
                    <a:pt x="127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4153650" y="2402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40"/>
                  </a:cubicBezTo>
                  <a:cubicBezTo>
                    <a:pt x="82" y="251"/>
                    <a:pt x="102" y="265"/>
                    <a:pt x="118" y="265"/>
                  </a:cubicBezTo>
                  <a:cubicBezTo>
                    <a:pt x="125" y="265"/>
                    <a:pt x="132" y="262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4139950" y="23599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8" y="1"/>
                  </a:moveTo>
                  <a:cubicBezTo>
                    <a:pt x="64" y="1"/>
                    <a:pt x="45" y="14"/>
                    <a:pt x="33" y="26"/>
                  </a:cubicBezTo>
                  <a:cubicBezTo>
                    <a:pt x="17" y="59"/>
                    <a:pt x="0" y="75"/>
                    <a:pt x="0" y="112"/>
                  </a:cubicBezTo>
                  <a:cubicBezTo>
                    <a:pt x="0" y="145"/>
                    <a:pt x="0" y="178"/>
                    <a:pt x="17" y="215"/>
                  </a:cubicBezTo>
                  <a:cubicBezTo>
                    <a:pt x="33" y="248"/>
                    <a:pt x="66" y="265"/>
                    <a:pt x="83" y="265"/>
                  </a:cubicBezTo>
                  <a:cubicBezTo>
                    <a:pt x="120" y="265"/>
                    <a:pt x="153" y="248"/>
                    <a:pt x="169" y="232"/>
                  </a:cubicBezTo>
                  <a:cubicBezTo>
                    <a:pt x="223" y="195"/>
                    <a:pt x="223" y="112"/>
                    <a:pt x="186" y="42"/>
                  </a:cubicBezTo>
                  <a:cubicBezTo>
                    <a:pt x="169" y="26"/>
                    <a:pt x="169" y="26"/>
                    <a:pt x="136" y="9"/>
                  </a:cubicBezTo>
                  <a:lnTo>
                    <a:pt x="120" y="9"/>
                  </a:lnTo>
                  <a:cubicBezTo>
                    <a:pt x="109" y="3"/>
                    <a:pt x="98" y="1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4062125" y="2263575"/>
              <a:ext cx="5700" cy="6575"/>
            </a:xfrm>
            <a:custGeom>
              <a:avLst/>
              <a:gdLst/>
              <a:ahLst/>
              <a:cxnLst/>
              <a:rect l="l" t="t" r="r" b="b"/>
              <a:pathLst>
                <a:path w="228" h="263" extrusionOk="0">
                  <a:moveTo>
                    <a:pt x="130" y="0"/>
                  </a:moveTo>
                  <a:cubicBezTo>
                    <a:pt x="119" y="0"/>
                    <a:pt x="106" y="4"/>
                    <a:pt x="87" y="12"/>
                  </a:cubicBezTo>
                  <a:cubicBezTo>
                    <a:pt x="71" y="12"/>
                    <a:pt x="38" y="29"/>
                    <a:pt x="21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21" y="219"/>
                    <a:pt x="54" y="235"/>
                  </a:cubicBezTo>
                  <a:cubicBezTo>
                    <a:pt x="66" y="250"/>
                    <a:pt x="86" y="262"/>
                    <a:pt x="104" y="262"/>
                  </a:cubicBezTo>
                  <a:cubicBezTo>
                    <a:pt x="111" y="262"/>
                    <a:pt x="118" y="260"/>
                    <a:pt x="124" y="256"/>
                  </a:cubicBezTo>
                  <a:cubicBezTo>
                    <a:pt x="190" y="256"/>
                    <a:pt x="227" y="186"/>
                    <a:pt x="227" y="116"/>
                  </a:cubicBezTo>
                  <a:cubicBezTo>
                    <a:pt x="227" y="83"/>
                    <a:pt x="207" y="50"/>
                    <a:pt x="174" y="29"/>
                  </a:cubicBezTo>
                  <a:cubicBezTo>
                    <a:pt x="174" y="12"/>
                    <a:pt x="157" y="12"/>
                    <a:pt x="157" y="12"/>
                  </a:cubicBezTo>
                  <a:cubicBezTo>
                    <a:pt x="149" y="4"/>
                    <a:pt x="141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4035950" y="23759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5" y="1"/>
                  </a:moveTo>
                  <a:cubicBezTo>
                    <a:pt x="99" y="1"/>
                    <a:pt x="51" y="34"/>
                    <a:pt x="37" y="92"/>
                  </a:cubicBezTo>
                  <a:cubicBezTo>
                    <a:pt x="0" y="158"/>
                    <a:pt x="37" y="228"/>
                    <a:pt x="87" y="244"/>
                  </a:cubicBezTo>
                  <a:cubicBezTo>
                    <a:pt x="103" y="261"/>
                    <a:pt x="120" y="261"/>
                    <a:pt x="140" y="261"/>
                  </a:cubicBezTo>
                  <a:cubicBezTo>
                    <a:pt x="190" y="261"/>
                    <a:pt x="223" y="228"/>
                    <a:pt x="243" y="174"/>
                  </a:cubicBezTo>
                  <a:cubicBezTo>
                    <a:pt x="260" y="125"/>
                    <a:pt x="243" y="71"/>
                    <a:pt x="206" y="38"/>
                  </a:cubicBezTo>
                  <a:cubicBezTo>
                    <a:pt x="206" y="38"/>
                    <a:pt x="190" y="22"/>
                    <a:pt x="173" y="5"/>
                  </a:cubicBezTo>
                  <a:cubicBezTo>
                    <a:pt x="164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035950" y="228270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26" y="0"/>
                  </a:moveTo>
                  <a:cubicBezTo>
                    <a:pt x="80" y="0"/>
                    <a:pt x="33" y="35"/>
                    <a:pt x="17" y="89"/>
                  </a:cubicBezTo>
                  <a:cubicBezTo>
                    <a:pt x="0" y="159"/>
                    <a:pt x="17" y="229"/>
                    <a:pt x="87" y="245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2" y="258"/>
                    <a:pt x="211" y="227"/>
                    <a:pt x="223" y="175"/>
                  </a:cubicBezTo>
                  <a:cubicBezTo>
                    <a:pt x="243" y="109"/>
                    <a:pt x="223" y="39"/>
                    <a:pt x="157" y="6"/>
                  </a:cubicBezTo>
                  <a:cubicBezTo>
                    <a:pt x="147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4040275" y="22364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4032125" y="23184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0"/>
                  </a:moveTo>
                  <a:cubicBezTo>
                    <a:pt x="87" y="0"/>
                    <a:pt x="67" y="21"/>
                    <a:pt x="3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" y="190"/>
                    <a:pt x="17" y="227"/>
                  </a:cubicBezTo>
                  <a:cubicBezTo>
                    <a:pt x="44" y="254"/>
                    <a:pt x="78" y="267"/>
                    <a:pt x="108" y="267"/>
                  </a:cubicBezTo>
                  <a:cubicBezTo>
                    <a:pt x="133" y="267"/>
                    <a:pt x="155" y="259"/>
                    <a:pt x="170" y="244"/>
                  </a:cubicBezTo>
                  <a:cubicBezTo>
                    <a:pt x="223" y="190"/>
                    <a:pt x="240" y="104"/>
                    <a:pt x="190" y="54"/>
                  </a:cubicBezTo>
                  <a:cubicBezTo>
                    <a:pt x="190" y="38"/>
                    <a:pt x="170" y="21"/>
                    <a:pt x="153" y="21"/>
                  </a:cubicBezTo>
                  <a:cubicBezTo>
                    <a:pt x="137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034300" y="23934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1"/>
                  </a:moveTo>
                  <a:cubicBezTo>
                    <a:pt x="99" y="1"/>
                    <a:pt x="78" y="14"/>
                    <a:pt x="66" y="26"/>
                  </a:cubicBezTo>
                  <a:cubicBezTo>
                    <a:pt x="33" y="42"/>
                    <a:pt x="17" y="59"/>
                    <a:pt x="17" y="75"/>
                  </a:cubicBezTo>
                  <a:cubicBezTo>
                    <a:pt x="0" y="112"/>
                    <a:pt x="0" y="145"/>
                    <a:pt x="17" y="162"/>
                  </a:cubicBezTo>
                  <a:cubicBezTo>
                    <a:pt x="17" y="215"/>
                    <a:pt x="50" y="232"/>
                    <a:pt x="66" y="248"/>
                  </a:cubicBezTo>
                  <a:cubicBezTo>
                    <a:pt x="85" y="257"/>
                    <a:pt x="102" y="261"/>
                    <a:pt x="118" y="261"/>
                  </a:cubicBezTo>
                  <a:cubicBezTo>
                    <a:pt x="162" y="261"/>
                    <a:pt x="196" y="230"/>
                    <a:pt x="223" y="178"/>
                  </a:cubicBezTo>
                  <a:cubicBezTo>
                    <a:pt x="239" y="112"/>
                    <a:pt x="206" y="42"/>
                    <a:pt x="153" y="9"/>
                  </a:cubicBezTo>
                  <a:cubicBezTo>
                    <a:pt x="143" y="3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040275" y="2330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033375" y="23459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7"/>
                    <a:pt x="0" y="157"/>
                    <a:pt x="37" y="223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14" y="265"/>
                    <a:pt x="124" y="267"/>
                    <a:pt x="134" y="267"/>
                  </a:cubicBezTo>
                  <a:cubicBezTo>
                    <a:pt x="158" y="267"/>
                    <a:pt x="178" y="254"/>
                    <a:pt x="190" y="239"/>
                  </a:cubicBezTo>
                  <a:cubicBezTo>
                    <a:pt x="206" y="223"/>
                    <a:pt x="223" y="190"/>
                    <a:pt x="243" y="157"/>
                  </a:cubicBezTo>
                  <a:cubicBezTo>
                    <a:pt x="243" y="120"/>
                    <a:pt x="223" y="87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4034300" y="2298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6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051000" y="23736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8" y="1"/>
                  </a:moveTo>
                  <a:cubicBezTo>
                    <a:pt x="85" y="1"/>
                    <a:pt x="65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4" y="230"/>
                    <a:pt x="87" y="247"/>
                    <a:pt x="103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06" y="214"/>
                    <a:pt x="223" y="181"/>
                    <a:pt x="223" y="144"/>
                  </a:cubicBezTo>
                  <a:cubicBezTo>
                    <a:pt x="239" y="111"/>
                    <a:pt x="223" y="78"/>
                    <a:pt x="206" y="41"/>
                  </a:cubicBezTo>
                  <a:cubicBezTo>
                    <a:pt x="190" y="24"/>
                    <a:pt x="173" y="24"/>
                    <a:pt x="157" y="8"/>
                  </a:cubicBezTo>
                  <a:lnTo>
                    <a:pt x="136" y="8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4043675" y="235847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96" y="1"/>
                  </a:moveTo>
                  <a:cubicBezTo>
                    <a:pt x="54" y="1"/>
                    <a:pt x="13" y="32"/>
                    <a:pt x="0" y="84"/>
                  </a:cubicBezTo>
                  <a:lnTo>
                    <a:pt x="0" y="150"/>
                  </a:lnTo>
                  <a:cubicBezTo>
                    <a:pt x="0" y="187"/>
                    <a:pt x="38" y="236"/>
                    <a:pt x="71" y="253"/>
                  </a:cubicBezTo>
                  <a:cubicBezTo>
                    <a:pt x="80" y="259"/>
                    <a:pt x="92" y="261"/>
                    <a:pt x="104" y="261"/>
                  </a:cubicBezTo>
                  <a:cubicBezTo>
                    <a:pt x="132" y="261"/>
                    <a:pt x="162" y="248"/>
                    <a:pt x="174" y="236"/>
                  </a:cubicBezTo>
                  <a:cubicBezTo>
                    <a:pt x="190" y="220"/>
                    <a:pt x="207" y="203"/>
                    <a:pt x="207" y="187"/>
                  </a:cubicBezTo>
                  <a:cubicBezTo>
                    <a:pt x="223" y="117"/>
                    <a:pt x="207" y="30"/>
                    <a:pt x="141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4054400" y="2403100"/>
              <a:ext cx="6100" cy="6750"/>
            </a:xfrm>
            <a:custGeom>
              <a:avLst/>
              <a:gdLst/>
              <a:ahLst/>
              <a:cxnLst/>
              <a:rect l="l" t="t" r="r" b="b"/>
              <a:pathLst>
                <a:path w="244" h="270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0" y="154"/>
                    <a:pt x="21" y="241"/>
                    <a:pt x="87" y="257"/>
                  </a:cubicBezTo>
                  <a:cubicBezTo>
                    <a:pt x="101" y="266"/>
                    <a:pt x="116" y="270"/>
                    <a:pt x="131" y="270"/>
                  </a:cubicBezTo>
                  <a:cubicBezTo>
                    <a:pt x="172" y="270"/>
                    <a:pt x="212" y="238"/>
                    <a:pt x="227" y="187"/>
                  </a:cubicBezTo>
                  <a:cubicBezTo>
                    <a:pt x="243" y="117"/>
                    <a:pt x="227" y="3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4052325" y="23271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36"/>
                    <a:pt x="83" y="252"/>
                  </a:cubicBezTo>
                  <a:cubicBezTo>
                    <a:pt x="97" y="252"/>
                    <a:pt x="109" y="260"/>
                    <a:pt x="120" y="260"/>
                  </a:cubicBezTo>
                  <a:cubicBezTo>
                    <a:pt x="126" y="260"/>
                    <a:pt x="131" y="258"/>
                    <a:pt x="137" y="252"/>
                  </a:cubicBezTo>
                  <a:cubicBezTo>
                    <a:pt x="170" y="252"/>
                    <a:pt x="207" y="219"/>
                    <a:pt x="223" y="18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86" y="30"/>
                    <a:pt x="170" y="13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4044600" y="23121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8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67" y="13"/>
                    <a:pt x="50" y="30"/>
                    <a:pt x="34" y="67"/>
                  </a:cubicBezTo>
                  <a:cubicBezTo>
                    <a:pt x="17" y="83"/>
                    <a:pt x="1" y="116"/>
                    <a:pt x="17" y="149"/>
                  </a:cubicBezTo>
                  <a:cubicBezTo>
                    <a:pt x="17" y="186"/>
                    <a:pt x="34" y="219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186" y="252"/>
                    <a:pt x="240" y="186"/>
                    <a:pt x="223" y="116"/>
                  </a:cubicBezTo>
                  <a:cubicBezTo>
                    <a:pt x="223" y="83"/>
                    <a:pt x="207" y="46"/>
                    <a:pt x="186" y="30"/>
                  </a:cubicBezTo>
                  <a:cubicBezTo>
                    <a:pt x="170" y="30"/>
                    <a:pt x="170" y="13"/>
                    <a:pt x="153" y="13"/>
                  </a:cubicBezTo>
                  <a:cubicBezTo>
                    <a:pt x="145" y="5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4048825" y="2295050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20" y="0"/>
                  </a:moveTo>
                  <a:cubicBezTo>
                    <a:pt x="101" y="0"/>
                    <a:pt x="78" y="13"/>
                    <a:pt x="54" y="27"/>
                  </a:cubicBezTo>
                  <a:cubicBezTo>
                    <a:pt x="17" y="77"/>
                    <a:pt x="1" y="163"/>
                    <a:pt x="54" y="213"/>
                  </a:cubicBezTo>
                  <a:cubicBezTo>
                    <a:pt x="74" y="244"/>
                    <a:pt x="106" y="263"/>
                    <a:pt x="139" y="263"/>
                  </a:cubicBezTo>
                  <a:cubicBezTo>
                    <a:pt x="162" y="263"/>
                    <a:pt x="186" y="254"/>
                    <a:pt x="207" y="234"/>
                  </a:cubicBezTo>
                  <a:cubicBezTo>
                    <a:pt x="244" y="180"/>
                    <a:pt x="260" y="110"/>
                    <a:pt x="223" y="44"/>
                  </a:cubicBezTo>
                  <a:cubicBezTo>
                    <a:pt x="207" y="27"/>
                    <a:pt x="190" y="27"/>
                    <a:pt x="174" y="7"/>
                  </a:cubicBezTo>
                  <a:lnTo>
                    <a:pt x="141" y="7"/>
                  </a:lnTo>
                  <a:cubicBezTo>
                    <a:pt x="135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4075525" y="23845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6" y="0"/>
                  </a:moveTo>
                  <a:cubicBezTo>
                    <a:pt x="104" y="0"/>
                    <a:pt x="83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25" y="265"/>
                    <a:pt x="131" y="267"/>
                    <a:pt x="137" y="267"/>
                  </a:cubicBezTo>
                  <a:cubicBezTo>
                    <a:pt x="154" y="267"/>
                    <a:pt x="174" y="254"/>
                    <a:pt x="186" y="239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86" y="17"/>
                    <a:pt x="169" y="17"/>
                  </a:cubicBezTo>
                  <a:cubicBezTo>
                    <a:pt x="153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4046250" y="23885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1"/>
                  </a:moveTo>
                  <a:cubicBezTo>
                    <a:pt x="88" y="1"/>
                    <a:pt x="50" y="34"/>
                    <a:pt x="38" y="81"/>
                  </a:cubicBezTo>
                  <a:cubicBezTo>
                    <a:pt x="1" y="152"/>
                    <a:pt x="38" y="222"/>
                    <a:pt x="87" y="255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4" y="259"/>
                    <a:pt x="213" y="226"/>
                    <a:pt x="244" y="168"/>
                  </a:cubicBezTo>
                  <a:cubicBezTo>
                    <a:pt x="260" y="119"/>
                    <a:pt x="223" y="32"/>
                    <a:pt x="174" y="16"/>
                  </a:cubicBezTo>
                  <a:cubicBezTo>
                    <a:pt x="159" y="5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4087900" y="2351600"/>
              <a:ext cx="5675" cy="6825"/>
            </a:xfrm>
            <a:custGeom>
              <a:avLst/>
              <a:gdLst/>
              <a:ahLst/>
              <a:cxnLst/>
              <a:rect l="l" t="t" r="r" b="b"/>
              <a:pathLst>
                <a:path w="227" h="273" extrusionOk="0">
                  <a:moveTo>
                    <a:pt x="132" y="0"/>
                  </a:moveTo>
                  <a:cubicBezTo>
                    <a:pt x="123" y="0"/>
                    <a:pt x="114" y="4"/>
                    <a:pt x="103" y="12"/>
                  </a:cubicBezTo>
                  <a:cubicBezTo>
                    <a:pt x="37" y="12"/>
                    <a:pt x="0" y="82"/>
                    <a:pt x="0" y="153"/>
                  </a:cubicBezTo>
                  <a:cubicBezTo>
                    <a:pt x="21" y="186"/>
                    <a:pt x="37" y="219"/>
                    <a:pt x="54" y="239"/>
                  </a:cubicBezTo>
                  <a:cubicBezTo>
                    <a:pt x="70" y="256"/>
                    <a:pt x="103" y="272"/>
                    <a:pt x="140" y="272"/>
                  </a:cubicBezTo>
                  <a:cubicBezTo>
                    <a:pt x="157" y="256"/>
                    <a:pt x="190" y="239"/>
                    <a:pt x="206" y="202"/>
                  </a:cubicBezTo>
                  <a:cubicBezTo>
                    <a:pt x="227" y="186"/>
                    <a:pt x="227" y="153"/>
                    <a:pt x="227" y="115"/>
                  </a:cubicBezTo>
                  <a:cubicBezTo>
                    <a:pt x="227" y="82"/>
                    <a:pt x="206" y="50"/>
                    <a:pt x="190" y="33"/>
                  </a:cubicBezTo>
                  <a:cubicBezTo>
                    <a:pt x="173" y="33"/>
                    <a:pt x="173" y="12"/>
                    <a:pt x="157" y="12"/>
                  </a:cubicBezTo>
                  <a:cubicBezTo>
                    <a:pt x="149" y="4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4090975" y="238425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lnTo>
                    <a:pt x="83" y="13"/>
                  </a:lnTo>
                  <a:cubicBezTo>
                    <a:pt x="34" y="30"/>
                    <a:pt x="1" y="100"/>
                    <a:pt x="17" y="149"/>
                  </a:cubicBezTo>
                  <a:cubicBezTo>
                    <a:pt x="17" y="187"/>
                    <a:pt x="34" y="220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207" y="252"/>
                    <a:pt x="240" y="187"/>
                    <a:pt x="240" y="116"/>
                  </a:cubicBezTo>
                  <a:cubicBezTo>
                    <a:pt x="224" y="100"/>
                    <a:pt x="224" y="100"/>
                    <a:pt x="224" y="83"/>
                  </a:cubicBezTo>
                  <a:cubicBezTo>
                    <a:pt x="207" y="46"/>
                    <a:pt x="186" y="30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4046675" y="23447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11" y="1"/>
                  </a:moveTo>
                  <a:cubicBezTo>
                    <a:pt x="71" y="1"/>
                    <a:pt x="33" y="33"/>
                    <a:pt x="21" y="81"/>
                  </a:cubicBezTo>
                  <a:cubicBezTo>
                    <a:pt x="0" y="151"/>
                    <a:pt x="21" y="221"/>
                    <a:pt x="70" y="254"/>
                  </a:cubicBezTo>
                  <a:lnTo>
                    <a:pt x="124" y="254"/>
                  </a:lnTo>
                  <a:cubicBezTo>
                    <a:pt x="173" y="254"/>
                    <a:pt x="206" y="221"/>
                    <a:pt x="227" y="168"/>
                  </a:cubicBezTo>
                  <a:cubicBezTo>
                    <a:pt x="243" y="135"/>
                    <a:pt x="227" y="81"/>
                    <a:pt x="190" y="48"/>
                  </a:cubicBezTo>
                  <a:cubicBezTo>
                    <a:pt x="190" y="32"/>
                    <a:pt x="173" y="15"/>
                    <a:pt x="157" y="15"/>
                  </a:cubicBezTo>
                  <a:cubicBezTo>
                    <a:pt x="142" y="5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4094375" y="2335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8" y="1"/>
                  </a:moveTo>
                  <a:cubicBezTo>
                    <a:pt x="86" y="1"/>
                    <a:pt x="65" y="12"/>
                    <a:pt x="50" y="24"/>
                  </a:cubicBezTo>
                  <a:cubicBezTo>
                    <a:pt x="1" y="78"/>
                    <a:pt x="1" y="160"/>
                    <a:pt x="34" y="214"/>
                  </a:cubicBezTo>
                  <a:cubicBezTo>
                    <a:pt x="50" y="230"/>
                    <a:pt x="88" y="247"/>
                    <a:pt x="104" y="263"/>
                  </a:cubicBezTo>
                  <a:cubicBezTo>
                    <a:pt x="137" y="263"/>
                    <a:pt x="174" y="247"/>
                    <a:pt x="191" y="230"/>
                  </a:cubicBezTo>
                  <a:cubicBezTo>
                    <a:pt x="240" y="181"/>
                    <a:pt x="240" y="111"/>
                    <a:pt x="207" y="40"/>
                  </a:cubicBezTo>
                  <a:cubicBezTo>
                    <a:pt x="191" y="24"/>
                    <a:pt x="174" y="24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4083675" y="2274175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1"/>
                  </a:moveTo>
                  <a:cubicBezTo>
                    <a:pt x="103" y="1"/>
                    <a:pt x="87" y="17"/>
                    <a:pt x="50" y="38"/>
                  </a:cubicBezTo>
                  <a:cubicBezTo>
                    <a:pt x="0" y="87"/>
                    <a:pt x="0" y="174"/>
                    <a:pt x="33" y="223"/>
                  </a:cubicBezTo>
                  <a:cubicBezTo>
                    <a:pt x="50" y="244"/>
                    <a:pt x="87" y="260"/>
                    <a:pt x="120" y="277"/>
                  </a:cubicBezTo>
                  <a:cubicBezTo>
                    <a:pt x="136" y="277"/>
                    <a:pt x="169" y="260"/>
                    <a:pt x="190" y="244"/>
                  </a:cubicBezTo>
                  <a:cubicBezTo>
                    <a:pt x="223" y="223"/>
                    <a:pt x="223" y="190"/>
                    <a:pt x="239" y="157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38"/>
                    <a:pt x="190" y="17"/>
                    <a:pt x="169" y="17"/>
                  </a:cubicBezTo>
                  <a:cubicBezTo>
                    <a:pt x="153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4087075" y="23039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6"/>
                    <a:pt x="105" y="257"/>
                    <a:pt x="115" y="257"/>
                  </a:cubicBezTo>
                  <a:cubicBezTo>
                    <a:pt x="159" y="257"/>
                    <a:pt x="209" y="227"/>
                    <a:pt x="223" y="187"/>
                  </a:cubicBezTo>
                  <a:cubicBezTo>
                    <a:pt x="239" y="117"/>
                    <a:pt x="223" y="30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4094375" y="22883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40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57"/>
                    <a:pt x="34" y="227"/>
                    <a:pt x="88" y="244"/>
                  </a:cubicBezTo>
                  <a:cubicBezTo>
                    <a:pt x="101" y="253"/>
                    <a:pt x="115" y="257"/>
                    <a:pt x="130" y="257"/>
                  </a:cubicBezTo>
                  <a:cubicBezTo>
                    <a:pt x="170" y="257"/>
                    <a:pt x="211" y="225"/>
                    <a:pt x="224" y="174"/>
                  </a:cubicBezTo>
                  <a:cubicBezTo>
                    <a:pt x="257" y="108"/>
                    <a:pt x="224" y="38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4048000" y="2423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71" y="263"/>
                    <a:pt x="117" y="263"/>
                  </a:cubicBezTo>
                  <a:cubicBezTo>
                    <a:pt x="124" y="263"/>
                    <a:pt x="131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094800" y="23189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3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1" y="256"/>
                    <a:pt x="103" y="256"/>
                    <a:pt x="136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069450" y="24013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6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4095625" y="23669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3" y="0"/>
                  </a:moveTo>
                  <a:cubicBezTo>
                    <a:pt x="70" y="17"/>
                    <a:pt x="54" y="37"/>
                    <a:pt x="38" y="54"/>
                  </a:cubicBezTo>
                  <a:cubicBezTo>
                    <a:pt x="21" y="87"/>
                    <a:pt x="0" y="120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7" y="255"/>
                    <a:pt x="92" y="267"/>
                    <a:pt x="112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4096550" y="22716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66" y="1"/>
                    <a:pt x="50" y="17"/>
                    <a:pt x="33" y="38"/>
                  </a:cubicBezTo>
                  <a:cubicBezTo>
                    <a:pt x="17" y="71"/>
                    <a:pt x="1" y="104"/>
                    <a:pt x="1" y="141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90" y="244"/>
                    <a:pt x="223" y="190"/>
                    <a:pt x="223" y="120"/>
                  </a:cubicBezTo>
                  <a:lnTo>
                    <a:pt x="223" y="104"/>
                  </a:lnTo>
                  <a:cubicBezTo>
                    <a:pt x="207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079325" y="23395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34" y="1"/>
                    <a:pt x="1" y="67"/>
                    <a:pt x="17" y="137"/>
                  </a:cubicBezTo>
                  <a:cubicBezTo>
                    <a:pt x="17" y="170"/>
                    <a:pt x="34" y="207"/>
                    <a:pt x="55" y="223"/>
                  </a:cubicBezTo>
                  <a:cubicBezTo>
                    <a:pt x="88" y="256"/>
                    <a:pt x="104" y="256"/>
                    <a:pt x="137" y="256"/>
                  </a:cubicBezTo>
                  <a:cubicBezTo>
                    <a:pt x="174" y="240"/>
                    <a:pt x="191" y="223"/>
                    <a:pt x="207" y="207"/>
                  </a:cubicBezTo>
                  <a:cubicBezTo>
                    <a:pt x="224" y="170"/>
                    <a:pt x="240" y="137"/>
                    <a:pt x="224" y="104"/>
                  </a:cubicBezTo>
                  <a:cubicBezTo>
                    <a:pt x="224" y="67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3860300" y="22394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" y="190"/>
                    <a:pt x="17" y="206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3856900" y="23153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45"/>
                    <a:pt x="34" y="228"/>
                    <a:pt x="87" y="248"/>
                  </a:cubicBezTo>
                  <a:cubicBezTo>
                    <a:pt x="100" y="257"/>
                    <a:pt x="115" y="261"/>
                    <a:pt x="130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70" y="5"/>
                  </a:cubicBezTo>
                  <a:cubicBezTo>
                    <a:pt x="159" y="2"/>
                    <a:pt x="148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3856500" y="228450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76"/>
                  </a:cubicBezTo>
                  <a:cubicBezTo>
                    <a:pt x="136" y="276"/>
                    <a:pt x="169" y="260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3861650" y="226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86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86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3850425" y="23954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70" y="13"/>
                    <a:pt x="54" y="33"/>
                    <a:pt x="37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7" y="186"/>
                    <a:pt x="37" y="219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86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3853000" y="23510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37" y="54"/>
                    <a:pt x="17" y="87"/>
                    <a:pt x="17" y="120"/>
                  </a:cubicBezTo>
                  <a:cubicBezTo>
                    <a:pt x="0" y="157"/>
                    <a:pt x="17" y="190"/>
                    <a:pt x="37" y="207"/>
                  </a:cubicBezTo>
                  <a:cubicBezTo>
                    <a:pt x="56" y="247"/>
                    <a:pt x="88" y="264"/>
                    <a:pt x="121" y="264"/>
                  </a:cubicBezTo>
                  <a:cubicBezTo>
                    <a:pt x="144" y="264"/>
                    <a:pt x="169" y="255"/>
                    <a:pt x="190" y="240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855575" y="2331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865875" y="2344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71" y="17"/>
                    <a:pt x="38" y="34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66" y="252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885250" y="2403425"/>
              <a:ext cx="3025" cy="2600"/>
            </a:xfrm>
            <a:custGeom>
              <a:avLst/>
              <a:gdLst/>
              <a:ahLst/>
              <a:cxnLst/>
              <a:rect l="l" t="t" r="r" b="b"/>
              <a:pathLst>
                <a:path w="121" h="104" extrusionOk="0">
                  <a:moveTo>
                    <a:pt x="87" y="1"/>
                  </a:moveTo>
                  <a:cubicBezTo>
                    <a:pt x="50" y="1"/>
                    <a:pt x="34" y="21"/>
                    <a:pt x="17" y="38"/>
                  </a:cubicBezTo>
                  <a:cubicBezTo>
                    <a:pt x="1" y="54"/>
                    <a:pt x="1" y="71"/>
                    <a:pt x="1" y="104"/>
                  </a:cubicBezTo>
                  <a:cubicBezTo>
                    <a:pt x="34" y="71"/>
                    <a:pt x="87" y="38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854325" y="23786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66"/>
                    <a:pt x="1" y="153"/>
                    <a:pt x="50" y="223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30" y="261"/>
                    <a:pt x="138" y="263"/>
                    <a:pt x="146" y="263"/>
                  </a:cubicBezTo>
                  <a:cubicBezTo>
                    <a:pt x="165" y="263"/>
                    <a:pt x="181" y="251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871950" y="2406000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7" y="88"/>
                    <a:pt x="1" y="174"/>
                    <a:pt x="34" y="228"/>
                  </a:cubicBezTo>
                  <a:cubicBezTo>
                    <a:pt x="67" y="244"/>
                    <a:pt x="83" y="261"/>
                    <a:pt x="120" y="277"/>
                  </a:cubicBezTo>
                  <a:cubicBezTo>
                    <a:pt x="153" y="277"/>
                    <a:pt x="170" y="261"/>
                    <a:pt x="207" y="244"/>
                  </a:cubicBezTo>
                  <a:cubicBezTo>
                    <a:pt x="223" y="228"/>
                    <a:pt x="240" y="191"/>
                    <a:pt x="240" y="158"/>
                  </a:cubicBezTo>
                  <a:cubicBezTo>
                    <a:pt x="240" y="125"/>
                    <a:pt x="240" y="88"/>
                    <a:pt x="223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53" y="22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870200" y="23274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37" y="0"/>
                  </a:moveTo>
                  <a:cubicBezTo>
                    <a:pt x="104" y="0"/>
                    <a:pt x="71" y="17"/>
                    <a:pt x="50" y="33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5" y="254"/>
                    <a:pt x="86" y="272"/>
                    <a:pt x="118" y="272"/>
                  </a:cubicBezTo>
                  <a:cubicBezTo>
                    <a:pt x="142" y="272"/>
                    <a:pt x="167" y="262"/>
                    <a:pt x="190" y="239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4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861650" y="2363550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39"/>
                    <a:pt x="207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857325" y="24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0" y="0"/>
                  </a:moveTo>
                  <a:cubicBezTo>
                    <a:pt x="82" y="0"/>
                    <a:pt x="31" y="35"/>
                    <a:pt x="17" y="91"/>
                  </a:cubicBezTo>
                  <a:cubicBezTo>
                    <a:pt x="0" y="144"/>
                    <a:pt x="33" y="231"/>
                    <a:pt x="87" y="247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73" y="264"/>
                    <a:pt x="206" y="231"/>
                    <a:pt x="223" y="177"/>
                  </a:cubicBezTo>
                  <a:cubicBezTo>
                    <a:pt x="239" y="128"/>
                    <a:pt x="239" y="74"/>
                    <a:pt x="206" y="41"/>
                  </a:cubicBezTo>
                  <a:lnTo>
                    <a:pt x="173" y="4"/>
                  </a:ln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4063875" y="23708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" y="66"/>
                    <a:pt x="1" y="103"/>
                    <a:pt x="1" y="153"/>
                  </a:cubicBezTo>
                  <a:cubicBezTo>
                    <a:pt x="1" y="190"/>
                    <a:pt x="17" y="206"/>
                    <a:pt x="34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49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4061300" y="24343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21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57" y="260"/>
                    <a:pt x="174" y="244"/>
                    <a:pt x="207" y="227"/>
                  </a:cubicBezTo>
                  <a:cubicBezTo>
                    <a:pt x="240" y="190"/>
                    <a:pt x="260" y="104"/>
                    <a:pt x="223" y="54"/>
                  </a:cubicBezTo>
                  <a:cubicBezTo>
                    <a:pt x="207" y="21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4061700" y="23874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9" y="1"/>
                  </a:moveTo>
                  <a:cubicBezTo>
                    <a:pt x="83" y="1"/>
                    <a:pt x="35" y="33"/>
                    <a:pt x="17" y="92"/>
                  </a:cubicBezTo>
                  <a:cubicBezTo>
                    <a:pt x="1" y="162"/>
                    <a:pt x="17" y="228"/>
                    <a:pt x="88" y="265"/>
                  </a:cubicBezTo>
                  <a:cubicBezTo>
                    <a:pt x="97" y="267"/>
                    <a:pt x="106" y="269"/>
                    <a:pt x="116" y="269"/>
                  </a:cubicBezTo>
                  <a:cubicBezTo>
                    <a:pt x="162" y="269"/>
                    <a:pt x="210" y="236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4061700" y="24180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5" y="17"/>
                    <a:pt x="1" y="87"/>
                    <a:pt x="17" y="157"/>
                  </a:cubicBezTo>
                  <a:cubicBezTo>
                    <a:pt x="17" y="190"/>
                    <a:pt x="38" y="223"/>
                    <a:pt x="71" y="239"/>
                  </a:cubicBezTo>
                  <a:cubicBezTo>
                    <a:pt x="88" y="260"/>
                    <a:pt x="121" y="260"/>
                    <a:pt x="141" y="260"/>
                  </a:cubicBezTo>
                  <a:cubicBezTo>
                    <a:pt x="207" y="260"/>
                    <a:pt x="244" y="190"/>
                    <a:pt x="244" y="120"/>
                  </a:cubicBezTo>
                  <a:cubicBezTo>
                    <a:pt x="224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8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4066450" y="23266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34" y="50"/>
                    <a:pt x="17" y="83"/>
                    <a:pt x="17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37" y="256"/>
                    <a:pt x="174" y="256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4057900" y="23570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21"/>
                    <a:pt x="50" y="38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926475" y="2384575"/>
              <a:ext cx="5600" cy="4350"/>
            </a:xfrm>
            <a:custGeom>
              <a:avLst/>
              <a:gdLst/>
              <a:ahLst/>
              <a:cxnLst/>
              <a:rect l="l" t="t" r="r" b="b"/>
              <a:pathLst>
                <a:path w="224" h="174" extrusionOk="0">
                  <a:moveTo>
                    <a:pt x="120" y="0"/>
                  </a:moveTo>
                  <a:cubicBezTo>
                    <a:pt x="87" y="0"/>
                    <a:pt x="50" y="0"/>
                    <a:pt x="34" y="17"/>
                  </a:cubicBezTo>
                  <a:cubicBezTo>
                    <a:pt x="17" y="54"/>
                    <a:pt x="1" y="87"/>
                    <a:pt x="1" y="120"/>
                  </a:cubicBezTo>
                  <a:lnTo>
                    <a:pt x="1" y="174"/>
                  </a:lnTo>
                  <a:cubicBezTo>
                    <a:pt x="67" y="157"/>
                    <a:pt x="137" y="157"/>
                    <a:pt x="207" y="157"/>
                  </a:cubicBezTo>
                  <a:cubicBezTo>
                    <a:pt x="223" y="120"/>
                    <a:pt x="207" y="70"/>
                    <a:pt x="190" y="54"/>
                  </a:cubicBezTo>
                  <a:cubicBezTo>
                    <a:pt x="170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4063050" y="23416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67" y="24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60"/>
                    <a:pt x="240" y="190"/>
                    <a:pt x="240" y="103"/>
                  </a:cubicBezTo>
                  <a:cubicBezTo>
                    <a:pt x="223" y="70"/>
                    <a:pt x="207" y="37"/>
                    <a:pt x="170" y="21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4011925" y="2411450"/>
              <a:ext cx="6000" cy="6225"/>
            </a:xfrm>
            <a:custGeom>
              <a:avLst/>
              <a:gdLst/>
              <a:ahLst/>
              <a:cxnLst/>
              <a:rect l="l" t="t" r="r" b="b"/>
              <a:pathLst>
                <a:path w="240" h="249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71" y="10"/>
                    <a:pt x="50" y="26"/>
                    <a:pt x="34" y="59"/>
                  </a:cubicBezTo>
                  <a:cubicBezTo>
                    <a:pt x="17" y="76"/>
                    <a:pt x="1" y="113"/>
                    <a:pt x="1" y="146"/>
                  </a:cubicBezTo>
                  <a:cubicBezTo>
                    <a:pt x="50" y="179"/>
                    <a:pt x="104" y="216"/>
                    <a:pt x="174" y="249"/>
                  </a:cubicBezTo>
                  <a:cubicBezTo>
                    <a:pt x="207" y="232"/>
                    <a:pt x="240" y="162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4026975" y="24099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"/>
                    <a:pt x="1" y="71"/>
                    <a:pt x="17" y="153"/>
                  </a:cubicBezTo>
                  <a:cubicBezTo>
                    <a:pt x="17" y="190"/>
                    <a:pt x="34" y="223"/>
                    <a:pt x="67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56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989150" y="2400850"/>
              <a:ext cx="5175" cy="3950"/>
            </a:xfrm>
            <a:custGeom>
              <a:avLst/>
              <a:gdLst/>
              <a:ahLst/>
              <a:cxnLst/>
              <a:rect l="l" t="t" r="r" b="b"/>
              <a:pathLst>
                <a:path w="207" h="158" extrusionOk="0">
                  <a:moveTo>
                    <a:pt x="104" y="1"/>
                  </a:moveTo>
                  <a:cubicBezTo>
                    <a:pt x="87" y="1"/>
                    <a:pt x="54" y="1"/>
                    <a:pt x="17" y="38"/>
                  </a:cubicBezTo>
                  <a:cubicBezTo>
                    <a:pt x="17" y="38"/>
                    <a:pt x="17" y="54"/>
                    <a:pt x="0" y="54"/>
                  </a:cubicBezTo>
                  <a:cubicBezTo>
                    <a:pt x="71" y="87"/>
                    <a:pt x="136" y="124"/>
                    <a:pt x="207" y="157"/>
                  </a:cubicBezTo>
                  <a:cubicBezTo>
                    <a:pt x="207" y="124"/>
                    <a:pt x="207" y="87"/>
                    <a:pt x="190" y="54"/>
                  </a:cubicBezTo>
                  <a:cubicBezTo>
                    <a:pt x="174" y="38"/>
                    <a:pt x="157" y="21"/>
                    <a:pt x="136" y="21"/>
                  </a:cubicBezTo>
                  <a:cubicBezTo>
                    <a:pt x="120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4066875" y="22941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14" y="1"/>
                  </a:moveTo>
                  <a:cubicBezTo>
                    <a:pt x="95" y="1"/>
                    <a:pt x="80" y="9"/>
                    <a:pt x="70" y="28"/>
                  </a:cubicBezTo>
                  <a:cubicBezTo>
                    <a:pt x="37" y="28"/>
                    <a:pt x="17" y="65"/>
                    <a:pt x="17" y="82"/>
                  </a:cubicBezTo>
                  <a:cubicBezTo>
                    <a:pt x="0" y="115"/>
                    <a:pt x="0" y="148"/>
                    <a:pt x="17" y="168"/>
                  </a:cubicBezTo>
                  <a:cubicBezTo>
                    <a:pt x="17" y="201"/>
                    <a:pt x="54" y="234"/>
                    <a:pt x="87" y="251"/>
                  </a:cubicBezTo>
                  <a:cubicBezTo>
                    <a:pt x="101" y="261"/>
                    <a:pt x="117" y="266"/>
                    <a:pt x="132" y="266"/>
                  </a:cubicBezTo>
                  <a:cubicBezTo>
                    <a:pt x="173" y="266"/>
                    <a:pt x="211" y="233"/>
                    <a:pt x="223" y="185"/>
                  </a:cubicBezTo>
                  <a:cubicBezTo>
                    <a:pt x="243" y="115"/>
                    <a:pt x="223" y="45"/>
                    <a:pt x="157" y="12"/>
                  </a:cubicBezTo>
                  <a:cubicBezTo>
                    <a:pt x="141" y="5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4029550" y="23629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8" y="0"/>
                  </a:moveTo>
                  <a:cubicBezTo>
                    <a:pt x="100" y="0"/>
                    <a:pt x="93" y="2"/>
                    <a:pt x="87" y="8"/>
                  </a:cubicBezTo>
                  <a:cubicBezTo>
                    <a:pt x="67" y="8"/>
                    <a:pt x="34" y="24"/>
                    <a:pt x="17" y="57"/>
                  </a:cubicBezTo>
                  <a:cubicBezTo>
                    <a:pt x="1" y="74"/>
                    <a:pt x="1" y="111"/>
                    <a:pt x="1" y="144"/>
                  </a:cubicBezTo>
                  <a:cubicBezTo>
                    <a:pt x="1" y="177"/>
                    <a:pt x="17" y="214"/>
                    <a:pt x="34" y="230"/>
                  </a:cubicBezTo>
                  <a:cubicBezTo>
                    <a:pt x="67" y="247"/>
                    <a:pt x="104" y="263"/>
                    <a:pt x="120" y="263"/>
                  </a:cubicBezTo>
                  <a:cubicBezTo>
                    <a:pt x="190" y="247"/>
                    <a:pt x="223" y="177"/>
                    <a:pt x="223" y="111"/>
                  </a:cubicBezTo>
                  <a:cubicBezTo>
                    <a:pt x="207" y="74"/>
                    <a:pt x="190" y="41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4066050" y="2246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87" y="17"/>
                    <a:pt x="50" y="33"/>
                  </a:cubicBezTo>
                  <a:cubicBezTo>
                    <a:pt x="17" y="83"/>
                    <a:pt x="0" y="153"/>
                    <a:pt x="33" y="223"/>
                  </a:cubicBezTo>
                  <a:cubicBezTo>
                    <a:pt x="50" y="239"/>
                    <a:pt x="87" y="256"/>
                    <a:pt x="120" y="256"/>
                  </a:cubicBezTo>
                  <a:cubicBezTo>
                    <a:pt x="125" y="261"/>
                    <a:pt x="131" y="263"/>
                    <a:pt x="138" y="263"/>
                  </a:cubicBezTo>
                  <a:cubicBezTo>
                    <a:pt x="156" y="263"/>
                    <a:pt x="178" y="251"/>
                    <a:pt x="190" y="239"/>
                  </a:cubicBezTo>
                  <a:cubicBezTo>
                    <a:pt x="223" y="206"/>
                    <a:pt x="239" y="186"/>
                    <a:pt x="239" y="153"/>
                  </a:cubicBezTo>
                  <a:cubicBezTo>
                    <a:pt x="239" y="120"/>
                    <a:pt x="223" y="83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4056150" y="22810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7" y="252"/>
                    <a:pt x="92" y="265"/>
                    <a:pt x="110" y="265"/>
                  </a:cubicBezTo>
                  <a:cubicBezTo>
                    <a:pt x="118" y="265"/>
                    <a:pt x="127" y="263"/>
                    <a:pt x="136" y="257"/>
                  </a:cubicBezTo>
                  <a:cubicBezTo>
                    <a:pt x="206" y="257"/>
                    <a:pt x="239" y="191"/>
                    <a:pt x="239" y="121"/>
                  </a:cubicBezTo>
                  <a:cubicBezTo>
                    <a:pt x="223" y="88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4026050" y="2193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04" y="0"/>
                    <a:pt x="71" y="16"/>
                    <a:pt x="54" y="33"/>
                  </a:cubicBezTo>
                  <a:cubicBezTo>
                    <a:pt x="38" y="54"/>
                    <a:pt x="21" y="87"/>
                    <a:pt x="21" y="120"/>
                  </a:cubicBezTo>
                  <a:cubicBezTo>
                    <a:pt x="0" y="157"/>
                    <a:pt x="21" y="190"/>
                    <a:pt x="38" y="223"/>
                  </a:cubicBezTo>
                  <a:cubicBezTo>
                    <a:pt x="54" y="239"/>
                    <a:pt x="87" y="260"/>
                    <a:pt x="104" y="260"/>
                  </a:cubicBezTo>
                  <a:cubicBezTo>
                    <a:pt x="114" y="264"/>
                    <a:pt x="124" y="266"/>
                    <a:pt x="134" y="266"/>
                  </a:cubicBezTo>
                  <a:cubicBezTo>
                    <a:pt x="158" y="266"/>
                    <a:pt x="178" y="254"/>
                    <a:pt x="190" y="239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3"/>
                    <a:pt x="174" y="16"/>
                    <a:pt x="157" y="16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4032125" y="222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4078925" y="22893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8" y="259"/>
                    <a:pt x="108" y="260"/>
                    <a:pt x="118" y="260"/>
                  </a:cubicBezTo>
                  <a:cubicBezTo>
                    <a:pt x="170" y="260"/>
                    <a:pt x="212" y="225"/>
                    <a:pt x="240" y="170"/>
                  </a:cubicBezTo>
                  <a:cubicBezTo>
                    <a:pt x="256" y="100"/>
                    <a:pt x="223" y="30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4029150" y="22686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4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4006350" y="2212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11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53"/>
                    <a:pt x="17" y="219"/>
                    <a:pt x="88" y="256"/>
                  </a:cubicBezTo>
                  <a:cubicBezTo>
                    <a:pt x="88" y="256"/>
                    <a:pt x="95" y="264"/>
                    <a:pt x="105" y="264"/>
                  </a:cubicBezTo>
                  <a:cubicBezTo>
                    <a:pt x="110" y="264"/>
                    <a:pt x="115" y="262"/>
                    <a:pt x="121" y="256"/>
                  </a:cubicBezTo>
                  <a:cubicBezTo>
                    <a:pt x="170" y="256"/>
                    <a:pt x="207" y="219"/>
                    <a:pt x="224" y="186"/>
                  </a:cubicBezTo>
                  <a:cubicBezTo>
                    <a:pt x="240" y="133"/>
                    <a:pt x="224" y="83"/>
                    <a:pt x="207" y="50"/>
                  </a:cubicBezTo>
                  <a:cubicBezTo>
                    <a:pt x="191" y="29"/>
                    <a:pt x="170" y="13"/>
                    <a:pt x="154" y="13"/>
                  </a:cubicBezTo>
                  <a:cubicBezTo>
                    <a:pt x="140" y="4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4017500" y="2224500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9" y="1"/>
                  </a:moveTo>
                  <a:cubicBezTo>
                    <a:pt x="120" y="1"/>
                    <a:pt x="112" y="5"/>
                    <a:pt x="103" y="13"/>
                  </a:cubicBezTo>
                  <a:cubicBezTo>
                    <a:pt x="70" y="13"/>
                    <a:pt x="54" y="29"/>
                    <a:pt x="33" y="6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4" y="236"/>
                  </a:cubicBezTo>
                  <a:cubicBezTo>
                    <a:pt x="70" y="252"/>
                    <a:pt x="103" y="273"/>
                    <a:pt x="136" y="273"/>
                  </a:cubicBezTo>
                  <a:cubicBezTo>
                    <a:pt x="190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29"/>
                    <a:pt x="173" y="13"/>
                    <a:pt x="157" y="13"/>
                  </a:cubicBezTo>
                  <a:cubicBezTo>
                    <a:pt x="147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4011925" y="21946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82" y="0"/>
                    <a:pt x="31" y="33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3" y="4"/>
                  </a:cubicBezTo>
                  <a:cubicBezTo>
                    <a:pt x="145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010600" y="2241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21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44"/>
                    <a:pt x="87" y="260"/>
                    <a:pt x="103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06" y="206"/>
                    <a:pt x="227" y="173"/>
                    <a:pt x="227" y="140"/>
                  </a:cubicBezTo>
                  <a:cubicBezTo>
                    <a:pt x="243" y="103"/>
                    <a:pt x="227" y="70"/>
                    <a:pt x="206" y="54"/>
                  </a:cubicBezTo>
                  <a:cubicBezTo>
                    <a:pt x="190" y="37"/>
                    <a:pt x="173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4044075" y="22695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19" y="1"/>
                  </a:moveTo>
                  <a:cubicBezTo>
                    <a:pt x="72" y="1"/>
                    <a:pt x="34" y="34"/>
                    <a:pt x="22" y="82"/>
                  </a:cubicBezTo>
                  <a:cubicBezTo>
                    <a:pt x="1" y="152"/>
                    <a:pt x="38" y="222"/>
                    <a:pt x="88" y="255"/>
                  </a:cubicBezTo>
                  <a:cubicBezTo>
                    <a:pt x="97" y="258"/>
                    <a:pt x="107" y="259"/>
                    <a:pt x="117" y="259"/>
                  </a:cubicBezTo>
                  <a:cubicBezTo>
                    <a:pt x="163" y="259"/>
                    <a:pt x="211" y="229"/>
                    <a:pt x="228" y="185"/>
                  </a:cubicBezTo>
                  <a:cubicBezTo>
                    <a:pt x="244" y="119"/>
                    <a:pt x="228" y="32"/>
                    <a:pt x="174" y="16"/>
                  </a:cubicBezTo>
                  <a:cubicBezTo>
                    <a:pt x="155" y="6"/>
                    <a:pt x="13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4047600" y="221925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70"/>
                    <a:pt x="0" y="136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69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035125" y="225215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17" y="74"/>
                    <a:pt x="0" y="160"/>
                    <a:pt x="33" y="214"/>
                  </a:cubicBezTo>
                  <a:cubicBezTo>
                    <a:pt x="50" y="230"/>
                    <a:pt x="87" y="247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77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4050575" y="22519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87" y="0"/>
                  </a:moveTo>
                  <a:cubicBezTo>
                    <a:pt x="34" y="33"/>
                    <a:pt x="1" y="83"/>
                    <a:pt x="17" y="136"/>
                  </a:cubicBezTo>
                  <a:cubicBezTo>
                    <a:pt x="17" y="169"/>
                    <a:pt x="34" y="206"/>
                    <a:pt x="50" y="223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207" y="239"/>
                    <a:pt x="240" y="169"/>
                    <a:pt x="240" y="103"/>
                  </a:cubicBezTo>
                  <a:cubicBezTo>
                    <a:pt x="223" y="83"/>
                    <a:pt x="223" y="83"/>
                    <a:pt x="223" y="66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4038925" y="22067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4" y="17"/>
                    <a:pt x="1" y="87"/>
                    <a:pt x="21" y="157"/>
                  </a:cubicBezTo>
                  <a:cubicBezTo>
                    <a:pt x="21" y="190"/>
                    <a:pt x="38" y="207"/>
                    <a:pt x="54" y="239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74" y="260"/>
                    <a:pt x="190" y="239"/>
                    <a:pt x="207" y="207"/>
                  </a:cubicBezTo>
                  <a:cubicBezTo>
                    <a:pt x="228" y="174"/>
                    <a:pt x="244" y="136"/>
                    <a:pt x="228" y="103"/>
                  </a:cubicBezTo>
                  <a:cubicBezTo>
                    <a:pt x="228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4040675" y="21913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8"/>
                    <a:pt x="1" y="158"/>
                  </a:cubicBezTo>
                  <a:cubicBezTo>
                    <a:pt x="15" y="215"/>
                    <a:pt x="58" y="264"/>
                    <a:pt x="113" y="264"/>
                  </a:cubicBezTo>
                  <a:cubicBezTo>
                    <a:pt x="121" y="264"/>
                    <a:pt x="129" y="263"/>
                    <a:pt x="137" y="261"/>
                  </a:cubicBezTo>
                  <a:cubicBezTo>
                    <a:pt x="158" y="261"/>
                    <a:pt x="191" y="240"/>
                    <a:pt x="207" y="207"/>
                  </a:cubicBezTo>
                  <a:cubicBezTo>
                    <a:pt x="224" y="174"/>
                    <a:pt x="224" y="137"/>
                    <a:pt x="224" y="104"/>
                  </a:cubicBezTo>
                  <a:cubicBezTo>
                    <a:pt x="224" y="71"/>
                    <a:pt x="207" y="55"/>
                    <a:pt x="174" y="17"/>
                  </a:cubicBezTo>
                  <a:lnTo>
                    <a:pt x="158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4053975" y="22024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1" y="0"/>
                  </a:moveTo>
                  <a:cubicBezTo>
                    <a:pt x="104" y="0"/>
                    <a:pt x="71" y="0"/>
                    <a:pt x="54" y="21"/>
                  </a:cubicBezTo>
                  <a:cubicBezTo>
                    <a:pt x="1" y="70"/>
                    <a:pt x="1" y="157"/>
                    <a:pt x="38" y="206"/>
                  </a:cubicBezTo>
                  <a:cubicBezTo>
                    <a:pt x="54" y="243"/>
                    <a:pt x="87" y="260"/>
                    <a:pt x="104" y="260"/>
                  </a:cubicBezTo>
                  <a:cubicBezTo>
                    <a:pt x="141" y="260"/>
                    <a:pt x="174" y="260"/>
                    <a:pt x="190" y="227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7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3974500" y="2185750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22" y="190"/>
                    <a:pt x="22" y="223"/>
                    <a:pt x="55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8" y="256"/>
                    <a:pt x="191" y="239"/>
                    <a:pt x="207" y="206"/>
                  </a:cubicBezTo>
                  <a:cubicBezTo>
                    <a:pt x="228" y="173"/>
                    <a:pt x="228" y="136"/>
                    <a:pt x="228" y="103"/>
                  </a:cubicBezTo>
                  <a:cubicBezTo>
                    <a:pt x="228" y="70"/>
                    <a:pt x="207" y="50"/>
                    <a:pt x="174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3983175" y="224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3971100" y="2236300"/>
              <a:ext cx="6025" cy="6475"/>
            </a:xfrm>
            <a:custGeom>
              <a:avLst/>
              <a:gdLst/>
              <a:ahLst/>
              <a:cxnLst/>
              <a:rect l="l" t="t" r="r" b="b"/>
              <a:pathLst>
                <a:path w="241" h="259" extrusionOk="0">
                  <a:moveTo>
                    <a:pt x="125" y="1"/>
                  </a:moveTo>
                  <a:cubicBezTo>
                    <a:pt x="79" y="1"/>
                    <a:pt x="31" y="33"/>
                    <a:pt x="17" y="73"/>
                  </a:cubicBezTo>
                  <a:cubicBezTo>
                    <a:pt x="1" y="143"/>
                    <a:pt x="17" y="229"/>
                    <a:pt x="88" y="246"/>
                  </a:cubicBezTo>
                  <a:cubicBezTo>
                    <a:pt x="101" y="255"/>
                    <a:pt x="115" y="259"/>
                    <a:pt x="130" y="259"/>
                  </a:cubicBezTo>
                  <a:cubicBezTo>
                    <a:pt x="170" y="259"/>
                    <a:pt x="211" y="227"/>
                    <a:pt x="224" y="176"/>
                  </a:cubicBezTo>
                  <a:cubicBezTo>
                    <a:pt x="240" y="110"/>
                    <a:pt x="224" y="40"/>
                    <a:pt x="158" y="7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977600" y="221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104" y="0"/>
                    <a:pt x="83" y="0"/>
                    <a:pt x="83" y="17"/>
                  </a:cubicBezTo>
                  <a:cubicBezTo>
                    <a:pt x="34" y="33"/>
                    <a:pt x="1" y="83"/>
                    <a:pt x="17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lnTo>
                    <a:pt x="223" y="83"/>
                  </a:lnTo>
                  <a:cubicBezTo>
                    <a:pt x="207" y="5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39621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83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86" y="34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3967300" y="22029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73" y="252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3991725" y="21859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4" y="1"/>
                  </a:moveTo>
                  <a:cubicBezTo>
                    <a:pt x="76" y="1"/>
                    <a:pt x="60" y="13"/>
                    <a:pt x="33" y="24"/>
                  </a:cubicBezTo>
                  <a:cubicBezTo>
                    <a:pt x="17" y="41"/>
                    <a:pt x="1" y="78"/>
                    <a:pt x="1" y="111"/>
                  </a:cubicBezTo>
                  <a:cubicBezTo>
                    <a:pt x="1" y="144"/>
                    <a:pt x="1" y="181"/>
                    <a:pt x="17" y="214"/>
                  </a:cubicBezTo>
                  <a:cubicBezTo>
                    <a:pt x="48" y="245"/>
                    <a:pt x="83" y="263"/>
                    <a:pt x="117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23" y="181"/>
                    <a:pt x="240" y="111"/>
                    <a:pt x="207" y="41"/>
                  </a:cubicBezTo>
                  <a:cubicBezTo>
                    <a:pt x="190" y="24"/>
                    <a:pt x="174" y="8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3995650" y="224335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3"/>
                  </a:cubicBezTo>
                  <a:cubicBezTo>
                    <a:pt x="0" y="154"/>
                    <a:pt x="33" y="220"/>
                    <a:pt x="83" y="257"/>
                  </a:cubicBezTo>
                  <a:lnTo>
                    <a:pt x="136" y="257"/>
                  </a:lnTo>
                  <a:cubicBezTo>
                    <a:pt x="186" y="257"/>
                    <a:pt x="223" y="220"/>
                    <a:pt x="239" y="170"/>
                  </a:cubicBezTo>
                  <a:cubicBezTo>
                    <a:pt x="256" y="137"/>
                    <a:pt x="239" y="83"/>
                    <a:pt x="223" y="50"/>
                  </a:cubicBezTo>
                  <a:cubicBezTo>
                    <a:pt x="206" y="34"/>
                    <a:pt x="186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3993075" y="2213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30"/>
                    <a:pt x="83" y="247"/>
                    <a:pt x="103" y="263"/>
                  </a:cubicBezTo>
                  <a:cubicBezTo>
                    <a:pt x="136" y="263"/>
                    <a:pt x="169" y="247"/>
                    <a:pt x="186" y="230"/>
                  </a:cubicBezTo>
                  <a:cubicBezTo>
                    <a:pt x="223" y="214"/>
                    <a:pt x="223" y="177"/>
                    <a:pt x="239" y="144"/>
                  </a:cubicBezTo>
                  <a:cubicBezTo>
                    <a:pt x="239" y="111"/>
                    <a:pt x="223" y="74"/>
                    <a:pt x="206" y="41"/>
                  </a:cubicBezTo>
                  <a:cubicBezTo>
                    <a:pt x="186" y="24"/>
                    <a:pt x="186" y="24"/>
                    <a:pt x="153" y="8"/>
                  </a:cubicBezTo>
                  <a:lnTo>
                    <a:pt x="136" y="8"/>
                  </a:lnTo>
                  <a:cubicBezTo>
                    <a:pt x="127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3999875" y="21984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1" y="0"/>
                  </a:moveTo>
                  <a:cubicBezTo>
                    <a:pt x="115" y="0"/>
                    <a:pt x="109" y="2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81"/>
                    <a:pt x="37" y="214"/>
                    <a:pt x="54" y="230"/>
                  </a:cubicBezTo>
                  <a:cubicBezTo>
                    <a:pt x="87" y="247"/>
                    <a:pt x="103" y="263"/>
                    <a:pt x="140" y="263"/>
                  </a:cubicBezTo>
                  <a:cubicBezTo>
                    <a:pt x="173" y="247"/>
                    <a:pt x="190" y="230"/>
                    <a:pt x="206" y="214"/>
                  </a:cubicBezTo>
                  <a:cubicBezTo>
                    <a:pt x="223" y="181"/>
                    <a:pt x="243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3989150" y="22303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7" y="71"/>
                    <a:pt x="190" y="38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4003375" y="22260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3" y="1"/>
                  </a:moveTo>
                  <a:cubicBezTo>
                    <a:pt x="59" y="1"/>
                    <a:pt x="14" y="33"/>
                    <a:pt x="0" y="72"/>
                  </a:cubicBezTo>
                  <a:lnTo>
                    <a:pt x="0" y="143"/>
                  </a:lnTo>
                  <a:cubicBezTo>
                    <a:pt x="0" y="192"/>
                    <a:pt x="33" y="229"/>
                    <a:pt x="66" y="246"/>
                  </a:cubicBezTo>
                  <a:cubicBezTo>
                    <a:pt x="82" y="252"/>
                    <a:pt x="99" y="256"/>
                    <a:pt x="116" y="256"/>
                  </a:cubicBezTo>
                  <a:cubicBezTo>
                    <a:pt x="139" y="256"/>
                    <a:pt x="160" y="248"/>
                    <a:pt x="169" y="229"/>
                  </a:cubicBezTo>
                  <a:cubicBezTo>
                    <a:pt x="186" y="213"/>
                    <a:pt x="207" y="192"/>
                    <a:pt x="207" y="176"/>
                  </a:cubicBezTo>
                  <a:cubicBezTo>
                    <a:pt x="240" y="110"/>
                    <a:pt x="207" y="39"/>
                    <a:pt x="153" y="6"/>
                  </a:cubicBezTo>
                  <a:cubicBezTo>
                    <a:pt x="139" y="2"/>
                    <a:pt x="12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986575" y="2277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87"/>
                    <a:pt x="17" y="157"/>
                  </a:cubicBezTo>
                  <a:cubicBezTo>
                    <a:pt x="17" y="190"/>
                    <a:pt x="33" y="227"/>
                    <a:pt x="70" y="244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39" y="140"/>
                    <a:pt x="223" y="103"/>
                  </a:cubicBezTo>
                  <a:cubicBezTo>
                    <a:pt x="223" y="70"/>
                    <a:pt x="207" y="54"/>
                    <a:pt x="190" y="21"/>
                  </a:cubicBezTo>
                  <a:lnTo>
                    <a:pt x="157" y="21"/>
                  </a:lnTo>
                  <a:cubicBezTo>
                    <a:pt x="157" y="0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4022650" y="2208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3"/>
                  </a:cubicBezTo>
                  <a:cubicBezTo>
                    <a:pt x="17" y="191"/>
                    <a:pt x="33" y="224"/>
                    <a:pt x="70" y="240"/>
                  </a:cubicBezTo>
                  <a:cubicBezTo>
                    <a:pt x="82" y="252"/>
                    <a:pt x="102" y="265"/>
                    <a:pt x="118" y="265"/>
                  </a:cubicBezTo>
                  <a:cubicBezTo>
                    <a:pt x="125" y="265"/>
                    <a:pt x="132" y="263"/>
                    <a:pt x="136" y="257"/>
                  </a:cubicBezTo>
                  <a:cubicBezTo>
                    <a:pt x="207" y="257"/>
                    <a:pt x="240" y="191"/>
                    <a:pt x="240" y="121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57" y="1"/>
                    <a:pt x="13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4089225" y="242755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7"/>
                    <a:pt x="50" y="34"/>
                  </a:cubicBezTo>
                  <a:cubicBezTo>
                    <a:pt x="17" y="87"/>
                    <a:pt x="1" y="153"/>
                    <a:pt x="34" y="223"/>
                  </a:cubicBezTo>
                  <a:cubicBezTo>
                    <a:pt x="63" y="250"/>
                    <a:pt x="97" y="263"/>
                    <a:pt x="129" y="263"/>
                  </a:cubicBezTo>
                  <a:cubicBezTo>
                    <a:pt x="156" y="263"/>
                    <a:pt x="183" y="255"/>
                    <a:pt x="207" y="240"/>
                  </a:cubicBezTo>
                  <a:cubicBezTo>
                    <a:pt x="240" y="190"/>
                    <a:pt x="256" y="104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3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080675" y="23691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86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4099550" y="222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87" y="1"/>
                    <a:pt x="50" y="1"/>
                    <a:pt x="33" y="34"/>
                  </a:cubicBezTo>
                  <a:cubicBezTo>
                    <a:pt x="17" y="55"/>
                    <a:pt x="0" y="88"/>
                    <a:pt x="0" y="121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0"/>
                    <a:pt x="70" y="261"/>
                    <a:pt x="87" y="261"/>
                  </a:cubicBezTo>
                  <a:cubicBezTo>
                    <a:pt x="120" y="261"/>
                    <a:pt x="153" y="261"/>
                    <a:pt x="173" y="224"/>
                  </a:cubicBezTo>
                  <a:cubicBezTo>
                    <a:pt x="223" y="191"/>
                    <a:pt x="223" y="104"/>
                    <a:pt x="190" y="55"/>
                  </a:cubicBezTo>
                  <a:cubicBezTo>
                    <a:pt x="173" y="34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4084900" y="24446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71" y="21"/>
                    <a:pt x="54" y="37"/>
                    <a:pt x="38" y="54"/>
                  </a:cubicBezTo>
                  <a:cubicBezTo>
                    <a:pt x="17" y="87"/>
                    <a:pt x="1" y="124"/>
                    <a:pt x="17" y="157"/>
                  </a:cubicBezTo>
                  <a:cubicBezTo>
                    <a:pt x="17" y="190"/>
                    <a:pt x="38" y="227"/>
                    <a:pt x="54" y="243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7" y="21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4092625" y="2459800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41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4" y="137"/>
                    <a:pt x="223" y="84"/>
                    <a:pt x="207" y="51"/>
                  </a:cubicBezTo>
                  <a:cubicBezTo>
                    <a:pt x="190" y="34"/>
                    <a:pt x="174" y="13"/>
                    <a:pt x="158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4099950" y="2194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2" y="0"/>
                  </a:moveTo>
                  <a:cubicBezTo>
                    <a:pt x="87" y="0"/>
                    <a:pt x="71" y="5"/>
                    <a:pt x="54" y="16"/>
                  </a:cubicBezTo>
                  <a:cubicBezTo>
                    <a:pt x="34" y="32"/>
                    <a:pt x="17" y="65"/>
                    <a:pt x="1" y="82"/>
                  </a:cubicBezTo>
                  <a:lnTo>
                    <a:pt x="1" y="168"/>
                  </a:lnTo>
                  <a:cubicBezTo>
                    <a:pt x="17" y="201"/>
                    <a:pt x="34" y="238"/>
                    <a:pt x="71" y="255"/>
                  </a:cubicBezTo>
                  <a:cubicBezTo>
                    <a:pt x="84" y="263"/>
                    <a:pt x="98" y="268"/>
                    <a:pt x="113" y="268"/>
                  </a:cubicBezTo>
                  <a:cubicBezTo>
                    <a:pt x="154" y="268"/>
                    <a:pt x="195" y="236"/>
                    <a:pt x="207" y="185"/>
                  </a:cubicBezTo>
                  <a:cubicBezTo>
                    <a:pt x="223" y="119"/>
                    <a:pt x="207" y="32"/>
                    <a:pt x="137" y="16"/>
                  </a:cubicBezTo>
                  <a:cubicBezTo>
                    <a:pt x="128" y="5"/>
                    <a:pt x="11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4096550" y="2413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4084500" y="24021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8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09" y="231"/>
                    <a:pt x="223" y="178"/>
                  </a:cubicBezTo>
                  <a:cubicBezTo>
                    <a:pt x="239" y="107"/>
                    <a:pt x="223" y="37"/>
                    <a:pt x="157" y="4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4079325" y="22453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9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61"/>
                    <a:pt x="17" y="227"/>
                    <a:pt x="88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4" y="178"/>
                  </a:cubicBezTo>
                  <a:cubicBezTo>
                    <a:pt x="240" y="141"/>
                    <a:pt x="224" y="75"/>
                    <a:pt x="207" y="37"/>
                  </a:cubicBezTo>
                  <a:cubicBezTo>
                    <a:pt x="191" y="37"/>
                    <a:pt x="174" y="21"/>
                    <a:pt x="158" y="4"/>
                  </a:cubicBezTo>
                  <a:cubicBezTo>
                    <a:pt x="149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4081100" y="23240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66"/>
                    <a:pt x="0" y="153"/>
                  </a:cubicBezTo>
                  <a:cubicBezTo>
                    <a:pt x="17" y="223"/>
                    <a:pt x="66" y="256"/>
                    <a:pt x="120" y="256"/>
                  </a:cubicBezTo>
                  <a:cubicBezTo>
                    <a:pt x="153" y="256"/>
                    <a:pt x="190" y="223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4076350" y="24153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5" y="1"/>
                  </a:moveTo>
                  <a:cubicBezTo>
                    <a:pt x="81" y="1"/>
                    <a:pt x="30" y="31"/>
                    <a:pt x="17" y="75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4"/>
                    <a:pt x="116" y="259"/>
                    <a:pt x="131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4076350" y="2259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2" y="1"/>
                  </a:moveTo>
                  <a:cubicBezTo>
                    <a:pt x="59" y="1"/>
                    <a:pt x="24" y="33"/>
                    <a:pt x="0" y="81"/>
                  </a:cubicBezTo>
                  <a:lnTo>
                    <a:pt x="0" y="151"/>
                  </a:lnTo>
                  <a:cubicBezTo>
                    <a:pt x="0" y="184"/>
                    <a:pt x="33" y="238"/>
                    <a:pt x="71" y="255"/>
                  </a:cubicBezTo>
                  <a:cubicBezTo>
                    <a:pt x="79" y="259"/>
                    <a:pt x="89" y="261"/>
                    <a:pt x="100" y="261"/>
                  </a:cubicBezTo>
                  <a:cubicBezTo>
                    <a:pt x="129" y="261"/>
                    <a:pt x="163" y="246"/>
                    <a:pt x="190" y="222"/>
                  </a:cubicBezTo>
                  <a:cubicBezTo>
                    <a:pt x="190" y="222"/>
                    <a:pt x="207" y="201"/>
                    <a:pt x="207" y="184"/>
                  </a:cubicBezTo>
                  <a:cubicBezTo>
                    <a:pt x="240" y="118"/>
                    <a:pt x="207" y="32"/>
                    <a:pt x="153" y="15"/>
                  </a:cubicBezTo>
                  <a:cubicBezTo>
                    <a:pt x="135" y="5"/>
                    <a:pt x="11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4074600" y="2309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7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4072425" y="2354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0"/>
                  </a:moveTo>
                  <a:cubicBezTo>
                    <a:pt x="124" y="0"/>
                    <a:pt x="87" y="0"/>
                    <a:pt x="54" y="38"/>
                  </a:cubicBezTo>
                  <a:cubicBezTo>
                    <a:pt x="21" y="71"/>
                    <a:pt x="1" y="157"/>
                    <a:pt x="54" y="207"/>
                  </a:cubicBezTo>
                  <a:cubicBezTo>
                    <a:pt x="71" y="244"/>
                    <a:pt x="87" y="260"/>
                    <a:pt x="124" y="260"/>
                  </a:cubicBezTo>
                  <a:cubicBezTo>
                    <a:pt x="157" y="260"/>
                    <a:pt x="174" y="260"/>
                    <a:pt x="207" y="227"/>
                  </a:cubicBezTo>
                  <a:cubicBezTo>
                    <a:pt x="228" y="207"/>
                    <a:pt x="244" y="174"/>
                    <a:pt x="244" y="141"/>
                  </a:cubicBezTo>
                  <a:cubicBezTo>
                    <a:pt x="244" y="104"/>
                    <a:pt x="244" y="71"/>
                    <a:pt x="228" y="54"/>
                  </a:cubicBezTo>
                  <a:cubicBezTo>
                    <a:pt x="207" y="38"/>
                    <a:pt x="190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4066875" y="21994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90" y="17"/>
                    <a:pt x="173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4064700" y="22192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53"/>
                    <a:pt x="21" y="190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27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3867625" y="2377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1" y="161"/>
                    <a:pt x="34" y="227"/>
                    <a:pt x="87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3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190" y="42"/>
                    <a:pt x="190" y="21"/>
                    <a:pt x="174" y="5"/>
                  </a:cubicBezTo>
                  <a:cubicBezTo>
                    <a:pt x="162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4054400" y="218615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21" y="223"/>
                    <a:pt x="54" y="240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20" y="267"/>
                    <a:pt x="130" y="265"/>
                    <a:pt x="140" y="261"/>
                  </a:cubicBezTo>
                  <a:cubicBezTo>
                    <a:pt x="190" y="261"/>
                    <a:pt x="243" y="190"/>
                    <a:pt x="227" y="120"/>
                  </a:cubicBezTo>
                  <a:cubicBezTo>
                    <a:pt x="227" y="87"/>
                    <a:pt x="206" y="54"/>
                    <a:pt x="173" y="34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4069025" y="22766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5"/>
                    <a:pt x="120" y="265"/>
                    <a:pt x="137" y="265"/>
                  </a:cubicBezTo>
                  <a:cubicBezTo>
                    <a:pt x="174" y="265"/>
                    <a:pt x="207" y="227"/>
                    <a:pt x="223" y="178"/>
                  </a:cubicBezTo>
                  <a:cubicBezTo>
                    <a:pt x="240" y="124"/>
                    <a:pt x="223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4059550" y="23106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0"/>
                    <a:pt x="0" y="70"/>
                    <a:pt x="21" y="140"/>
                  </a:cubicBezTo>
                  <a:cubicBezTo>
                    <a:pt x="21" y="190"/>
                    <a:pt x="37" y="227"/>
                    <a:pt x="70" y="243"/>
                  </a:cubicBezTo>
                  <a:cubicBezTo>
                    <a:pt x="87" y="260"/>
                    <a:pt x="124" y="260"/>
                    <a:pt x="141" y="260"/>
                  </a:cubicBezTo>
                  <a:cubicBezTo>
                    <a:pt x="174" y="243"/>
                    <a:pt x="190" y="227"/>
                    <a:pt x="207" y="206"/>
                  </a:cubicBezTo>
                  <a:cubicBezTo>
                    <a:pt x="227" y="173"/>
                    <a:pt x="244" y="140"/>
                    <a:pt x="227" y="103"/>
                  </a:cubicBezTo>
                  <a:cubicBezTo>
                    <a:pt x="227" y="70"/>
                    <a:pt x="207" y="37"/>
                    <a:pt x="190" y="21"/>
                  </a:cubicBezTo>
                  <a:cubicBezTo>
                    <a:pt x="174" y="21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3959050" y="21885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12" y="0"/>
                  </a:moveTo>
                  <a:cubicBezTo>
                    <a:pt x="93" y="0"/>
                    <a:pt x="77" y="12"/>
                    <a:pt x="54" y="23"/>
                  </a:cubicBezTo>
                  <a:cubicBezTo>
                    <a:pt x="21" y="77"/>
                    <a:pt x="1" y="164"/>
                    <a:pt x="38" y="213"/>
                  </a:cubicBezTo>
                  <a:cubicBezTo>
                    <a:pt x="54" y="229"/>
                    <a:pt x="87" y="246"/>
                    <a:pt x="124" y="267"/>
                  </a:cubicBezTo>
                  <a:cubicBezTo>
                    <a:pt x="141" y="267"/>
                    <a:pt x="174" y="246"/>
                    <a:pt x="190" y="229"/>
                  </a:cubicBezTo>
                  <a:cubicBezTo>
                    <a:pt x="227" y="213"/>
                    <a:pt x="244" y="180"/>
                    <a:pt x="244" y="143"/>
                  </a:cubicBezTo>
                  <a:cubicBezTo>
                    <a:pt x="244" y="110"/>
                    <a:pt x="244" y="77"/>
                    <a:pt x="207" y="40"/>
                  </a:cubicBezTo>
                  <a:cubicBezTo>
                    <a:pt x="207" y="23"/>
                    <a:pt x="190" y="7"/>
                    <a:pt x="174" y="7"/>
                  </a:cubicBezTo>
                  <a:lnTo>
                    <a:pt x="141" y="7"/>
                  </a:lnTo>
                  <a:cubicBezTo>
                    <a:pt x="130" y="2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4077575" y="2212750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87" y="0"/>
                  </a:moveTo>
                  <a:cubicBezTo>
                    <a:pt x="71" y="21"/>
                    <a:pt x="38" y="38"/>
                    <a:pt x="22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22" y="227"/>
                    <a:pt x="38" y="244"/>
                  </a:cubicBezTo>
                  <a:cubicBezTo>
                    <a:pt x="61" y="255"/>
                    <a:pt x="85" y="267"/>
                    <a:pt x="104" y="267"/>
                  </a:cubicBezTo>
                  <a:cubicBezTo>
                    <a:pt x="111" y="267"/>
                    <a:pt x="119" y="265"/>
                    <a:pt x="125" y="260"/>
                  </a:cubicBezTo>
                  <a:cubicBezTo>
                    <a:pt x="191" y="260"/>
                    <a:pt x="228" y="190"/>
                    <a:pt x="228" y="124"/>
                  </a:cubicBezTo>
                  <a:cubicBezTo>
                    <a:pt x="207" y="87"/>
                    <a:pt x="191" y="54"/>
                    <a:pt x="174" y="38"/>
                  </a:cubicBezTo>
                  <a:cubicBezTo>
                    <a:pt x="174" y="21"/>
                    <a:pt x="158" y="21"/>
                    <a:pt x="158" y="21"/>
                  </a:cubicBezTo>
                  <a:cubicBezTo>
                    <a:pt x="125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4090475" y="22579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33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56"/>
                    <a:pt x="244" y="190"/>
                    <a:pt x="227" y="120"/>
                  </a:cubicBezTo>
                  <a:cubicBezTo>
                    <a:pt x="227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4092225" y="221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98"/>
                    <a:pt x="33" y="214"/>
                    <a:pt x="70" y="247"/>
                  </a:cubicBezTo>
                  <a:cubicBezTo>
                    <a:pt x="87" y="247"/>
                    <a:pt x="120" y="264"/>
                    <a:pt x="136" y="264"/>
                  </a:cubicBezTo>
                  <a:cubicBezTo>
                    <a:pt x="174" y="247"/>
                    <a:pt x="206" y="231"/>
                    <a:pt x="223" y="214"/>
                  </a:cubicBezTo>
                  <a:cubicBezTo>
                    <a:pt x="239" y="181"/>
                    <a:pt x="239" y="144"/>
                    <a:pt x="239" y="111"/>
                  </a:cubicBezTo>
                  <a:cubicBezTo>
                    <a:pt x="223" y="78"/>
                    <a:pt x="223" y="41"/>
                    <a:pt x="190" y="25"/>
                  </a:cubicBezTo>
                  <a:lnTo>
                    <a:pt x="174" y="8"/>
                  </a:lnTo>
                  <a:lnTo>
                    <a:pt x="157" y="8"/>
                  </a:ln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4084900" y="22279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1" y="153"/>
                    <a:pt x="38" y="219"/>
                    <a:pt x="87" y="256"/>
                  </a:cubicBezTo>
                  <a:lnTo>
                    <a:pt x="141" y="256"/>
                  </a:lnTo>
                  <a:cubicBezTo>
                    <a:pt x="174" y="256"/>
                    <a:pt x="207" y="219"/>
                    <a:pt x="223" y="186"/>
                  </a:cubicBezTo>
                  <a:cubicBezTo>
                    <a:pt x="244" y="137"/>
                    <a:pt x="244" y="83"/>
                    <a:pt x="207" y="50"/>
                  </a:cubicBezTo>
                  <a:cubicBezTo>
                    <a:pt x="190" y="34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4072950" y="2231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39"/>
                    <a:pt x="207" y="206"/>
                  </a:cubicBezTo>
                  <a:cubicBezTo>
                    <a:pt x="223" y="190"/>
                    <a:pt x="239" y="153"/>
                    <a:pt x="239" y="120"/>
                  </a:cubicBezTo>
                  <a:cubicBezTo>
                    <a:pt x="223" y="87"/>
                    <a:pt x="207" y="50"/>
                    <a:pt x="186" y="33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4096150" y="2242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1"/>
                    <a:pt x="17" y="207"/>
                    <a:pt x="49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23" y="174"/>
                    <a:pt x="223" y="104"/>
                  </a:cubicBezTo>
                  <a:cubicBezTo>
                    <a:pt x="223" y="71"/>
                    <a:pt x="18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4081500" y="2195650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37" y="0"/>
                  </a:moveTo>
                  <a:cubicBezTo>
                    <a:pt x="120" y="0"/>
                    <a:pt x="87" y="17"/>
                    <a:pt x="71" y="33"/>
                  </a:cubicBezTo>
                  <a:cubicBezTo>
                    <a:pt x="17" y="87"/>
                    <a:pt x="1" y="153"/>
                    <a:pt x="50" y="223"/>
                  </a:cubicBezTo>
                  <a:cubicBezTo>
                    <a:pt x="72" y="252"/>
                    <a:pt x="104" y="271"/>
                    <a:pt x="137" y="271"/>
                  </a:cubicBezTo>
                  <a:cubicBezTo>
                    <a:pt x="160" y="271"/>
                    <a:pt x="185" y="261"/>
                    <a:pt x="207" y="239"/>
                  </a:cubicBezTo>
                  <a:cubicBezTo>
                    <a:pt x="256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74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6" name="Google Shape;476;p2"/>
          <p:cNvSpPr/>
          <p:nvPr/>
        </p:nvSpPr>
        <p:spPr>
          <a:xfrm rot="5400000" flipH="1">
            <a:off x="6662939" y="4629379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"/>
          <p:cNvSpPr/>
          <p:nvPr/>
        </p:nvSpPr>
        <p:spPr>
          <a:xfrm rot="5400000" flipH="1">
            <a:off x="8334414" y="40194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"/>
          <p:cNvSpPr/>
          <p:nvPr/>
        </p:nvSpPr>
        <p:spPr>
          <a:xfrm rot="-3532039" flipH="1">
            <a:off x="465609" y="1200297"/>
            <a:ext cx="342801" cy="37614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"/>
          <p:cNvSpPr/>
          <p:nvPr/>
        </p:nvSpPr>
        <p:spPr>
          <a:xfrm>
            <a:off x="7340777" y="3783865"/>
            <a:ext cx="1803223" cy="1389052"/>
          </a:xfrm>
          <a:custGeom>
            <a:avLst/>
            <a:gdLst/>
            <a:ahLst/>
            <a:cxnLst/>
            <a:rect l="l" t="t" r="r" b="b"/>
            <a:pathLst>
              <a:path w="8573" h="6604" extrusionOk="0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"/>
          <p:cNvSpPr txBox="1">
            <a:spLocks noGrp="1"/>
          </p:cNvSpPr>
          <p:nvPr>
            <p:ph type="title"/>
          </p:nvPr>
        </p:nvSpPr>
        <p:spPr>
          <a:xfrm>
            <a:off x="5254075" y="1865550"/>
            <a:ext cx="3176700" cy="9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8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82" name="Google Shape;482;p3"/>
          <p:cNvSpPr txBox="1">
            <a:spLocks noGrp="1"/>
          </p:cNvSpPr>
          <p:nvPr>
            <p:ph type="title" idx="2" hasCustomPrompt="1"/>
          </p:nvPr>
        </p:nvSpPr>
        <p:spPr>
          <a:xfrm>
            <a:off x="5350525" y="1252838"/>
            <a:ext cx="878100" cy="5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3" name="Google Shape;483;p3"/>
          <p:cNvSpPr txBox="1">
            <a:spLocks noGrp="1"/>
          </p:cNvSpPr>
          <p:nvPr>
            <p:ph type="subTitle" idx="1"/>
          </p:nvPr>
        </p:nvSpPr>
        <p:spPr>
          <a:xfrm>
            <a:off x="5254075" y="2799750"/>
            <a:ext cx="3176700" cy="9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3"/>
          <p:cNvSpPr/>
          <p:nvPr/>
        </p:nvSpPr>
        <p:spPr>
          <a:xfrm rot="10800000" flipH="1">
            <a:off x="0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5" name="Google Shape;485;p3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486" name="Google Shape;486;p3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4" name="Google Shape;744;p3"/>
          <p:cNvSpPr/>
          <p:nvPr/>
        </p:nvSpPr>
        <p:spPr>
          <a:xfrm rot="5400000" flipH="1">
            <a:off x="509789" y="3471042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3"/>
          <p:cNvSpPr/>
          <p:nvPr/>
        </p:nvSpPr>
        <p:spPr>
          <a:xfrm rot="5400000" flipH="1">
            <a:off x="8004039" y="4590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3"/>
          <p:cNvSpPr/>
          <p:nvPr/>
        </p:nvSpPr>
        <p:spPr>
          <a:xfrm rot="5400000" flipH="1">
            <a:off x="7537464" y="3890353"/>
            <a:ext cx="2561723" cy="2810772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53" name="Google Shape;1653;p6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1654" name="Google Shape;1654;p6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6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6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6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6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6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6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6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6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6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6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6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6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6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6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6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6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6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6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6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6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6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6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6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6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6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6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6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6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6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6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6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6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6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6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6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6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6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6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6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6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6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6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6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6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6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6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6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6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6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6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6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6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6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6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6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6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6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6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6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6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6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6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6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6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6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6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6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6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6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6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6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6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6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6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6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6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6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6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6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6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6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6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6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6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6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6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6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6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6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6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6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6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6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6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6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6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6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6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6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6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6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6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6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6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6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6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6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6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6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6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6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6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6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6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6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6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6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6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6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6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6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6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6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6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6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6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6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6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6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6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6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6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6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6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6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6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6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6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6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6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6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6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6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6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6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6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6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6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6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6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6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6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6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6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6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6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6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6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6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6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6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6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6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6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6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6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6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6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6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6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6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6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6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6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6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6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6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6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6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6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6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6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6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6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6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6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6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6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6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6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6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6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6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6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12" name="Google Shape;1912;p6"/>
          <p:cNvSpPr/>
          <p:nvPr/>
        </p:nvSpPr>
        <p:spPr>
          <a:xfrm>
            <a:off x="-162112" y="2976300"/>
            <a:ext cx="9468233" cy="3428995"/>
          </a:xfrm>
          <a:custGeom>
            <a:avLst/>
            <a:gdLst/>
            <a:ahLst/>
            <a:cxnLst/>
            <a:rect l="l" t="t" r="r" b="b"/>
            <a:pathLst>
              <a:path w="17647" h="6391" extrusionOk="0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2" name="Google Shape;3802;p10"/>
          <p:cNvSpPr/>
          <p:nvPr/>
        </p:nvSpPr>
        <p:spPr>
          <a:xfrm>
            <a:off x="-48150" y="-13823"/>
            <a:ext cx="1460209" cy="1315033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3" name="Google Shape;3803;p10"/>
          <p:cNvGrpSpPr/>
          <p:nvPr/>
        </p:nvGrpSpPr>
        <p:grpSpPr>
          <a:xfrm>
            <a:off x="12" y="-60036"/>
            <a:ext cx="901674" cy="1575190"/>
            <a:chOff x="5052950" y="2452900"/>
            <a:chExt cx="213900" cy="373675"/>
          </a:xfrm>
        </p:grpSpPr>
        <p:sp>
          <p:nvSpPr>
            <p:cNvPr id="3804" name="Google Shape;3804;p10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0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0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0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0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0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0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0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0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0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0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0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0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0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0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0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0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0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0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0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0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0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0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0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0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0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0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0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0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0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0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0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0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0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0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0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0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0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0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0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0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0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0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0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0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0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0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0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0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0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0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0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0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0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0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0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0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0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0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0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0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0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0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0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0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0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0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0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0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0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0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0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0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0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0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0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0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0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0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0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0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0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0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0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0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0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0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0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0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0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0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0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0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0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0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0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0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0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0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0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0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0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0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10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0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10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10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0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0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0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0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0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0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0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0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0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0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0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0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0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0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0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0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0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0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0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10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10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0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10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10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10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10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10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10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10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10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10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10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10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10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10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10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10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10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10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10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10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10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10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10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10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10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10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10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10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10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10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10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10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10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10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10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10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10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10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10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10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10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10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10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10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10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10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10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10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10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10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10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10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10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10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10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10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10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0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10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10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0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10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0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0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0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0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10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10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10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0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10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0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0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10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10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0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10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10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10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10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10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10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10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10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10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10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10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0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10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10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0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10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10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10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10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10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10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10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10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10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10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10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10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10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10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10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10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10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0" name="Google Shape;4040;p10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1" name="Google Shape;4041;p10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10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10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10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10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10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10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10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10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10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10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10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10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10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10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10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10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10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10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10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10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10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10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10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10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10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10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10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10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10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10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10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10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10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10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10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10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10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10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10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10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10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10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10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10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10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10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10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10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10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10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10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10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10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5" name="Google Shape;4095;p10"/>
          <p:cNvSpPr/>
          <p:nvPr/>
        </p:nvSpPr>
        <p:spPr>
          <a:xfrm rot="-5400000">
            <a:off x="7073200" y="3359525"/>
            <a:ext cx="3125399" cy="1685720"/>
          </a:xfrm>
          <a:custGeom>
            <a:avLst/>
            <a:gdLst/>
            <a:ahLst/>
            <a:cxnLst/>
            <a:rect l="l" t="t" r="r" b="b"/>
            <a:pathLst>
              <a:path w="10086" h="5440" extrusionOk="0">
                <a:moveTo>
                  <a:pt x="2326" y="0"/>
                </a:moveTo>
                <a:cubicBezTo>
                  <a:pt x="2063" y="0"/>
                  <a:pt x="1793" y="39"/>
                  <a:pt x="1547" y="80"/>
                </a:cubicBezTo>
                <a:cubicBezTo>
                  <a:pt x="1085" y="150"/>
                  <a:pt x="636" y="253"/>
                  <a:pt x="191" y="339"/>
                </a:cubicBezTo>
                <a:cubicBezTo>
                  <a:pt x="137" y="339"/>
                  <a:pt x="87" y="372"/>
                  <a:pt x="71" y="389"/>
                </a:cubicBezTo>
                <a:cubicBezTo>
                  <a:pt x="1" y="475"/>
                  <a:pt x="54" y="628"/>
                  <a:pt x="54" y="731"/>
                </a:cubicBezTo>
                <a:lnTo>
                  <a:pt x="54" y="2158"/>
                </a:lnTo>
                <a:lnTo>
                  <a:pt x="54" y="4067"/>
                </a:lnTo>
                <a:cubicBezTo>
                  <a:pt x="54" y="4615"/>
                  <a:pt x="34" y="5130"/>
                  <a:pt x="34" y="5369"/>
                </a:cubicBezTo>
                <a:lnTo>
                  <a:pt x="10086" y="5439"/>
                </a:lnTo>
                <a:lnTo>
                  <a:pt x="10086" y="5163"/>
                </a:lnTo>
                <a:cubicBezTo>
                  <a:pt x="10086" y="4891"/>
                  <a:pt x="9912" y="4615"/>
                  <a:pt x="9776" y="4409"/>
                </a:cubicBezTo>
                <a:cubicBezTo>
                  <a:pt x="9331" y="3687"/>
                  <a:pt x="8626" y="3085"/>
                  <a:pt x="7764" y="2982"/>
                </a:cubicBezTo>
                <a:cubicBezTo>
                  <a:pt x="7694" y="2975"/>
                  <a:pt x="7626" y="2972"/>
                  <a:pt x="7561" y="2972"/>
                </a:cubicBezTo>
                <a:cubicBezTo>
                  <a:pt x="7146" y="2972"/>
                  <a:pt x="6815" y="3104"/>
                  <a:pt x="6445" y="3329"/>
                </a:cubicBezTo>
                <a:cubicBezTo>
                  <a:pt x="5963" y="3617"/>
                  <a:pt x="5534" y="3963"/>
                  <a:pt x="5051" y="4236"/>
                </a:cubicBezTo>
                <a:cubicBezTo>
                  <a:pt x="4565" y="4521"/>
                  <a:pt x="4031" y="4838"/>
                  <a:pt x="3446" y="4838"/>
                </a:cubicBezTo>
                <a:cubicBezTo>
                  <a:pt x="3432" y="4838"/>
                  <a:pt x="3417" y="4838"/>
                  <a:pt x="3402" y="4837"/>
                </a:cubicBezTo>
                <a:cubicBezTo>
                  <a:pt x="2957" y="4837"/>
                  <a:pt x="2648" y="4545"/>
                  <a:pt x="2734" y="4083"/>
                </a:cubicBezTo>
                <a:cubicBezTo>
                  <a:pt x="2817" y="3704"/>
                  <a:pt x="3077" y="3378"/>
                  <a:pt x="3266" y="3036"/>
                </a:cubicBezTo>
                <a:cubicBezTo>
                  <a:pt x="3592" y="2504"/>
                  <a:pt x="3901" y="1935"/>
                  <a:pt x="3901" y="1350"/>
                </a:cubicBezTo>
                <a:cubicBezTo>
                  <a:pt x="3918" y="818"/>
                  <a:pt x="3559" y="269"/>
                  <a:pt x="2887" y="80"/>
                </a:cubicBezTo>
                <a:cubicBezTo>
                  <a:pt x="2712" y="22"/>
                  <a:pt x="2521" y="0"/>
                  <a:pt x="23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6" name="Google Shape;4096;p10"/>
          <p:cNvSpPr txBox="1">
            <a:spLocks noGrp="1"/>
          </p:cNvSpPr>
          <p:nvPr>
            <p:ph type="title"/>
          </p:nvPr>
        </p:nvSpPr>
        <p:spPr>
          <a:xfrm>
            <a:off x="666425" y="3550600"/>
            <a:ext cx="3370800" cy="9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_1_1">
    <p:bg>
      <p:bgPr>
        <a:solidFill>
          <a:schemeClr val="dk1"/>
        </a:solidFill>
        <a:effectLst/>
      </p:bgPr>
    </p:bg>
    <p:spTree>
      <p:nvGrpSpPr>
        <p:cNvPr id="1" name="Shape 5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3" name="Google Shape;5193;p13"/>
          <p:cNvSpPr txBox="1">
            <a:spLocks noGrp="1"/>
          </p:cNvSpPr>
          <p:nvPr>
            <p:ph type="title" hasCustomPrompt="1"/>
          </p:nvPr>
        </p:nvSpPr>
        <p:spPr>
          <a:xfrm>
            <a:off x="1795175" y="120037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94" name="Google Shape;5194;p13"/>
          <p:cNvSpPr txBox="1">
            <a:spLocks noGrp="1"/>
          </p:cNvSpPr>
          <p:nvPr>
            <p:ph type="title" idx="2"/>
          </p:nvPr>
        </p:nvSpPr>
        <p:spPr>
          <a:xfrm>
            <a:off x="2783552" y="155092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5" name="Google Shape;5195;p13"/>
          <p:cNvSpPr txBox="1">
            <a:spLocks noGrp="1"/>
          </p:cNvSpPr>
          <p:nvPr>
            <p:ph type="title" idx="3"/>
          </p:nvPr>
        </p:nvSpPr>
        <p:spPr>
          <a:xfrm>
            <a:off x="2783552" y="120037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6" name="Google Shape;5196;p13"/>
          <p:cNvSpPr txBox="1">
            <a:spLocks noGrp="1"/>
          </p:cNvSpPr>
          <p:nvPr>
            <p:ph type="title" idx="4" hasCustomPrompt="1"/>
          </p:nvPr>
        </p:nvSpPr>
        <p:spPr>
          <a:xfrm>
            <a:off x="1795175" y="2423350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97" name="Google Shape;5197;p13"/>
          <p:cNvSpPr txBox="1">
            <a:spLocks noGrp="1"/>
          </p:cNvSpPr>
          <p:nvPr>
            <p:ph type="title" idx="5"/>
          </p:nvPr>
        </p:nvSpPr>
        <p:spPr>
          <a:xfrm>
            <a:off x="2783552" y="2773888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8" name="Google Shape;5198;p13"/>
          <p:cNvSpPr txBox="1">
            <a:spLocks noGrp="1"/>
          </p:cNvSpPr>
          <p:nvPr>
            <p:ph type="title" idx="6"/>
          </p:nvPr>
        </p:nvSpPr>
        <p:spPr>
          <a:xfrm>
            <a:off x="2783552" y="242335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199" name="Google Shape;5199;p13"/>
          <p:cNvSpPr txBox="1">
            <a:spLocks noGrp="1"/>
          </p:cNvSpPr>
          <p:nvPr>
            <p:ph type="title" idx="7" hasCustomPrompt="1"/>
          </p:nvPr>
        </p:nvSpPr>
        <p:spPr>
          <a:xfrm>
            <a:off x="1795175" y="364632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0" name="Google Shape;5200;p13"/>
          <p:cNvSpPr txBox="1">
            <a:spLocks noGrp="1"/>
          </p:cNvSpPr>
          <p:nvPr>
            <p:ph type="title" idx="8"/>
          </p:nvPr>
        </p:nvSpPr>
        <p:spPr>
          <a:xfrm>
            <a:off x="2783552" y="399687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1" name="Google Shape;5201;p13"/>
          <p:cNvSpPr txBox="1">
            <a:spLocks noGrp="1"/>
          </p:cNvSpPr>
          <p:nvPr>
            <p:ph type="title" idx="9"/>
          </p:nvPr>
        </p:nvSpPr>
        <p:spPr>
          <a:xfrm>
            <a:off x="2783552" y="36463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2" name="Google Shape;5202;p13"/>
          <p:cNvSpPr txBox="1">
            <a:spLocks noGrp="1"/>
          </p:cNvSpPr>
          <p:nvPr>
            <p:ph type="title" idx="13" hasCustomPrompt="1"/>
          </p:nvPr>
        </p:nvSpPr>
        <p:spPr>
          <a:xfrm>
            <a:off x="4719900" y="193023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3" name="Google Shape;5203;p13"/>
          <p:cNvSpPr txBox="1">
            <a:spLocks noGrp="1"/>
          </p:cNvSpPr>
          <p:nvPr>
            <p:ph type="title" idx="14"/>
          </p:nvPr>
        </p:nvSpPr>
        <p:spPr>
          <a:xfrm>
            <a:off x="5710825" y="2216660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4" name="Google Shape;5204;p13"/>
          <p:cNvSpPr txBox="1">
            <a:spLocks noGrp="1"/>
          </p:cNvSpPr>
          <p:nvPr>
            <p:ph type="title" idx="15"/>
          </p:nvPr>
        </p:nvSpPr>
        <p:spPr>
          <a:xfrm>
            <a:off x="5710825" y="18661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5" name="Google Shape;5205;p13"/>
          <p:cNvSpPr txBox="1">
            <a:spLocks noGrp="1"/>
          </p:cNvSpPr>
          <p:nvPr>
            <p:ph type="title" idx="16" hasCustomPrompt="1"/>
          </p:nvPr>
        </p:nvSpPr>
        <p:spPr>
          <a:xfrm>
            <a:off x="4719900" y="308908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06" name="Google Shape;5206;p13"/>
          <p:cNvSpPr txBox="1">
            <a:spLocks noGrp="1"/>
          </p:cNvSpPr>
          <p:nvPr>
            <p:ph type="title" idx="17"/>
          </p:nvPr>
        </p:nvSpPr>
        <p:spPr>
          <a:xfrm>
            <a:off x="5710825" y="3439625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7" name="Google Shape;5207;p13"/>
          <p:cNvSpPr txBox="1">
            <a:spLocks noGrp="1"/>
          </p:cNvSpPr>
          <p:nvPr>
            <p:ph type="title" idx="18"/>
          </p:nvPr>
        </p:nvSpPr>
        <p:spPr>
          <a:xfrm>
            <a:off x="5710825" y="308910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Open Sans"/>
              <a:buNone/>
              <a:defRPr sz="1800" b="1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08" name="Google Shape;5208;p13"/>
          <p:cNvSpPr txBox="1">
            <a:spLocks noGrp="1"/>
          </p:cNvSpPr>
          <p:nvPr>
            <p:ph type="title" idx="19"/>
          </p:nvPr>
        </p:nvSpPr>
        <p:spPr>
          <a:xfrm>
            <a:off x="773800" y="539500"/>
            <a:ext cx="75966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09" name="Google Shape;5209;p13"/>
          <p:cNvSpPr/>
          <p:nvPr/>
        </p:nvSpPr>
        <p:spPr>
          <a:xfrm rot="-7200012">
            <a:off x="-1835835" y="3553726"/>
            <a:ext cx="3417290" cy="2795899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0" name="Google Shape;5210;p13"/>
          <p:cNvSpPr/>
          <p:nvPr/>
        </p:nvSpPr>
        <p:spPr>
          <a:xfrm rot="-7200012">
            <a:off x="7613715" y="-1787749"/>
            <a:ext cx="3417290" cy="2795899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1" name="Google Shape;5211;p13"/>
          <p:cNvSpPr/>
          <p:nvPr/>
        </p:nvSpPr>
        <p:spPr>
          <a:xfrm>
            <a:off x="164232" y="2929813"/>
            <a:ext cx="860087" cy="755652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2" name="Google Shape;5212;p13"/>
          <p:cNvSpPr/>
          <p:nvPr/>
        </p:nvSpPr>
        <p:spPr>
          <a:xfrm>
            <a:off x="8239532" y="1174588"/>
            <a:ext cx="860087" cy="755652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spTree>
      <p:nvGrpSpPr>
        <p:cNvPr id="1" name="Shape 1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1" name="Google Shape;12041;p31"/>
          <p:cNvSpPr/>
          <p:nvPr/>
        </p:nvSpPr>
        <p:spPr>
          <a:xfrm rot="-5400000" flipH="1">
            <a:off x="-534526" y="3678799"/>
            <a:ext cx="1936872" cy="1891301"/>
          </a:xfrm>
          <a:custGeom>
            <a:avLst/>
            <a:gdLst/>
            <a:ahLst/>
            <a:cxnLst/>
            <a:rect l="l" t="t" r="r" b="b"/>
            <a:pathLst>
              <a:path w="6251" h="5584" extrusionOk="0">
                <a:moveTo>
                  <a:pt x="842" y="1"/>
                </a:moveTo>
                <a:cubicBezTo>
                  <a:pt x="549" y="1048"/>
                  <a:pt x="293" y="2099"/>
                  <a:pt x="67" y="3163"/>
                </a:cubicBezTo>
                <a:cubicBezTo>
                  <a:pt x="34" y="3316"/>
                  <a:pt x="1" y="3489"/>
                  <a:pt x="67" y="3625"/>
                </a:cubicBezTo>
                <a:cubicBezTo>
                  <a:pt x="137" y="3831"/>
                  <a:pt x="376" y="3934"/>
                  <a:pt x="603" y="3988"/>
                </a:cubicBezTo>
                <a:cubicBezTo>
                  <a:pt x="1200" y="4161"/>
                  <a:pt x="1872" y="4194"/>
                  <a:pt x="2355" y="4606"/>
                </a:cubicBezTo>
                <a:cubicBezTo>
                  <a:pt x="2627" y="4829"/>
                  <a:pt x="2833" y="5171"/>
                  <a:pt x="3159" y="5344"/>
                </a:cubicBezTo>
                <a:cubicBezTo>
                  <a:pt x="3365" y="5447"/>
                  <a:pt x="3625" y="5447"/>
                  <a:pt x="3847" y="5464"/>
                </a:cubicBezTo>
                <a:cubicBezTo>
                  <a:pt x="4655" y="5501"/>
                  <a:pt x="5447" y="5550"/>
                  <a:pt x="6251" y="5583"/>
                </a:cubicBezTo>
                <a:lnTo>
                  <a:pt x="625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2" name="Google Shape;12042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043" name="Google Shape;12043;p31"/>
          <p:cNvGrpSpPr/>
          <p:nvPr/>
        </p:nvGrpSpPr>
        <p:grpSpPr>
          <a:xfrm rot="10800000" flipH="1">
            <a:off x="8101371" y="-267169"/>
            <a:ext cx="1685528" cy="1419220"/>
            <a:chOff x="3986575" y="2932600"/>
            <a:chExt cx="399850" cy="336675"/>
          </a:xfrm>
        </p:grpSpPr>
        <p:sp>
          <p:nvSpPr>
            <p:cNvPr id="12044" name="Google Shape;12044;p31"/>
            <p:cNvSpPr/>
            <p:nvPr/>
          </p:nvSpPr>
          <p:spPr>
            <a:xfrm>
              <a:off x="4179425" y="29956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1" y="1"/>
                  </a:moveTo>
                  <a:cubicBezTo>
                    <a:pt x="57" y="1"/>
                    <a:pt x="15" y="47"/>
                    <a:pt x="0" y="91"/>
                  </a:cubicBezTo>
                  <a:lnTo>
                    <a:pt x="0" y="144"/>
                  </a:lnTo>
                  <a:cubicBezTo>
                    <a:pt x="17" y="144"/>
                    <a:pt x="17" y="161"/>
                    <a:pt x="17" y="161"/>
                  </a:cubicBezTo>
                  <a:cubicBezTo>
                    <a:pt x="33" y="194"/>
                    <a:pt x="70" y="194"/>
                    <a:pt x="87" y="210"/>
                  </a:cubicBezTo>
                  <a:cubicBezTo>
                    <a:pt x="120" y="210"/>
                    <a:pt x="136" y="210"/>
                    <a:pt x="173" y="194"/>
                  </a:cubicBezTo>
                  <a:cubicBezTo>
                    <a:pt x="190" y="177"/>
                    <a:pt x="206" y="144"/>
                    <a:pt x="206" y="124"/>
                  </a:cubicBezTo>
                  <a:cubicBezTo>
                    <a:pt x="206" y="91"/>
                    <a:pt x="206" y="58"/>
                    <a:pt x="190" y="41"/>
                  </a:cubicBezTo>
                  <a:cubicBezTo>
                    <a:pt x="173" y="20"/>
                    <a:pt x="153" y="4"/>
                    <a:pt x="120" y="4"/>
                  </a:cubicBezTo>
                  <a:cubicBezTo>
                    <a:pt x="114" y="2"/>
                    <a:pt x="107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5" name="Google Shape;12045;p31"/>
            <p:cNvSpPr/>
            <p:nvPr/>
          </p:nvSpPr>
          <p:spPr>
            <a:xfrm>
              <a:off x="4172525" y="295912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0"/>
                  </a:moveTo>
                  <a:cubicBezTo>
                    <a:pt x="57" y="0"/>
                    <a:pt x="17" y="44"/>
                    <a:pt x="17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60"/>
                    <a:pt x="37" y="160"/>
                  </a:cubicBezTo>
                  <a:cubicBezTo>
                    <a:pt x="54" y="193"/>
                    <a:pt x="70" y="193"/>
                    <a:pt x="103" y="210"/>
                  </a:cubicBezTo>
                  <a:cubicBezTo>
                    <a:pt x="120" y="210"/>
                    <a:pt x="157" y="210"/>
                    <a:pt x="173" y="193"/>
                  </a:cubicBezTo>
                  <a:cubicBezTo>
                    <a:pt x="190" y="177"/>
                    <a:pt x="206" y="140"/>
                    <a:pt x="223" y="123"/>
                  </a:cubicBezTo>
                  <a:cubicBezTo>
                    <a:pt x="223" y="90"/>
                    <a:pt x="206" y="74"/>
                    <a:pt x="190" y="36"/>
                  </a:cubicBezTo>
                  <a:cubicBezTo>
                    <a:pt x="190" y="20"/>
                    <a:pt x="157" y="3"/>
                    <a:pt x="120" y="3"/>
                  </a:cubicBezTo>
                  <a:cubicBezTo>
                    <a:pt x="113" y="1"/>
                    <a:pt x="10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6" name="Google Shape;12046;p31"/>
            <p:cNvSpPr/>
            <p:nvPr/>
          </p:nvSpPr>
          <p:spPr>
            <a:xfrm>
              <a:off x="4176025" y="30097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5" y="0"/>
                  </a:moveTo>
                  <a:cubicBezTo>
                    <a:pt x="64" y="0"/>
                    <a:pt x="35" y="13"/>
                    <a:pt x="17" y="40"/>
                  </a:cubicBezTo>
                  <a:cubicBezTo>
                    <a:pt x="0" y="56"/>
                    <a:pt x="0" y="73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60"/>
                    <a:pt x="33" y="176"/>
                  </a:cubicBezTo>
                  <a:cubicBezTo>
                    <a:pt x="56" y="193"/>
                    <a:pt x="82" y="202"/>
                    <a:pt x="108" y="202"/>
                  </a:cubicBezTo>
                  <a:cubicBezTo>
                    <a:pt x="139" y="202"/>
                    <a:pt x="168" y="189"/>
                    <a:pt x="186" y="160"/>
                  </a:cubicBezTo>
                  <a:cubicBezTo>
                    <a:pt x="206" y="143"/>
                    <a:pt x="206" y="110"/>
                    <a:pt x="206" y="94"/>
                  </a:cubicBezTo>
                  <a:cubicBezTo>
                    <a:pt x="206" y="56"/>
                    <a:pt x="186" y="40"/>
                    <a:pt x="169" y="23"/>
                  </a:cubicBezTo>
                  <a:cubicBezTo>
                    <a:pt x="147" y="9"/>
                    <a:pt x="121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7" name="Google Shape;12047;p31"/>
            <p:cNvSpPr/>
            <p:nvPr/>
          </p:nvSpPr>
          <p:spPr>
            <a:xfrm>
              <a:off x="4181175" y="29805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5" y="0"/>
                  </a:moveTo>
                  <a:cubicBezTo>
                    <a:pt x="51" y="0"/>
                    <a:pt x="14" y="35"/>
                    <a:pt x="0" y="91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33" y="177"/>
                    <a:pt x="50" y="194"/>
                    <a:pt x="103" y="210"/>
                  </a:cubicBezTo>
                  <a:cubicBezTo>
                    <a:pt x="153" y="210"/>
                    <a:pt x="207" y="177"/>
                    <a:pt x="223" y="128"/>
                  </a:cubicBezTo>
                  <a:cubicBezTo>
                    <a:pt x="223" y="91"/>
                    <a:pt x="207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1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8" name="Google Shape;12048;p31"/>
            <p:cNvSpPr/>
            <p:nvPr/>
          </p:nvSpPr>
          <p:spPr>
            <a:xfrm>
              <a:off x="4169125" y="297022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12" y="1"/>
                  </a:moveTo>
                  <a:cubicBezTo>
                    <a:pt x="103" y="1"/>
                    <a:pt x="95" y="2"/>
                    <a:pt x="87" y="5"/>
                  </a:cubicBezTo>
                  <a:cubicBezTo>
                    <a:pt x="33" y="42"/>
                    <a:pt x="0" y="91"/>
                    <a:pt x="33" y="145"/>
                  </a:cubicBezTo>
                  <a:cubicBezTo>
                    <a:pt x="33" y="161"/>
                    <a:pt x="49" y="178"/>
                    <a:pt x="49" y="194"/>
                  </a:cubicBezTo>
                  <a:cubicBezTo>
                    <a:pt x="87" y="211"/>
                    <a:pt x="120" y="211"/>
                    <a:pt x="173" y="211"/>
                  </a:cubicBezTo>
                  <a:cubicBezTo>
                    <a:pt x="206" y="194"/>
                    <a:pt x="223" y="161"/>
                    <a:pt x="223" y="128"/>
                  </a:cubicBezTo>
                  <a:lnTo>
                    <a:pt x="223" y="75"/>
                  </a:lnTo>
                  <a:cubicBezTo>
                    <a:pt x="209" y="34"/>
                    <a:pt x="158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9" name="Google Shape;12049;p31"/>
            <p:cNvSpPr/>
            <p:nvPr/>
          </p:nvSpPr>
          <p:spPr>
            <a:xfrm>
              <a:off x="4166950" y="29970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71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3" y="190"/>
                    <a:pt x="71" y="207"/>
                    <a:pt x="87" y="207"/>
                  </a:cubicBezTo>
                  <a:cubicBezTo>
                    <a:pt x="120" y="207"/>
                    <a:pt x="136" y="207"/>
                    <a:pt x="174" y="190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23" y="67"/>
                    <a:pt x="174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0" name="Google Shape;12050;p31"/>
            <p:cNvSpPr/>
            <p:nvPr/>
          </p:nvSpPr>
          <p:spPr>
            <a:xfrm>
              <a:off x="4162625" y="2951300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18" y="0"/>
                  </a:moveTo>
                  <a:cubicBezTo>
                    <a:pt x="108" y="0"/>
                    <a:pt x="98" y="2"/>
                    <a:pt x="87" y="7"/>
                  </a:cubicBezTo>
                  <a:cubicBezTo>
                    <a:pt x="70" y="7"/>
                    <a:pt x="37" y="24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60" y="195"/>
                    <a:pt x="86" y="203"/>
                    <a:pt x="111" y="203"/>
                  </a:cubicBezTo>
                  <a:cubicBezTo>
                    <a:pt x="142" y="203"/>
                    <a:pt x="172" y="191"/>
                    <a:pt x="190" y="164"/>
                  </a:cubicBezTo>
                  <a:cubicBezTo>
                    <a:pt x="227" y="127"/>
                    <a:pt x="227" y="61"/>
                    <a:pt x="173" y="24"/>
                  </a:cubicBezTo>
                  <a:cubicBezTo>
                    <a:pt x="162" y="12"/>
                    <a:pt x="142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1" name="Google Shape;12051;p31"/>
            <p:cNvSpPr/>
            <p:nvPr/>
          </p:nvSpPr>
          <p:spPr>
            <a:xfrm>
              <a:off x="4194475" y="29620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109" y="1"/>
                    <a:pt x="98" y="8"/>
                    <a:pt x="87" y="8"/>
                  </a:cubicBezTo>
                  <a:cubicBezTo>
                    <a:pt x="33" y="25"/>
                    <a:pt x="0" y="95"/>
                    <a:pt x="17" y="148"/>
                  </a:cubicBezTo>
                  <a:cubicBezTo>
                    <a:pt x="41" y="185"/>
                    <a:pt x="78" y="204"/>
                    <a:pt x="115" y="204"/>
                  </a:cubicBezTo>
                  <a:cubicBezTo>
                    <a:pt x="128" y="204"/>
                    <a:pt x="140" y="202"/>
                    <a:pt x="153" y="198"/>
                  </a:cubicBezTo>
                  <a:cubicBezTo>
                    <a:pt x="169" y="198"/>
                    <a:pt x="190" y="181"/>
                    <a:pt x="206" y="165"/>
                  </a:cubicBezTo>
                  <a:cubicBezTo>
                    <a:pt x="223" y="148"/>
                    <a:pt x="239" y="111"/>
                    <a:pt x="223" y="62"/>
                  </a:cubicBezTo>
                  <a:cubicBezTo>
                    <a:pt x="206" y="25"/>
                    <a:pt x="169" y="8"/>
                    <a:pt x="136" y="8"/>
                  </a:cubicBezTo>
                  <a:cubicBezTo>
                    <a:pt x="131" y="3"/>
                    <a:pt x="125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2" name="Google Shape;12052;p31"/>
            <p:cNvSpPr/>
            <p:nvPr/>
          </p:nvSpPr>
          <p:spPr>
            <a:xfrm>
              <a:off x="4169125" y="2983725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103" y="1"/>
                  </a:moveTo>
                  <a:cubicBezTo>
                    <a:pt x="70" y="1"/>
                    <a:pt x="33" y="17"/>
                    <a:pt x="17" y="34"/>
                  </a:cubicBezTo>
                  <a:cubicBezTo>
                    <a:pt x="0" y="50"/>
                    <a:pt x="0" y="83"/>
                    <a:pt x="0" y="104"/>
                  </a:cubicBezTo>
                  <a:cubicBezTo>
                    <a:pt x="0" y="120"/>
                    <a:pt x="0" y="120"/>
                    <a:pt x="17" y="137"/>
                  </a:cubicBezTo>
                  <a:cubicBezTo>
                    <a:pt x="17" y="153"/>
                    <a:pt x="33" y="170"/>
                    <a:pt x="33" y="170"/>
                  </a:cubicBezTo>
                  <a:cubicBezTo>
                    <a:pt x="57" y="194"/>
                    <a:pt x="84" y="204"/>
                    <a:pt x="110" y="204"/>
                  </a:cubicBezTo>
                  <a:cubicBezTo>
                    <a:pt x="141" y="204"/>
                    <a:pt x="169" y="190"/>
                    <a:pt x="190" y="170"/>
                  </a:cubicBezTo>
                  <a:cubicBezTo>
                    <a:pt x="206" y="137"/>
                    <a:pt x="206" y="120"/>
                    <a:pt x="206" y="83"/>
                  </a:cubicBezTo>
                  <a:cubicBezTo>
                    <a:pt x="206" y="50"/>
                    <a:pt x="190" y="34"/>
                    <a:pt x="173" y="17"/>
                  </a:cubicBezTo>
                  <a:cubicBezTo>
                    <a:pt x="153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3" name="Google Shape;12053;p31"/>
            <p:cNvSpPr/>
            <p:nvPr/>
          </p:nvSpPr>
          <p:spPr>
            <a:xfrm>
              <a:off x="4157475" y="29631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87" y="0"/>
                    <a:pt x="70" y="0"/>
                    <a:pt x="54" y="17"/>
                  </a:cubicBezTo>
                  <a:cubicBezTo>
                    <a:pt x="21" y="33"/>
                    <a:pt x="0" y="66"/>
                    <a:pt x="0" y="83"/>
                  </a:cubicBezTo>
                  <a:lnTo>
                    <a:pt x="0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7" y="186"/>
                    <a:pt x="70" y="206"/>
                    <a:pt x="87" y="206"/>
                  </a:cubicBezTo>
                  <a:cubicBezTo>
                    <a:pt x="96" y="208"/>
                    <a:pt x="104" y="209"/>
                    <a:pt x="112" y="209"/>
                  </a:cubicBezTo>
                  <a:cubicBezTo>
                    <a:pt x="168" y="209"/>
                    <a:pt x="206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4" name="Google Shape;12054;p31"/>
            <p:cNvSpPr/>
            <p:nvPr/>
          </p:nvSpPr>
          <p:spPr>
            <a:xfrm>
              <a:off x="4196125" y="3038550"/>
              <a:ext cx="5675" cy="5300"/>
            </a:xfrm>
            <a:custGeom>
              <a:avLst/>
              <a:gdLst/>
              <a:ahLst/>
              <a:cxnLst/>
              <a:rect l="l" t="t" r="r" b="b"/>
              <a:pathLst>
                <a:path w="227" h="212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37" y="22"/>
                    <a:pt x="0" y="92"/>
                    <a:pt x="21" y="141"/>
                  </a:cubicBezTo>
                  <a:cubicBezTo>
                    <a:pt x="37" y="158"/>
                    <a:pt x="37" y="178"/>
                    <a:pt x="54" y="178"/>
                  </a:cubicBezTo>
                  <a:cubicBezTo>
                    <a:pt x="87" y="211"/>
                    <a:pt x="124" y="211"/>
                    <a:pt x="157" y="211"/>
                  </a:cubicBezTo>
                  <a:cubicBezTo>
                    <a:pt x="190" y="195"/>
                    <a:pt x="227" y="158"/>
                    <a:pt x="227" y="125"/>
                  </a:cubicBezTo>
                  <a:lnTo>
                    <a:pt x="227" y="75"/>
                  </a:lnTo>
                  <a:cubicBezTo>
                    <a:pt x="196" y="31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5" name="Google Shape;12055;p31"/>
            <p:cNvSpPr/>
            <p:nvPr/>
          </p:nvSpPr>
          <p:spPr>
            <a:xfrm>
              <a:off x="4187150" y="309157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32" y="1"/>
                  </a:moveTo>
                  <a:cubicBezTo>
                    <a:pt x="117" y="1"/>
                    <a:pt x="101" y="5"/>
                    <a:pt x="87" y="16"/>
                  </a:cubicBezTo>
                  <a:cubicBezTo>
                    <a:pt x="34" y="32"/>
                    <a:pt x="1" y="82"/>
                    <a:pt x="17" y="135"/>
                  </a:cubicBezTo>
                  <a:cubicBezTo>
                    <a:pt x="44" y="175"/>
                    <a:pt x="84" y="207"/>
                    <a:pt x="124" y="207"/>
                  </a:cubicBezTo>
                  <a:cubicBezTo>
                    <a:pt x="134" y="207"/>
                    <a:pt x="144" y="205"/>
                    <a:pt x="153" y="201"/>
                  </a:cubicBezTo>
                  <a:cubicBezTo>
                    <a:pt x="207" y="185"/>
                    <a:pt x="240" y="119"/>
                    <a:pt x="223" y="65"/>
                  </a:cubicBezTo>
                  <a:cubicBezTo>
                    <a:pt x="211" y="30"/>
                    <a:pt x="172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6" name="Google Shape;12056;p31"/>
            <p:cNvSpPr/>
            <p:nvPr/>
          </p:nvSpPr>
          <p:spPr>
            <a:xfrm>
              <a:off x="4183225" y="2965025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28" y="1"/>
                  </a:moveTo>
                  <a:cubicBezTo>
                    <a:pt x="115" y="1"/>
                    <a:pt x="101" y="3"/>
                    <a:pt x="87" y="7"/>
                  </a:cubicBezTo>
                  <a:cubicBezTo>
                    <a:pt x="38" y="27"/>
                    <a:pt x="1" y="93"/>
                    <a:pt x="21" y="147"/>
                  </a:cubicBezTo>
                  <a:cubicBezTo>
                    <a:pt x="38" y="163"/>
                    <a:pt x="38" y="163"/>
                    <a:pt x="54" y="180"/>
                  </a:cubicBezTo>
                  <a:cubicBezTo>
                    <a:pt x="74" y="199"/>
                    <a:pt x="95" y="207"/>
                    <a:pt x="115" y="207"/>
                  </a:cubicBezTo>
                  <a:cubicBezTo>
                    <a:pt x="130" y="207"/>
                    <a:pt x="144" y="203"/>
                    <a:pt x="158" y="196"/>
                  </a:cubicBezTo>
                  <a:cubicBezTo>
                    <a:pt x="207" y="180"/>
                    <a:pt x="228" y="147"/>
                    <a:pt x="228" y="110"/>
                  </a:cubicBezTo>
                  <a:lnTo>
                    <a:pt x="228" y="60"/>
                  </a:lnTo>
                  <a:cubicBezTo>
                    <a:pt x="212" y="20"/>
                    <a:pt x="171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7" name="Google Shape;12057;p31"/>
            <p:cNvSpPr/>
            <p:nvPr/>
          </p:nvSpPr>
          <p:spPr>
            <a:xfrm>
              <a:off x="4189725" y="30780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1" y="0"/>
                  </a:moveTo>
                  <a:cubicBezTo>
                    <a:pt x="58" y="0"/>
                    <a:pt x="15" y="47"/>
                    <a:pt x="1" y="90"/>
                  </a:cubicBezTo>
                  <a:cubicBezTo>
                    <a:pt x="1" y="106"/>
                    <a:pt x="1" y="123"/>
                    <a:pt x="17" y="143"/>
                  </a:cubicBezTo>
                  <a:lnTo>
                    <a:pt x="17" y="160"/>
                  </a:lnTo>
                  <a:cubicBezTo>
                    <a:pt x="34" y="193"/>
                    <a:pt x="71" y="209"/>
                    <a:pt x="87" y="209"/>
                  </a:cubicBezTo>
                  <a:cubicBezTo>
                    <a:pt x="153" y="209"/>
                    <a:pt x="207" y="176"/>
                    <a:pt x="207" y="123"/>
                  </a:cubicBezTo>
                  <a:cubicBezTo>
                    <a:pt x="223" y="90"/>
                    <a:pt x="207" y="73"/>
                    <a:pt x="190" y="40"/>
                  </a:cubicBezTo>
                  <a:cubicBezTo>
                    <a:pt x="174" y="20"/>
                    <a:pt x="153" y="3"/>
                    <a:pt x="120" y="3"/>
                  </a:cubicBezTo>
                  <a:cubicBezTo>
                    <a:pt x="114" y="1"/>
                    <a:pt x="108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8" name="Google Shape;12058;p31"/>
            <p:cNvSpPr/>
            <p:nvPr/>
          </p:nvSpPr>
          <p:spPr>
            <a:xfrm>
              <a:off x="4184575" y="30313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0" y="1"/>
                    <a:pt x="33" y="17"/>
                  </a:cubicBezTo>
                  <a:cubicBezTo>
                    <a:pt x="17" y="34"/>
                    <a:pt x="0" y="71"/>
                    <a:pt x="0" y="87"/>
                  </a:cubicBezTo>
                  <a:lnTo>
                    <a:pt x="0" y="137"/>
                  </a:lnTo>
                  <a:cubicBezTo>
                    <a:pt x="0" y="157"/>
                    <a:pt x="17" y="157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7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9" name="Google Shape;12059;p31"/>
            <p:cNvSpPr/>
            <p:nvPr/>
          </p:nvSpPr>
          <p:spPr>
            <a:xfrm>
              <a:off x="4196125" y="3051800"/>
              <a:ext cx="5175" cy="5100"/>
            </a:xfrm>
            <a:custGeom>
              <a:avLst/>
              <a:gdLst/>
              <a:ahLst/>
              <a:cxnLst/>
              <a:rect l="l" t="t" r="r" b="b"/>
              <a:pathLst>
                <a:path w="207" h="204" extrusionOk="0">
                  <a:moveTo>
                    <a:pt x="115" y="0"/>
                  </a:moveTo>
                  <a:cubicBezTo>
                    <a:pt x="107" y="0"/>
                    <a:pt x="98" y="2"/>
                    <a:pt x="87" y="7"/>
                  </a:cubicBezTo>
                  <a:cubicBezTo>
                    <a:pt x="70" y="7"/>
                    <a:pt x="37" y="24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60" y="195"/>
                    <a:pt x="86" y="203"/>
                    <a:pt x="111" y="203"/>
                  </a:cubicBezTo>
                  <a:cubicBezTo>
                    <a:pt x="142" y="203"/>
                    <a:pt x="172" y="191"/>
                    <a:pt x="190" y="164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61"/>
                    <a:pt x="190" y="40"/>
                    <a:pt x="173" y="24"/>
                  </a:cubicBezTo>
                  <a:cubicBezTo>
                    <a:pt x="150" y="12"/>
                    <a:pt x="135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0" name="Google Shape;12060;p31"/>
            <p:cNvSpPr/>
            <p:nvPr/>
          </p:nvSpPr>
          <p:spPr>
            <a:xfrm>
              <a:off x="4194050" y="30651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5" y="1"/>
                  </a:moveTo>
                  <a:cubicBezTo>
                    <a:pt x="39" y="1"/>
                    <a:pt x="1" y="47"/>
                    <a:pt x="1" y="91"/>
                  </a:cubicBezTo>
                  <a:lnTo>
                    <a:pt x="1" y="144"/>
                  </a:lnTo>
                  <a:cubicBezTo>
                    <a:pt x="1" y="161"/>
                    <a:pt x="17" y="161"/>
                    <a:pt x="17" y="161"/>
                  </a:cubicBezTo>
                  <a:cubicBezTo>
                    <a:pt x="34" y="194"/>
                    <a:pt x="50" y="210"/>
                    <a:pt x="83" y="210"/>
                  </a:cubicBezTo>
                  <a:cubicBezTo>
                    <a:pt x="120" y="210"/>
                    <a:pt x="137" y="210"/>
                    <a:pt x="153" y="194"/>
                  </a:cubicBezTo>
                  <a:cubicBezTo>
                    <a:pt x="186" y="177"/>
                    <a:pt x="207" y="144"/>
                    <a:pt x="207" y="124"/>
                  </a:cubicBezTo>
                  <a:cubicBezTo>
                    <a:pt x="207" y="74"/>
                    <a:pt x="170" y="4"/>
                    <a:pt x="120" y="4"/>
                  </a:cubicBezTo>
                  <a:cubicBezTo>
                    <a:pt x="111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1" name="Google Shape;12061;p31"/>
            <p:cNvSpPr/>
            <p:nvPr/>
          </p:nvSpPr>
          <p:spPr>
            <a:xfrm>
              <a:off x="4126125" y="30944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8" y="0"/>
                  </a:moveTo>
                  <a:cubicBezTo>
                    <a:pt x="56" y="0"/>
                    <a:pt x="15" y="45"/>
                    <a:pt x="1" y="87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8" y="190"/>
                    <a:pt x="71" y="190"/>
                    <a:pt x="87" y="211"/>
                  </a:cubicBezTo>
                  <a:cubicBezTo>
                    <a:pt x="120" y="211"/>
                    <a:pt x="157" y="211"/>
                    <a:pt x="174" y="190"/>
                  </a:cubicBezTo>
                  <a:cubicBezTo>
                    <a:pt x="190" y="174"/>
                    <a:pt x="207" y="141"/>
                    <a:pt x="207" y="124"/>
                  </a:cubicBezTo>
                  <a:cubicBezTo>
                    <a:pt x="223" y="87"/>
                    <a:pt x="207" y="71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3" y="2"/>
                    <a:pt x="105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2" name="Google Shape;12062;p31"/>
            <p:cNvSpPr/>
            <p:nvPr/>
          </p:nvSpPr>
          <p:spPr>
            <a:xfrm>
              <a:off x="4133450" y="295520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6" y="0"/>
                  </a:moveTo>
                  <a:cubicBezTo>
                    <a:pt x="113" y="0"/>
                    <a:pt x="100" y="3"/>
                    <a:pt x="87" y="8"/>
                  </a:cubicBezTo>
                  <a:cubicBezTo>
                    <a:pt x="17" y="24"/>
                    <a:pt x="1" y="90"/>
                    <a:pt x="17" y="144"/>
                  </a:cubicBezTo>
                  <a:cubicBezTo>
                    <a:pt x="29" y="181"/>
                    <a:pt x="71" y="201"/>
                    <a:pt x="113" y="201"/>
                  </a:cubicBezTo>
                  <a:cubicBezTo>
                    <a:pt x="128" y="201"/>
                    <a:pt x="143" y="199"/>
                    <a:pt x="157" y="193"/>
                  </a:cubicBezTo>
                  <a:cubicBezTo>
                    <a:pt x="207" y="177"/>
                    <a:pt x="240" y="111"/>
                    <a:pt x="207" y="57"/>
                  </a:cubicBezTo>
                  <a:cubicBezTo>
                    <a:pt x="194" y="21"/>
                    <a:pt x="16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3" name="Google Shape;12063;p31"/>
            <p:cNvSpPr/>
            <p:nvPr/>
          </p:nvSpPr>
          <p:spPr>
            <a:xfrm>
              <a:off x="4118400" y="29794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17" y="34"/>
                    <a:pt x="1" y="50"/>
                    <a:pt x="1" y="87"/>
                  </a:cubicBezTo>
                  <a:lnTo>
                    <a:pt x="1" y="137"/>
                  </a:lnTo>
                  <a:cubicBezTo>
                    <a:pt x="1" y="153"/>
                    <a:pt x="17" y="153"/>
                    <a:pt x="17" y="153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41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4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4" name="Google Shape;12064;p31"/>
            <p:cNvSpPr/>
            <p:nvPr/>
          </p:nvSpPr>
          <p:spPr>
            <a:xfrm>
              <a:off x="4122325" y="29484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cubicBezTo>
                    <a:pt x="0" y="104"/>
                    <a:pt x="0" y="120"/>
                    <a:pt x="17" y="137"/>
                  </a:cubicBezTo>
                  <a:cubicBezTo>
                    <a:pt x="17" y="153"/>
                    <a:pt x="17" y="153"/>
                    <a:pt x="33" y="174"/>
                  </a:cubicBezTo>
                  <a:cubicBezTo>
                    <a:pt x="50" y="190"/>
                    <a:pt x="66" y="207"/>
                    <a:pt x="103" y="207"/>
                  </a:cubicBezTo>
                  <a:cubicBezTo>
                    <a:pt x="110" y="209"/>
                    <a:pt x="117" y="210"/>
                    <a:pt x="123" y="210"/>
                  </a:cubicBezTo>
                  <a:cubicBezTo>
                    <a:pt x="166" y="210"/>
                    <a:pt x="209" y="167"/>
                    <a:pt x="223" y="120"/>
                  </a:cubicBezTo>
                  <a:cubicBezTo>
                    <a:pt x="223" y="87"/>
                    <a:pt x="206" y="71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5" name="Google Shape;12065;p31"/>
            <p:cNvSpPr/>
            <p:nvPr/>
          </p:nvSpPr>
          <p:spPr>
            <a:xfrm>
              <a:off x="4123550" y="2934625"/>
              <a:ext cx="6100" cy="5175"/>
            </a:xfrm>
            <a:custGeom>
              <a:avLst/>
              <a:gdLst/>
              <a:ahLst/>
              <a:cxnLst/>
              <a:rect l="l" t="t" r="r" b="b"/>
              <a:pathLst>
                <a:path w="244" h="207" extrusionOk="0">
                  <a:moveTo>
                    <a:pt x="118" y="1"/>
                  </a:moveTo>
                  <a:cubicBezTo>
                    <a:pt x="108" y="1"/>
                    <a:pt x="98" y="2"/>
                    <a:pt x="87" y="6"/>
                  </a:cubicBezTo>
                  <a:cubicBezTo>
                    <a:pt x="38" y="23"/>
                    <a:pt x="1" y="89"/>
                    <a:pt x="17" y="142"/>
                  </a:cubicBezTo>
                  <a:cubicBezTo>
                    <a:pt x="44" y="178"/>
                    <a:pt x="77" y="207"/>
                    <a:pt x="113" y="207"/>
                  </a:cubicBezTo>
                  <a:cubicBezTo>
                    <a:pt x="127" y="207"/>
                    <a:pt x="142" y="202"/>
                    <a:pt x="157" y="192"/>
                  </a:cubicBezTo>
                  <a:cubicBezTo>
                    <a:pt x="207" y="175"/>
                    <a:pt x="244" y="126"/>
                    <a:pt x="223" y="72"/>
                  </a:cubicBezTo>
                  <a:cubicBezTo>
                    <a:pt x="197" y="32"/>
                    <a:pt x="159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6" name="Google Shape;12066;p31"/>
            <p:cNvSpPr/>
            <p:nvPr/>
          </p:nvSpPr>
          <p:spPr>
            <a:xfrm>
              <a:off x="4128300" y="298610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9"/>
                  </a:cubicBezTo>
                  <a:cubicBezTo>
                    <a:pt x="33" y="25"/>
                    <a:pt x="0" y="75"/>
                    <a:pt x="33" y="145"/>
                  </a:cubicBezTo>
                  <a:cubicBezTo>
                    <a:pt x="33" y="145"/>
                    <a:pt x="54" y="161"/>
                    <a:pt x="54" y="178"/>
                  </a:cubicBezTo>
                  <a:cubicBezTo>
                    <a:pt x="77" y="189"/>
                    <a:pt x="100" y="203"/>
                    <a:pt x="130" y="203"/>
                  </a:cubicBezTo>
                  <a:cubicBezTo>
                    <a:pt x="143" y="203"/>
                    <a:pt x="157" y="201"/>
                    <a:pt x="174" y="194"/>
                  </a:cubicBezTo>
                  <a:cubicBezTo>
                    <a:pt x="207" y="178"/>
                    <a:pt x="223" y="145"/>
                    <a:pt x="223" y="112"/>
                  </a:cubicBezTo>
                  <a:cubicBezTo>
                    <a:pt x="239" y="91"/>
                    <a:pt x="223" y="75"/>
                    <a:pt x="223" y="58"/>
                  </a:cubicBezTo>
                  <a:cubicBezTo>
                    <a:pt x="211" y="22"/>
                    <a:pt x="169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7" name="Google Shape;12067;p31"/>
            <p:cNvSpPr/>
            <p:nvPr/>
          </p:nvSpPr>
          <p:spPr>
            <a:xfrm>
              <a:off x="4132625" y="297415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2" y="0"/>
                  </a:moveTo>
                  <a:cubicBezTo>
                    <a:pt x="46" y="0"/>
                    <a:pt x="1" y="33"/>
                    <a:pt x="1" y="91"/>
                  </a:cubicBezTo>
                  <a:lnTo>
                    <a:pt x="1" y="140"/>
                  </a:lnTo>
                  <a:lnTo>
                    <a:pt x="17" y="157"/>
                  </a:lnTo>
                  <a:cubicBezTo>
                    <a:pt x="34" y="178"/>
                    <a:pt x="50" y="194"/>
                    <a:pt x="87" y="194"/>
                  </a:cubicBezTo>
                  <a:cubicBezTo>
                    <a:pt x="96" y="197"/>
                    <a:pt x="104" y="198"/>
                    <a:pt x="113" y="198"/>
                  </a:cubicBezTo>
                  <a:cubicBezTo>
                    <a:pt x="154" y="198"/>
                    <a:pt x="193" y="166"/>
                    <a:pt x="207" y="108"/>
                  </a:cubicBezTo>
                  <a:cubicBezTo>
                    <a:pt x="207" y="91"/>
                    <a:pt x="207" y="54"/>
                    <a:pt x="190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1" y="2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8" name="Google Shape;12068;p31"/>
            <p:cNvSpPr/>
            <p:nvPr/>
          </p:nvSpPr>
          <p:spPr>
            <a:xfrm>
              <a:off x="4114600" y="2992700"/>
              <a:ext cx="5575" cy="4925"/>
            </a:xfrm>
            <a:custGeom>
              <a:avLst/>
              <a:gdLst/>
              <a:ahLst/>
              <a:cxnLst/>
              <a:rect l="l" t="t" r="r" b="b"/>
              <a:pathLst>
                <a:path w="223" h="197" extrusionOk="0">
                  <a:moveTo>
                    <a:pt x="66" y="0"/>
                  </a:moveTo>
                  <a:cubicBezTo>
                    <a:pt x="17" y="17"/>
                    <a:pt x="0" y="87"/>
                    <a:pt x="17" y="136"/>
                  </a:cubicBezTo>
                  <a:cubicBezTo>
                    <a:pt x="29" y="177"/>
                    <a:pt x="72" y="196"/>
                    <a:pt x="113" y="196"/>
                  </a:cubicBezTo>
                  <a:cubicBezTo>
                    <a:pt x="127" y="196"/>
                    <a:pt x="140" y="194"/>
                    <a:pt x="153" y="190"/>
                  </a:cubicBezTo>
                  <a:cubicBezTo>
                    <a:pt x="169" y="190"/>
                    <a:pt x="190" y="174"/>
                    <a:pt x="190" y="174"/>
                  </a:cubicBezTo>
                  <a:cubicBezTo>
                    <a:pt x="223" y="136"/>
                    <a:pt x="223" y="104"/>
                    <a:pt x="206" y="54"/>
                  </a:cubicBezTo>
                  <a:cubicBezTo>
                    <a:pt x="206" y="17"/>
                    <a:pt x="16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9" name="Google Shape;12069;p31"/>
            <p:cNvSpPr/>
            <p:nvPr/>
          </p:nvSpPr>
          <p:spPr>
            <a:xfrm>
              <a:off x="4104700" y="29832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2" y="1"/>
                  </a:moveTo>
                  <a:cubicBezTo>
                    <a:pt x="83" y="1"/>
                    <a:pt x="56" y="16"/>
                    <a:pt x="33" y="38"/>
                  </a:cubicBezTo>
                  <a:cubicBezTo>
                    <a:pt x="0" y="71"/>
                    <a:pt x="0" y="88"/>
                    <a:pt x="0" y="125"/>
                  </a:cubicBezTo>
                  <a:cubicBezTo>
                    <a:pt x="0" y="125"/>
                    <a:pt x="0" y="141"/>
                    <a:pt x="17" y="141"/>
                  </a:cubicBezTo>
                  <a:cubicBezTo>
                    <a:pt x="17" y="158"/>
                    <a:pt x="33" y="174"/>
                    <a:pt x="33" y="191"/>
                  </a:cubicBezTo>
                  <a:cubicBezTo>
                    <a:pt x="70" y="207"/>
                    <a:pt x="87" y="207"/>
                    <a:pt x="120" y="207"/>
                  </a:cubicBezTo>
                  <a:cubicBezTo>
                    <a:pt x="153" y="207"/>
                    <a:pt x="173" y="191"/>
                    <a:pt x="190" y="174"/>
                  </a:cubicBezTo>
                  <a:cubicBezTo>
                    <a:pt x="206" y="158"/>
                    <a:pt x="223" y="125"/>
                    <a:pt x="206" y="88"/>
                  </a:cubicBezTo>
                  <a:cubicBezTo>
                    <a:pt x="206" y="71"/>
                    <a:pt x="190" y="38"/>
                    <a:pt x="173" y="22"/>
                  </a:cubicBezTo>
                  <a:cubicBezTo>
                    <a:pt x="152" y="7"/>
                    <a:pt x="13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0" name="Google Shape;12070;p31"/>
            <p:cNvSpPr/>
            <p:nvPr/>
          </p:nvSpPr>
          <p:spPr>
            <a:xfrm>
              <a:off x="4111075" y="2941475"/>
              <a:ext cx="6125" cy="5375"/>
            </a:xfrm>
            <a:custGeom>
              <a:avLst/>
              <a:gdLst/>
              <a:ahLst/>
              <a:cxnLst/>
              <a:rect l="l" t="t" r="r" b="b"/>
              <a:pathLst>
                <a:path w="245" h="215" extrusionOk="0">
                  <a:moveTo>
                    <a:pt x="106" y="0"/>
                  </a:moveTo>
                  <a:cubicBezTo>
                    <a:pt x="95" y="0"/>
                    <a:pt x="83" y="2"/>
                    <a:pt x="71" y="4"/>
                  </a:cubicBezTo>
                  <a:cubicBezTo>
                    <a:pt x="21" y="42"/>
                    <a:pt x="1" y="91"/>
                    <a:pt x="21" y="145"/>
                  </a:cubicBezTo>
                  <a:cubicBezTo>
                    <a:pt x="35" y="185"/>
                    <a:pt x="82" y="215"/>
                    <a:pt x="128" y="215"/>
                  </a:cubicBezTo>
                  <a:cubicBezTo>
                    <a:pt x="138" y="215"/>
                    <a:pt x="148" y="214"/>
                    <a:pt x="158" y="211"/>
                  </a:cubicBezTo>
                  <a:cubicBezTo>
                    <a:pt x="207" y="178"/>
                    <a:pt x="244" y="124"/>
                    <a:pt x="207" y="75"/>
                  </a:cubicBezTo>
                  <a:cubicBezTo>
                    <a:pt x="193" y="30"/>
                    <a:pt x="157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1" name="Google Shape;12071;p31"/>
            <p:cNvSpPr/>
            <p:nvPr/>
          </p:nvSpPr>
          <p:spPr>
            <a:xfrm>
              <a:off x="4156225" y="29771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1"/>
                  </a:cubicBezTo>
                  <a:lnTo>
                    <a:pt x="1" y="124"/>
                  </a:lnTo>
                  <a:lnTo>
                    <a:pt x="1" y="140"/>
                  </a:lnTo>
                  <a:lnTo>
                    <a:pt x="17" y="161"/>
                  </a:lnTo>
                  <a:cubicBezTo>
                    <a:pt x="34" y="194"/>
                    <a:pt x="71" y="210"/>
                    <a:pt x="87" y="210"/>
                  </a:cubicBezTo>
                  <a:cubicBezTo>
                    <a:pt x="120" y="210"/>
                    <a:pt x="137" y="210"/>
                    <a:pt x="174" y="194"/>
                  </a:cubicBezTo>
                  <a:cubicBezTo>
                    <a:pt x="190" y="177"/>
                    <a:pt x="207" y="140"/>
                    <a:pt x="207" y="124"/>
                  </a:cubicBezTo>
                  <a:cubicBezTo>
                    <a:pt x="207" y="91"/>
                    <a:pt x="207" y="74"/>
                    <a:pt x="190" y="58"/>
                  </a:cubicBezTo>
                  <a:cubicBezTo>
                    <a:pt x="174" y="20"/>
                    <a:pt x="153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2" name="Google Shape;12072;p31"/>
            <p:cNvSpPr/>
            <p:nvPr/>
          </p:nvSpPr>
          <p:spPr>
            <a:xfrm>
              <a:off x="4146750" y="29535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4" y="1"/>
                  </a:moveTo>
                  <a:cubicBezTo>
                    <a:pt x="41" y="1"/>
                    <a:pt x="0" y="44"/>
                    <a:pt x="0" y="90"/>
                  </a:cubicBezTo>
                  <a:lnTo>
                    <a:pt x="0" y="140"/>
                  </a:lnTo>
                  <a:lnTo>
                    <a:pt x="17" y="156"/>
                  </a:lnTo>
                  <a:cubicBezTo>
                    <a:pt x="37" y="194"/>
                    <a:pt x="54" y="194"/>
                    <a:pt x="87" y="210"/>
                  </a:cubicBezTo>
                  <a:cubicBezTo>
                    <a:pt x="141" y="210"/>
                    <a:pt x="190" y="177"/>
                    <a:pt x="206" y="123"/>
                  </a:cubicBezTo>
                  <a:cubicBezTo>
                    <a:pt x="206" y="90"/>
                    <a:pt x="206" y="74"/>
                    <a:pt x="190" y="37"/>
                  </a:cubicBezTo>
                  <a:cubicBezTo>
                    <a:pt x="174" y="20"/>
                    <a:pt x="141" y="4"/>
                    <a:pt x="120" y="4"/>
                  </a:cubicBezTo>
                  <a:cubicBezTo>
                    <a:pt x="111" y="2"/>
                    <a:pt x="103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3" name="Google Shape;12073;p31"/>
            <p:cNvSpPr/>
            <p:nvPr/>
          </p:nvSpPr>
          <p:spPr>
            <a:xfrm>
              <a:off x="4150675" y="30028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14" y="1"/>
                  </a:moveTo>
                  <a:cubicBezTo>
                    <a:pt x="100" y="1"/>
                    <a:pt x="83" y="3"/>
                    <a:pt x="66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3"/>
                    <a:pt x="113" y="203"/>
                  </a:cubicBezTo>
                  <a:cubicBezTo>
                    <a:pt x="127" y="203"/>
                    <a:pt x="140" y="200"/>
                    <a:pt x="153" y="196"/>
                  </a:cubicBezTo>
                  <a:cubicBezTo>
                    <a:pt x="206" y="180"/>
                    <a:pt x="239" y="126"/>
                    <a:pt x="206" y="60"/>
                  </a:cubicBezTo>
                  <a:cubicBezTo>
                    <a:pt x="194" y="20"/>
                    <a:pt x="16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4" name="Google Shape;12074;p31"/>
            <p:cNvSpPr/>
            <p:nvPr/>
          </p:nvSpPr>
          <p:spPr>
            <a:xfrm>
              <a:off x="4148900" y="29414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3" y="0"/>
                  </a:moveTo>
                  <a:cubicBezTo>
                    <a:pt x="85" y="0"/>
                    <a:pt x="55" y="14"/>
                    <a:pt x="34" y="44"/>
                  </a:cubicBezTo>
                  <a:cubicBezTo>
                    <a:pt x="17" y="60"/>
                    <a:pt x="1" y="93"/>
                    <a:pt x="1" y="110"/>
                  </a:cubicBezTo>
                  <a:cubicBezTo>
                    <a:pt x="1" y="126"/>
                    <a:pt x="1" y="126"/>
                    <a:pt x="17" y="147"/>
                  </a:cubicBezTo>
                  <a:cubicBezTo>
                    <a:pt x="17" y="163"/>
                    <a:pt x="34" y="180"/>
                    <a:pt x="55" y="180"/>
                  </a:cubicBezTo>
                  <a:cubicBezTo>
                    <a:pt x="69" y="194"/>
                    <a:pt x="92" y="203"/>
                    <a:pt x="115" y="203"/>
                  </a:cubicBezTo>
                  <a:cubicBezTo>
                    <a:pt x="143" y="203"/>
                    <a:pt x="172" y="190"/>
                    <a:pt x="191" y="163"/>
                  </a:cubicBezTo>
                  <a:cubicBezTo>
                    <a:pt x="207" y="147"/>
                    <a:pt x="224" y="110"/>
                    <a:pt x="207" y="93"/>
                  </a:cubicBezTo>
                  <a:cubicBezTo>
                    <a:pt x="207" y="60"/>
                    <a:pt x="191" y="44"/>
                    <a:pt x="174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5" name="Google Shape;12075;p31"/>
            <p:cNvSpPr/>
            <p:nvPr/>
          </p:nvSpPr>
          <p:spPr>
            <a:xfrm>
              <a:off x="4155400" y="29909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50" y="0"/>
                    <a:pt x="1" y="37"/>
                    <a:pt x="1" y="87"/>
                  </a:cubicBezTo>
                  <a:lnTo>
                    <a:pt x="1" y="141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4" y="190"/>
                    <a:pt x="50" y="206"/>
                    <a:pt x="83" y="206"/>
                  </a:cubicBezTo>
                  <a:cubicBezTo>
                    <a:pt x="137" y="206"/>
                    <a:pt x="186" y="174"/>
                    <a:pt x="207" y="124"/>
                  </a:cubicBezTo>
                  <a:cubicBezTo>
                    <a:pt x="207" y="87"/>
                    <a:pt x="207" y="70"/>
                    <a:pt x="186" y="37"/>
                  </a:cubicBezTo>
                  <a:cubicBezTo>
                    <a:pt x="170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6" name="Google Shape;12076;p31"/>
            <p:cNvSpPr/>
            <p:nvPr/>
          </p:nvSpPr>
          <p:spPr>
            <a:xfrm>
              <a:off x="4143750" y="29673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1" y="1"/>
                  </a:moveTo>
                  <a:cubicBezTo>
                    <a:pt x="75" y="1"/>
                    <a:pt x="41" y="16"/>
                    <a:pt x="17" y="39"/>
                  </a:cubicBezTo>
                  <a:cubicBezTo>
                    <a:pt x="1" y="56"/>
                    <a:pt x="1" y="89"/>
                    <a:pt x="1" y="122"/>
                  </a:cubicBezTo>
                  <a:lnTo>
                    <a:pt x="1" y="142"/>
                  </a:lnTo>
                  <a:cubicBezTo>
                    <a:pt x="17" y="159"/>
                    <a:pt x="17" y="175"/>
                    <a:pt x="34" y="192"/>
                  </a:cubicBezTo>
                  <a:cubicBezTo>
                    <a:pt x="54" y="204"/>
                    <a:pt x="77" y="210"/>
                    <a:pt x="99" y="210"/>
                  </a:cubicBezTo>
                  <a:cubicBezTo>
                    <a:pt x="136" y="210"/>
                    <a:pt x="170" y="196"/>
                    <a:pt x="190" y="175"/>
                  </a:cubicBezTo>
                  <a:cubicBezTo>
                    <a:pt x="223" y="122"/>
                    <a:pt x="207" y="56"/>
                    <a:pt x="174" y="19"/>
                  </a:cubicBezTo>
                  <a:cubicBezTo>
                    <a:pt x="154" y="6"/>
                    <a:pt x="132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7" name="Google Shape;12077;p31"/>
            <p:cNvSpPr/>
            <p:nvPr/>
          </p:nvSpPr>
          <p:spPr>
            <a:xfrm>
              <a:off x="4138600" y="29955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1"/>
                  </a:moveTo>
                  <a:cubicBezTo>
                    <a:pt x="113" y="1"/>
                    <a:pt x="99" y="3"/>
                    <a:pt x="87" y="7"/>
                  </a:cubicBezTo>
                  <a:cubicBezTo>
                    <a:pt x="34" y="23"/>
                    <a:pt x="1" y="94"/>
                    <a:pt x="17" y="147"/>
                  </a:cubicBezTo>
                  <a:cubicBezTo>
                    <a:pt x="45" y="184"/>
                    <a:pt x="80" y="203"/>
                    <a:pt x="118" y="203"/>
                  </a:cubicBezTo>
                  <a:cubicBezTo>
                    <a:pt x="131" y="203"/>
                    <a:pt x="144" y="201"/>
                    <a:pt x="157" y="197"/>
                  </a:cubicBezTo>
                  <a:cubicBezTo>
                    <a:pt x="207" y="180"/>
                    <a:pt x="240" y="110"/>
                    <a:pt x="223" y="61"/>
                  </a:cubicBezTo>
                  <a:cubicBezTo>
                    <a:pt x="211" y="20"/>
                    <a:pt x="168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8" name="Google Shape;12078;p31"/>
            <p:cNvSpPr/>
            <p:nvPr/>
          </p:nvSpPr>
          <p:spPr>
            <a:xfrm>
              <a:off x="4142925" y="2984150"/>
              <a:ext cx="5600" cy="4900"/>
            </a:xfrm>
            <a:custGeom>
              <a:avLst/>
              <a:gdLst/>
              <a:ahLst/>
              <a:cxnLst/>
              <a:rect l="l" t="t" r="r" b="b"/>
              <a:pathLst>
                <a:path w="224" h="196" extrusionOk="0">
                  <a:moveTo>
                    <a:pt x="67" y="0"/>
                  </a:moveTo>
                  <a:cubicBezTo>
                    <a:pt x="50" y="17"/>
                    <a:pt x="34" y="33"/>
                    <a:pt x="17" y="50"/>
                  </a:cubicBezTo>
                  <a:cubicBezTo>
                    <a:pt x="1" y="66"/>
                    <a:pt x="1" y="103"/>
                    <a:pt x="17" y="136"/>
                  </a:cubicBezTo>
                  <a:cubicBezTo>
                    <a:pt x="30" y="177"/>
                    <a:pt x="63" y="196"/>
                    <a:pt x="107" y="196"/>
                  </a:cubicBezTo>
                  <a:cubicBezTo>
                    <a:pt x="122" y="196"/>
                    <a:pt x="137" y="194"/>
                    <a:pt x="153" y="190"/>
                  </a:cubicBezTo>
                  <a:cubicBezTo>
                    <a:pt x="207" y="169"/>
                    <a:pt x="223" y="120"/>
                    <a:pt x="207" y="50"/>
                  </a:cubicBezTo>
                  <a:cubicBezTo>
                    <a:pt x="190" y="33"/>
                    <a:pt x="17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9" name="Google Shape;12079;p31"/>
            <p:cNvSpPr/>
            <p:nvPr/>
          </p:nvSpPr>
          <p:spPr>
            <a:xfrm>
              <a:off x="4136025" y="29415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1" y="0"/>
                    <a:pt x="1" y="38"/>
                    <a:pt x="1" y="87"/>
                  </a:cubicBezTo>
                  <a:lnTo>
                    <a:pt x="1" y="141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4" y="190"/>
                    <a:pt x="54" y="207"/>
                    <a:pt x="87" y="207"/>
                  </a:cubicBezTo>
                  <a:cubicBezTo>
                    <a:pt x="94" y="209"/>
                    <a:pt x="101" y="210"/>
                    <a:pt x="108" y="210"/>
                  </a:cubicBezTo>
                  <a:cubicBezTo>
                    <a:pt x="154" y="210"/>
                    <a:pt x="207" y="166"/>
                    <a:pt x="207" y="120"/>
                  </a:cubicBezTo>
                  <a:cubicBezTo>
                    <a:pt x="207" y="87"/>
                    <a:pt x="207" y="71"/>
                    <a:pt x="190" y="54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0" name="Google Shape;12080;p31"/>
            <p:cNvSpPr/>
            <p:nvPr/>
          </p:nvSpPr>
          <p:spPr>
            <a:xfrm>
              <a:off x="4176425" y="30849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3" y="0"/>
                  </a:moveTo>
                  <a:cubicBezTo>
                    <a:pt x="38" y="0"/>
                    <a:pt x="1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4" y="193"/>
                    <a:pt x="50" y="193"/>
                    <a:pt x="87" y="210"/>
                  </a:cubicBezTo>
                  <a:cubicBezTo>
                    <a:pt x="137" y="210"/>
                    <a:pt x="190" y="177"/>
                    <a:pt x="207" y="123"/>
                  </a:cubicBezTo>
                  <a:cubicBezTo>
                    <a:pt x="207" y="90"/>
                    <a:pt x="207" y="74"/>
                    <a:pt x="190" y="37"/>
                  </a:cubicBezTo>
                  <a:cubicBezTo>
                    <a:pt x="170" y="20"/>
                    <a:pt x="137" y="4"/>
                    <a:pt x="120" y="4"/>
                  </a:cubicBezTo>
                  <a:cubicBezTo>
                    <a:pt x="111" y="1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1" name="Google Shape;12081;p31"/>
            <p:cNvSpPr/>
            <p:nvPr/>
          </p:nvSpPr>
          <p:spPr>
            <a:xfrm>
              <a:off x="4140775" y="30743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0" y="1"/>
                    <a:pt x="33" y="17"/>
                  </a:cubicBezTo>
                  <a:cubicBezTo>
                    <a:pt x="17" y="34"/>
                    <a:pt x="0" y="50"/>
                    <a:pt x="0" y="87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53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6" y="207"/>
                    <a:pt x="190" y="170"/>
                    <a:pt x="206" y="120"/>
                  </a:cubicBezTo>
                  <a:cubicBezTo>
                    <a:pt x="206" y="87"/>
                    <a:pt x="206" y="67"/>
                    <a:pt x="190" y="34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2" name="Google Shape;12082;p31"/>
            <p:cNvSpPr/>
            <p:nvPr/>
          </p:nvSpPr>
          <p:spPr>
            <a:xfrm>
              <a:off x="4145100" y="30476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1"/>
                  </a:moveTo>
                  <a:cubicBezTo>
                    <a:pt x="103" y="1"/>
                    <a:pt x="66" y="1"/>
                    <a:pt x="50" y="22"/>
                  </a:cubicBezTo>
                  <a:cubicBezTo>
                    <a:pt x="33" y="38"/>
                    <a:pt x="17" y="55"/>
                    <a:pt x="17" y="88"/>
                  </a:cubicBezTo>
                  <a:cubicBezTo>
                    <a:pt x="0" y="104"/>
                    <a:pt x="0" y="125"/>
                    <a:pt x="17" y="141"/>
                  </a:cubicBezTo>
                  <a:cubicBezTo>
                    <a:pt x="17" y="141"/>
                    <a:pt x="17" y="158"/>
                    <a:pt x="33" y="158"/>
                  </a:cubicBezTo>
                  <a:cubicBezTo>
                    <a:pt x="50" y="191"/>
                    <a:pt x="66" y="191"/>
                    <a:pt x="103" y="207"/>
                  </a:cubicBezTo>
                  <a:cubicBezTo>
                    <a:pt x="153" y="207"/>
                    <a:pt x="207" y="174"/>
                    <a:pt x="223" y="125"/>
                  </a:cubicBezTo>
                  <a:cubicBezTo>
                    <a:pt x="223" y="88"/>
                    <a:pt x="207" y="71"/>
                    <a:pt x="207" y="38"/>
                  </a:cubicBezTo>
                  <a:cubicBezTo>
                    <a:pt x="186" y="22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3" name="Google Shape;12083;p31"/>
            <p:cNvSpPr/>
            <p:nvPr/>
          </p:nvSpPr>
          <p:spPr>
            <a:xfrm>
              <a:off x="4141175" y="30608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120" y="1"/>
                  </a:moveTo>
                  <a:cubicBezTo>
                    <a:pt x="109" y="1"/>
                    <a:pt x="98" y="10"/>
                    <a:pt x="87" y="10"/>
                  </a:cubicBezTo>
                  <a:cubicBezTo>
                    <a:pt x="34" y="26"/>
                    <a:pt x="1" y="92"/>
                    <a:pt x="34" y="146"/>
                  </a:cubicBezTo>
                  <a:cubicBezTo>
                    <a:pt x="49" y="183"/>
                    <a:pt x="80" y="203"/>
                    <a:pt x="124" y="203"/>
                  </a:cubicBezTo>
                  <a:cubicBezTo>
                    <a:pt x="139" y="203"/>
                    <a:pt x="156" y="201"/>
                    <a:pt x="174" y="195"/>
                  </a:cubicBezTo>
                  <a:cubicBezTo>
                    <a:pt x="174" y="195"/>
                    <a:pt x="190" y="179"/>
                    <a:pt x="207" y="179"/>
                  </a:cubicBezTo>
                  <a:cubicBezTo>
                    <a:pt x="223" y="146"/>
                    <a:pt x="240" y="113"/>
                    <a:pt x="223" y="59"/>
                  </a:cubicBezTo>
                  <a:cubicBezTo>
                    <a:pt x="207" y="26"/>
                    <a:pt x="174" y="10"/>
                    <a:pt x="137" y="10"/>
                  </a:cubicBezTo>
                  <a:cubicBezTo>
                    <a:pt x="131" y="3"/>
                    <a:pt x="12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4" name="Google Shape;12084;p31"/>
            <p:cNvSpPr/>
            <p:nvPr/>
          </p:nvSpPr>
          <p:spPr>
            <a:xfrm>
              <a:off x="4189325" y="3019300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03" y="0"/>
                  </a:moveTo>
                  <a:cubicBezTo>
                    <a:pt x="66" y="21"/>
                    <a:pt x="50" y="21"/>
                    <a:pt x="33" y="54"/>
                  </a:cubicBezTo>
                  <a:cubicBezTo>
                    <a:pt x="17" y="70"/>
                    <a:pt x="0" y="87"/>
                    <a:pt x="17" y="124"/>
                  </a:cubicBezTo>
                  <a:lnTo>
                    <a:pt x="17" y="157"/>
                  </a:lnTo>
                  <a:cubicBezTo>
                    <a:pt x="17" y="173"/>
                    <a:pt x="33" y="173"/>
                    <a:pt x="50" y="190"/>
                  </a:cubicBezTo>
                  <a:cubicBezTo>
                    <a:pt x="74" y="207"/>
                    <a:pt x="97" y="216"/>
                    <a:pt x="121" y="216"/>
                  </a:cubicBezTo>
                  <a:cubicBezTo>
                    <a:pt x="149" y="216"/>
                    <a:pt x="177" y="203"/>
                    <a:pt x="206" y="173"/>
                  </a:cubicBezTo>
                  <a:cubicBezTo>
                    <a:pt x="239" y="140"/>
                    <a:pt x="223" y="70"/>
                    <a:pt x="190" y="37"/>
                  </a:cubicBezTo>
                  <a:cubicBezTo>
                    <a:pt x="153" y="21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5" name="Google Shape;12085;p31"/>
            <p:cNvSpPr/>
            <p:nvPr/>
          </p:nvSpPr>
          <p:spPr>
            <a:xfrm>
              <a:off x="4149325" y="30166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1" y="0"/>
                  </a:moveTo>
                  <a:cubicBezTo>
                    <a:pt x="58" y="0"/>
                    <a:pt x="15" y="46"/>
                    <a:pt x="0" y="90"/>
                  </a:cubicBezTo>
                  <a:lnTo>
                    <a:pt x="0" y="143"/>
                  </a:lnTo>
                  <a:lnTo>
                    <a:pt x="17" y="160"/>
                  </a:lnTo>
                  <a:cubicBezTo>
                    <a:pt x="38" y="193"/>
                    <a:pt x="71" y="209"/>
                    <a:pt x="87" y="209"/>
                  </a:cubicBezTo>
                  <a:cubicBezTo>
                    <a:pt x="157" y="209"/>
                    <a:pt x="207" y="176"/>
                    <a:pt x="207" y="127"/>
                  </a:cubicBezTo>
                  <a:cubicBezTo>
                    <a:pt x="207" y="90"/>
                    <a:pt x="207" y="73"/>
                    <a:pt x="190" y="40"/>
                  </a:cubicBezTo>
                  <a:cubicBezTo>
                    <a:pt x="174" y="24"/>
                    <a:pt x="157" y="3"/>
                    <a:pt x="120" y="3"/>
                  </a:cubicBezTo>
                  <a:cubicBezTo>
                    <a:pt x="114" y="1"/>
                    <a:pt x="107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6" name="Google Shape;12086;p31"/>
            <p:cNvSpPr/>
            <p:nvPr/>
          </p:nvSpPr>
          <p:spPr>
            <a:xfrm>
              <a:off x="4151500" y="3079725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91" y="1"/>
                  </a:moveTo>
                  <a:cubicBezTo>
                    <a:pt x="68" y="1"/>
                    <a:pt x="48" y="12"/>
                    <a:pt x="33" y="24"/>
                  </a:cubicBezTo>
                  <a:cubicBezTo>
                    <a:pt x="16" y="40"/>
                    <a:pt x="0" y="57"/>
                    <a:pt x="0" y="94"/>
                  </a:cubicBezTo>
                  <a:cubicBezTo>
                    <a:pt x="0" y="110"/>
                    <a:pt x="0" y="127"/>
                    <a:pt x="16" y="143"/>
                  </a:cubicBezTo>
                  <a:cubicBezTo>
                    <a:pt x="16" y="181"/>
                    <a:pt x="54" y="197"/>
                    <a:pt x="87" y="197"/>
                  </a:cubicBezTo>
                  <a:lnTo>
                    <a:pt x="103" y="197"/>
                  </a:lnTo>
                  <a:cubicBezTo>
                    <a:pt x="112" y="200"/>
                    <a:pt x="121" y="201"/>
                    <a:pt x="130" y="201"/>
                  </a:cubicBezTo>
                  <a:cubicBezTo>
                    <a:pt x="172" y="201"/>
                    <a:pt x="206" y="169"/>
                    <a:pt x="206" y="110"/>
                  </a:cubicBezTo>
                  <a:cubicBezTo>
                    <a:pt x="223" y="94"/>
                    <a:pt x="206" y="57"/>
                    <a:pt x="190" y="40"/>
                  </a:cubicBezTo>
                  <a:cubicBezTo>
                    <a:pt x="173" y="24"/>
                    <a:pt x="157" y="7"/>
                    <a:pt x="120" y="7"/>
                  </a:cubicBezTo>
                  <a:cubicBezTo>
                    <a:pt x="110" y="3"/>
                    <a:pt x="100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7" name="Google Shape;12087;p31"/>
            <p:cNvSpPr/>
            <p:nvPr/>
          </p:nvSpPr>
          <p:spPr>
            <a:xfrm>
              <a:off x="4148500" y="31094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20" y="1"/>
                  </a:moveTo>
                  <a:cubicBezTo>
                    <a:pt x="104" y="1"/>
                    <a:pt x="71" y="1"/>
                    <a:pt x="50" y="21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24"/>
                    <a:pt x="17" y="141"/>
                  </a:cubicBezTo>
                  <a:lnTo>
                    <a:pt x="17" y="174"/>
                  </a:lnTo>
                  <a:cubicBezTo>
                    <a:pt x="33" y="190"/>
                    <a:pt x="71" y="207"/>
                    <a:pt x="87" y="207"/>
                  </a:cubicBezTo>
                  <a:cubicBezTo>
                    <a:pt x="97" y="210"/>
                    <a:pt x="107" y="211"/>
                    <a:pt x="116" y="211"/>
                  </a:cubicBezTo>
                  <a:cubicBezTo>
                    <a:pt x="168" y="211"/>
                    <a:pt x="207" y="166"/>
                    <a:pt x="207" y="124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21"/>
                    <a:pt x="153" y="2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8" name="Google Shape;12088;p31"/>
            <p:cNvSpPr/>
            <p:nvPr/>
          </p:nvSpPr>
          <p:spPr>
            <a:xfrm>
              <a:off x="4154075" y="3067900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96" y="1"/>
                  </a:moveTo>
                  <a:cubicBezTo>
                    <a:pt x="66" y="1"/>
                    <a:pt x="37" y="15"/>
                    <a:pt x="17" y="35"/>
                  </a:cubicBezTo>
                  <a:cubicBezTo>
                    <a:pt x="0" y="68"/>
                    <a:pt x="0" y="85"/>
                    <a:pt x="0" y="118"/>
                  </a:cubicBezTo>
                  <a:lnTo>
                    <a:pt x="0" y="138"/>
                  </a:lnTo>
                  <a:cubicBezTo>
                    <a:pt x="0" y="155"/>
                    <a:pt x="17" y="171"/>
                    <a:pt x="33" y="188"/>
                  </a:cubicBezTo>
                  <a:cubicBezTo>
                    <a:pt x="54" y="204"/>
                    <a:pt x="87" y="204"/>
                    <a:pt x="103" y="204"/>
                  </a:cubicBezTo>
                  <a:cubicBezTo>
                    <a:pt x="136" y="204"/>
                    <a:pt x="157" y="188"/>
                    <a:pt x="190" y="171"/>
                  </a:cubicBezTo>
                  <a:cubicBezTo>
                    <a:pt x="206" y="155"/>
                    <a:pt x="206" y="118"/>
                    <a:pt x="206" y="101"/>
                  </a:cubicBezTo>
                  <a:cubicBezTo>
                    <a:pt x="206" y="68"/>
                    <a:pt x="190" y="52"/>
                    <a:pt x="173" y="35"/>
                  </a:cubicBezTo>
                  <a:cubicBezTo>
                    <a:pt x="149" y="11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9" name="Google Shape;12089;p31"/>
            <p:cNvSpPr/>
            <p:nvPr/>
          </p:nvSpPr>
          <p:spPr>
            <a:xfrm>
              <a:off x="4150250" y="30957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8" y="0"/>
                  </a:moveTo>
                  <a:cubicBezTo>
                    <a:pt x="50" y="0"/>
                    <a:pt x="1" y="43"/>
                    <a:pt x="1" y="90"/>
                  </a:cubicBezTo>
                  <a:lnTo>
                    <a:pt x="1" y="139"/>
                  </a:lnTo>
                  <a:lnTo>
                    <a:pt x="17" y="160"/>
                  </a:lnTo>
                  <a:cubicBezTo>
                    <a:pt x="34" y="193"/>
                    <a:pt x="50" y="193"/>
                    <a:pt x="83" y="209"/>
                  </a:cubicBezTo>
                  <a:cubicBezTo>
                    <a:pt x="137" y="209"/>
                    <a:pt x="186" y="176"/>
                    <a:pt x="207" y="123"/>
                  </a:cubicBezTo>
                  <a:cubicBezTo>
                    <a:pt x="207" y="90"/>
                    <a:pt x="207" y="73"/>
                    <a:pt x="186" y="36"/>
                  </a:cubicBezTo>
                  <a:cubicBezTo>
                    <a:pt x="170" y="20"/>
                    <a:pt x="137" y="3"/>
                    <a:pt x="120" y="3"/>
                  </a:cubicBezTo>
                  <a:cubicBezTo>
                    <a:pt x="113" y="1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0" name="Google Shape;12090;p31"/>
            <p:cNvSpPr/>
            <p:nvPr/>
          </p:nvSpPr>
          <p:spPr>
            <a:xfrm>
              <a:off x="4130050" y="30638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7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3"/>
                    <a:pt x="0" y="93"/>
                    <a:pt x="33" y="143"/>
                  </a:cubicBezTo>
                  <a:cubicBezTo>
                    <a:pt x="33" y="159"/>
                    <a:pt x="50" y="159"/>
                    <a:pt x="50" y="176"/>
                  </a:cubicBezTo>
                  <a:cubicBezTo>
                    <a:pt x="72" y="198"/>
                    <a:pt x="93" y="207"/>
                    <a:pt x="117" y="207"/>
                  </a:cubicBezTo>
                  <a:cubicBezTo>
                    <a:pt x="133" y="207"/>
                    <a:pt x="150" y="203"/>
                    <a:pt x="169" y="196"/>
                  </a:cubicBezTo>
                  <a:cubicBezTo>
                    <a:pt x="207" y="176"/>
                    <a:pt x="223" y="143"/>
                    <a:pt x="223" y="110"/>
                  </a:cubicBezTo>
                  <a:lnTo>
                    <a:pt x="223" y="56"/>
                  </a:ln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1" name="Google Shape;12091;p31"/>
            <p:cNvSpPr/>
            <p:nvPr/>
          </p:nvSpPr>
          <p:spPr>
            <a:xfrm>
              <a:off x="4155400" y="3054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6" y="1"/>
                  </a:moveTo>
                  <a:cubicBezTo>
                    <a:pt x="112" y="1"/>
                    <a:pt x="98" y="5"/>
                    <a:pt x="83" y="14"/>
                  </a:cubicBezTo>
                  <a:cubicBezTo>
                    <a:pt x="34" y="31"/>
                    <a:pt x="1" y="84"/>
                    <a:pt x="17" y="134"/>
                  </a:cubicBezTo>
                  <a:cubicBezTo>
                    <a:pt x="34" y="150"/>
                    <a:pt x="34" y="171"/>
                    <a:pt x="50" y="187"/>
                  </a:cubicBezTo>
                  <a:cubicBezTo>
                    <a:pt x="73" y="199"/>
                    <a:pt x="99" y="211"/>
                    <a:pt x="123" y="211"/>
                  </a:cubicBezTo>
                  <a:cubicBezTo>
                    <a:pt x="134" y="211"/>
                    <a:pt x="144" y="209"/>
                    <a:pt x="153" y="204"/>
                  </a:cubicBezTo>
                  <a:cubicBezTo>
                    <a:pt x="186" y="187"/>
                    <a:pt x="223" y="150"/>
                    <a:pt x="223" y="117"/>
                  </a:cubicBezTo>
                  <a:lnTo>
                    <a:pt x="223" y="68"/>
                  </a:lnTo>
                  <a:cubicBezTo>
                    <a:pt x="196" y="29"/>
                    <a:pt x="16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2" name="Google Shape;12092;p31"/>
            <p:cNvSpPr/>
            <p:nvPr/>
          </p:nvSpPr>
          <p:spPr>
            <a:xfrm>
              <a:off x="4138200" y="30883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15" y="0"/>
                  </a:moveTo>
                  <a:cubicBezTo>
                    <a:pt x="84" y="0"/>
                    <a:pt x="54" y="14"/>
                    <a:pt x="33" y="44"/>
                  </a:cubicBezTo>
                  <a:cubicBezTo>
                    <a:pt x="17" y="60"/>
                    <a:pt x="0" y="77"/>
                    <a:pt x="17" y="110"/>
                  </a:cubicBezTo>
                  <a:lnTo>
                    <a:pt x="17" y="147"/>
                  </a:lnTo>
                  <a:cubicBezTo>
                    <a:pt x="17" y="163"/>
                    <a:pt x="33" y="163"/>
                    <a:pt x="50" y="180"/>
                  </a:cubicBezTo>
                  <a:cubicBezTo>
                    <a:pt x="64" y="191"/>
                    <a:pt x="85" y="203"/>
                    <a:pt x="102" y="203"/>
                  </a:cubicBezTo>
                  <a:cubicBezTo>
                    <a:pt x="109" y="203"/>
                    <a:pt x="115" y="201"/>
                    <a:pt x="120" y="196"/>
                  </a:cubicBezTo>
                  <a:cubicBezTo>
                    <a:pt x="153" y="196"/>
                    <a:pt x="173" y="180"/>
                    <a:pt x="190" y="163"/>
                  </a:cubicBezTo>
                  <a:cubicBezTo>
                    <a:pt x="206" y="147"/>
                    <a:pt x="223" y="110"/>
                    <a:pt x="223" y="93"/>
                  </a:cubicBezTo>
                  <a:cubicBezTo>
                    <a:pt x="223" y="60"/>
                    <a:pt x="206" y="44"/>
                    <a:pt x="190" y="23"/>
                  </a:cubicBezTo>
                  <a:cubicBezTo>
                    <a:pt x="166" y="9"/>
                    <a:pt x="140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3" name="Google Shape;12093;p31"/>
            <p:cNvSpPr/>
            <p:nvPr/>
          </p:nvSpPr>
          <p:spPr>
            <a:xfrm>
              <a:off x="4131700" y="30515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11" y="0"/>
                  </a:moveTo>
                  <a:cubicBezTo>
                    <a:pt x="76" y="0"/>
                    <a:pt x="41" y="14"/>
                    <a:pt x="21" y="35"/>
                  </a:cubicBezTo>
                  <a:cubicBezTo>
                    <a:pt x="0" y="51"/>
                    <a:pt x="0" y="88"/>
                    <a:pt x="0" y="121"/>
                  </a:cubicBezTo>
                  <a:lnTo>
                    <a:pt x="0" y="138"/>
                  </a:lnTo>
                  <a:cubicBezTo>
                    <a:pt x="21" y="154"/>
                    <a:pt x="21" y="175"/>
                    <a:pt x="38" y="191"/>
                  </a:cubicBezTo>
                  <a:cubicBezTo>
                    <a:pt x="54" y="208"/>
                    <a:pt x="87" y="208"/>
                    <a:pt x="124" y="208"/>
                  </a:cubicBezTo>
                  <a:cubicBezTo>
                    <a:pt x="141" y="208"/>
                    <a:pt x="174" y="191"/>
                    <a:pt x="190" y="175"/>
                  </a:cubicBezTo>
                  <a:cubicBezTo>
                    <a:pt x="207" y="154"/>
                    <a:pt x="207" y="121"/>
                    <a:pt x="207" y="88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5" y="6"/>
                    <a:pt x="133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4" name="Google Shape;12094;p31"/>
            <p:cNvSpPr/>
            <p:nvPr/>
          </p:nvSpPr>
          <p:spPr>
            <a:xfrm>
              <a:off x="4127875" y="30793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4" y="1"/>
                  </a:moveTo>
                  <a:cubicBezTo>
                    <a:pt x="54" y="1"/>
                    <a:pt x="17" y="33"/>
                    <a:pt x="17" y="91"/>
                  </a:cubicBezTo>
                  <a:cubicBezTo>
                    <a:pt x="1" y="108"/>
                    <a:pt x="17" y="124"/>
                    <a:pt x="17" y="141"/>
                  </a:cubicBezTo>
                  <a:cubicBezTo>
                    <a:pt x="34" y="174"/>
                    <a:pt x="50" y="195"/>
                    <a:pt x="104" y="211"/>
                  </a:cubicBezTo>
                  <a:cubicBezTo>
                    <a:pt x="153" y="211"/>
                    <a:pt x="207" y="174"/>
                    <a:pt x="224" y="124"/>
                  </a:cubicBezTo>
                  <a:cubicBezTo>
                    <a:pt x="224" y="91"/>
                    <a:pt x="224" y="54"/>
                    <a:pt x="207" y="38"/>
                  </a:cubicBezTo>
                  <a:cubicBezTo>
                    <a:pt x="191" y="21"/>
                    <a:pt x="153" y="5"/>
                    <a:pt x="137" y="5"/>
                  </a:cubicBezTo>
                  <a:cubicBezTo>
                    <a:pt x="126" y="2"/>
                    <a:pt x="11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5" name="Google Shape;12095;p31"/>
            <p:cNvSpPr/>
            <p:nvPr/>
          </p:nvSpPr>
          <p:spPr>
            <a:xfrm>
              <a:off x="4136025" y="30226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8" y="1"/>
                  </a:moveTo>
                  <a:cubicBezTo>
                    <a:pt x="67" y="1"/>
                    <a:pt x="37" y="13"/>
                    <a:pt x="17" y="40"/>
                  </a:cubicBezTo>
                  <a:cubicBezTo>
                    <a:pt x="1" y="57"/>
                    <a:pt x="1" y="94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17" y="176"/>
                    <a:pt x="34" y="176"/>
                  </a:cubicBezTo>
                  <a:cubicBezTo>
                    <a:pt x="58" y="201"/>
                    <a:pt x="86" y="211"/>
                    <a:pt x="112" y="211"/>
                  </a:cubicBezTo>
                  <a:cubicBezTo>
                    <a:pt x="143" y="211"/>
                    <a:pt x="172" y="197"/>
                    <a:pt x="190" y="176"/>
                  </a:cubicBezTo>
                  <a:cubicBezTo>
                    <a:pt x="207" y="143"/>
                    <a:pt x="207" y="127"/>
                    <a:pt x="207" y="94"/>
                  </a:cubicBezTo>
                  <a:cubicBezTo>
                    <a:pt x="207" y="73"/>
                    <a:pt x="190" y="40"/>
                    <a:pt x="174" y="24"/>
                  </a:cubicBezTo>
                  <a:cubicBezTo>
                    <a:pt x="150" y="9"/>
                    <a:pt x="123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6" name="Google Shape;12096;p31"/>
            <p:cNvSpPr/>
            <p:nvPr/>
          </p:nvSpPr>
          <p:spPr>
            <a:xfrm>
              <a:off x="4136025" y="31022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3"/>
                  </a:cubicBezTo>
                  <a:cubicBezTo>
                    <a:pt x="1" y="103"/>
                    <a:pt x="1" y="120"/>
                    <a:pt x="17" y="136"/>
                  </a:cubicBezTo>
                  <a:cubicBezTo>
                    <a:pt x="17" y="153"/>
                    <a:pt x="17" y="153"/>
                    <a:pt x="34" y="169"/>
                  </a:cubicBezTo>
                  <a:cubicBezTo>
                    <a:pt x="54" y="186"/>
                    <a:pt x="71" y="206"/>
                    <a:pt x="104" y="206"/>
                  </a:cubicBezTo>
                  <a:cubicBezTo>
                    <a:pt x="120" y="206"/>
                    <a:pt x="157" y="206"/>
                    <a:pt x="174" y="186"/>
                  </a:cubicBezTo>
                  <a:cubicBezTo>
                    <a:pt x="190" y="169"/>
                    <a:pt x="207" y="153"/>
                    <a:pt x="223" y="120"/>
                  </a:cubicBezTo>
                  <a:cubicBezTo>
                    <a:pt x="223" y="103"/>
                    <a:pt x="207" y="66"/>
                    <a:pt x="190" y="50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7" name="Google Shape;12097;p31"/>
            <p:cNvSpPr/>
            <p:nvPr/>
          </p:nvSpPr>
          <p:spPr>
            <a:xfrm>
              <a:off x="4137775" y="30098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21"/>
                    <a:pt x="1" y="92"/>
                    <a:pt x="34" y="141"/>
                  </a:cubicBezTo>
                  <a:cubicBezTo>
                    <a:pt x="46" y="180"/>
                    <a:pt x="77" y="208"/>
                    <a:pt x="112" y="208"/>
                  </a:cubicBezTo>
                  <a:cubicBezTo>
                    <a:pt x="126" y="208"/>
                    <a:pt x="140" y="204"/>
                    <a:pt x="153" y="195"/>
                  </a:cubicBezTo>
                  <a:cubicBezTo>
                    <a:pt x="223" y="174"/>
                    <a:pt x="240" y="125"/>
                    <a:pt x="223" y="71"/>
                  </a:cubicBezTo>
                  <a:cubicBezTo>
                    <a:pt x="210" y="30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8" name="Google Shape;12098;p31"/>
            <p:cNvSpPr/>
            <p:nvPr/>
          </p:nvSpPr>
          <p:spPr>
            <a:xfrm>
              <a:off x="4135625" y="30369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0" y="0"/>
                    <a:pt x="33" y="17"/>
                    <a:pt x="17" y="70"/>
                  </a:cubicBezTo>
                  <a:cubicBezTo>
                    <a:pt x="0" y="70"/>
                    <a:pt x="0" y="87"/>
                    <a:pt x="0" y="87"/>
                  </a:cubicBezTo>
                  <a:lnTo>
                    <a:pt x="0" y="140"/>
                  </a:lnTo>
                  <a:cubicBezTo>
                    <a:pt x="17" y="173"/>
                    <a:pt x="33" y="190"/>
                    <a:pt x="70" y="206"/>
                  </a:cubicBezTo>
                  <a:lnTo>
                    <a:pt x="87" y="206"/>
                  </a:lnTo>
                  <a:cubicBezTo>
                    <a:pt x="95" y="209"/>
                    <a:pt x="104" y="210"/>
                    <a:pt x="112" y="210"/>
                  </a:cubicBezTo>
                  <a:cubicBezTo>
                    <a:pt x="166" y="210"/>
                    <a:pt x="206" y="166"/>
                    <a:pt x="206" y="120"/>
                  </a:cubicBezTo>
                  <a:cubicBezTo>
                    <a:pt x="206" y="103"/>
                    <a:pt x="206" y="70"/>
                    <a:pt x="190" y="54"/>
                  </a:cubicBezTo>
                  <a:cubicBezTo>
                    <a:pt x="173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9" name="Google Shape;12099;p31"/>
            <p:cNvSpPr/>
            <p:nvPr/>
          </p:nvSpPr>
          <p:spPr>
            <a:xfrm>
              <a:off x="4149725" y="3031025"/>
              <a:ext cx="6125" cy="5250"/>
            </a:xfrm>
            <a:custGeom>
              <a:avLst/>
              <a:gdLst/>
              <a:ahLst/>
              <a:cxnLst/>
              <a:rect l="l" t="t" r="r" b="b"/>
              <a:pathLst>
                <a:path w="245" h="210" extrusionOk="0">
                  <a:moveTo>
                    <a:pt x="124" y="0"/>
                  </a:moveTo>
                  <a:cubicBezTo>
                    <a:pt x="108" y="0"/>
                    <a:pt x="90" y="4"/>
                    <a:pt x="71" y="14"/>
                  </a:cubicBezTo>
                  <a:cubicBezTo>
                    <a:pt x="22" y="30"/>
                    <a:pt x="1" y="84"/>
                    <a:pt x="22" y="133"/>
                  </a:cubicBezTo>
                  <a:cubicBezTo>
                    <a:pt x="34" y="187"/>
                    <a:pt x="76" y="209"/>
                    <a:pt x="119" y="209"/>
                  </a:cubicBezTo>
                  <a:cubicBezTo>
                    <a:pt x="132" y="209"/>
                    <a:pt x="145" y="207"/>
                    <a:pt x="158" y="203"/>
                  </a:cubicBezTo>
                  <a:cubicBezTo>
                    <a:pt x="207" y="187"/>
                    <a:pt x="244" y="117"/>
                    <a:pt x="207" y="67"/>
                  </a:cubicBezTo>
                  <a:cubicBezTo>
                    <a:pt x="195" y="28"/>
                    <a:pt x="166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0" name="Google Shape;12100;p31"/>
            <p:cNvSpPr/>
            <p:nvPr/>
          </p:nvSpPr>
          <p:spPr>
            <a:xfrm>
              <a:off x="4182000" y="30592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0" y="1"/>
                  </a:moveTo>
                  <a:cubicBezTo>
                    <a:pt x="57" y="1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56"/>
                    <a:pt x="33" y="156"/>
                  </a:cubicBezTo>
                  <a:cubicBezTo>
                    <a:pt x="50" y="193"/>
                    <a:pt x="70" y="210"/>
                    <a:pt x="103" y="210"/>
                  </a:cubicBezTo>
                  <a:cubicBezTo>
                    <a:pt x="153" y="210"/>
                    <a:pt x="207" y="177"/>
                    <a:pt x="223" y="123"/>
                  </a:cubicBezTo>
                  <a:cubicBezTo>
                    <a:pt x="223" y="90"/>
                    <a:pt x="207" y="74"/>
                    <a:pt x="190" y="37"/>
                  </a:cubicBezTo>
                  <a:cubicBezTo>
                    <a:pt x="190" y="20"/>
                    <a:pt x="153" y="4"/>
                    <a:pt x="120" y="4"/>
                  </a:cubicBezTo>
                  <a:cubicBezTo>
                    <a:pt x="113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1" name="Google Shape;12101;p31"/>
            <p:cNvSpPr/>
            <p:nvPr/>
          </p:nvSpPr>
          <p:spPr>
            <a:xfrm>
              <a:off x="4176425" y="30993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33" y="1"/>
                  </a:moveTo>
                  <a:cubicBezTo>
                    <a:pt x="117" y="1"/>
                    <a:pt x="101" y="5"/>
                    <a:pt x="87" y="16"/>
                  </a:cubicBezTo>
                  <a:cubicBezTo>
                    <a:pt x="34" y="32"/>
                    <a:pt x="1" y="82"/>
                    <a:pt x="34" y="136"/>
                  </a:cubicBezTo>
                  <a:cubicBezTo>
                    <a:pt x="47" y="175"/>
                    <a:pt x="84" y="207"/>
                    <a:pt x="133" y="207"/>
                  </a:cubicBezTo>
                  <a:cubicBezTo>
                    <a:pt x="145" y="207"/>
                    <a:pt x="157" y="206"/>
                    <a:pt x="170" y="202"/>
                  </a:cubicBezTo>
                  <a:cubicBezTo>
                    <a:pt x="223" y="185"/>
                    <a:pt x="240" y="119"/>
                    <a:pt x="223" y="65"/>
                  </a:cubicBezTo>
                  <a:cubicBezTo>
                    <a:pt x="212" y="30"/>
                    <a:pt x="172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2" name="Google Shape;12102;p31"/>
            <p:cNvSpPr/>
            <p:nvPr/>
          </p:nvSpPr>
          <p:spPr>
            <a:xfrm>
              <a:off x="4177250" y="30711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9" y="0"/>
                  </a:moveTo>
                  <a:cubicBezTo>
                    <a:pt x="114" y="0"/>
                    <a:pt x="100" y="3"/>
                    <a:pt x="87" y="8"/>
                  </a:cubicBezTo>
                  <a:cubicBezTo>
                    <a:pt x="34" y="25"/>
                    <a:pt x="1" y="91"/>
                    <a:pt x="34" y="144"/>
                  </a:cubicBezTo>
                  <a:cubicBezTo>
                    <a:pt x="49" y="181"/>
                    <a:pt x="80" y="202"/>
                    <a:pt x="124" y="202"/>
                  </a:cubicBezTo>
                  <a:cubicBezTo>
                    <a:pt x="139" y="202"/>
                    <a:pt x="156" y="199"/>
                    <a:pt x="174" y="194"/>
                  </a:cubicBezTo>
                  <a:cubicBezTo>
                    <a:pt x="223" y="177"/>
                    <a:pt x="240" y="111"/>
                    <a:pt x="223" y="58"/>
                  </a:cubicBez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3" name="Google Shape;12103;p31"/>
            <p:cNvSpPr/>
            <p:nvPr/>
          </p:nvSpPr>
          <p:spPr>
            <a:xfrm>
              <a:off x="4103350" y="2995575"/>
              <a:ext cx="5700" cy="5150"/>
            </a:xfrm>
            <a:custGeom>
              <a:avLst/>
              <a:gdLst/>
              <a:ahLst/>
              <a:cxnLst/>
              <a:rect l="l" t="t" r="r" b="b"/>
              <a:pathLst>
                <a:path w="228" h="206" extrusionOk="0">
                  <a:moveTo>
                    <a:pt x="106" y="1"/>
                  </a:moveTo>
                  <a:cubicBezTo>
                    <a:pt x="95" y="1"/>
                    <a:pt x="83" y="2"/>
                    <a:pt x="71" y="5"/>
                  </a:cubicBezTo>
                  <a:cubicBezTo>
                    <a:pt x="21" y="21"/>
                    <a:pt x="1" y="92"/>
                    <a:pt x="21" y="145"/>
                  </a:cubicBezTo>
                  <a:cubicBezTo>
                    <a:pt x="21" y="162"/>
                    <a:pt x="38" y="178"/>
                    <a:pt x="54" y="178"/>
                  </a:cubicBezTo>
                  <a:cubicBezTo>
                    <a:pt x="64" y="197"/>
                    <a:pt x="86" y="205"/>
                    <a:pt x="110" y="205"/>
                  </a:cubicBezTo>
                  <a:cubicBezTo>
                    <a:pt x="126" y="205"/>
                    <a:pt x="144" y="201"/>
                    <a:pt x="157" y="195"/>
                  </a:cubicBezTo>
                  <a:cubicBezTo>
                    <a:pt x="190" y="195"/>
                    <a:pt x="227" y="145"/>
                    <a:pt x="227" y="108"/>
                  </a:cubicBezTo>
                  <a:cubicBezTo>
                    <a:pt x="227" y="92"/>
                    <a:pt x="227" y="75"/>
                    <a:pt x="207" y="75"/>
                  </a:cubicBezTo>
                  <a:cubicBezTo>
                    <a:pt x="193" y="31"/>
                    <a:pt x="157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4" name="Google Shape;12104;p31"/>
            <p:cNvSpPr/>
            <p:nvPr/>
          </p:nvSpPr>
          <p:spPr>
            <a:xfrm>
              <a:off x="4173450" y="30217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4" y="0"/>
                  </a:moveTo>
                  <a:cubicBezTo>
                    <a:pt x="51" y="0"/>
                    <a:pt x="14" y="35"/>
                    <a:pt x="0" y="91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17" y="144"/>
                    <a:pt x="17" y="161"/>
                    <a:pt x="33" y="161"/>
                  </a:cubicBezTo>
                  <a:cubicBezTo>
                    <a:pt x="33" y="194"/>
                    <a:pt x="66" y="194"/>
                    <a:pt x="103" y="210"/>
                  </a:cubicBezTo>
                  <a:cubicBezTo>
                    <a:pt x="153" y="210"/>
                    <a:pt x="206" y="177"/>
                    <a:pt x="206" y="128"/>
                  </a:cubicBezTo>
                  <a:cubicBezTo>
                    <a:pt x="223" y="91"/>
                    <a:pt x="206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2"/>
                    <a:pt x="103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5" name="Google Shape;12105;p31"/>
            <p:cNvSpPr/>
            <p:nvPr/>
          </p:nvSpPr>
          <p:spPr>
            <a:xfrm>
              <a:off x="4183225" y="3045450"/>
              <a:ext cx="5200" cy="5300"/>
            </a:xfrm>
            <a:custGeom>
              <a:avLst/>
              <a:gdLst/>
              <a:ahLst/>
              <a:cxnLst/>
              <a:rect l="l" t="t" r="r" b="b"/>
              <a:pathLst>
                <a:path w="208" h="212" extrusionOk="0">
                  <a:moveTo>
                    <a:pt x="94" y="1"/>
                  </a:moveTo>
                  <a:cubicBezTo>
                    <a:pt x="40" y="1"/>
                    <a:pt x="1" y="46"/>
                    <a:pt x="1" y="88"/>
                  </a:cubicBezTo>
                  <a:lnTo>
                    <a:pt x="1" y="125"/>
                  </a:lnTo>
                  <a:lnTo>
                    <a:pt x="1" y="142"/>
                  </a:lnTo>
                  <a:cubicBezTo>
                    <a:pt x="1" y="142"/>
                    <a:pt x="1" y="158"/>
                    <a:pt x="21" y="158"/>
                  </a:cubicBezTo>
                  <a:cubicBezTo>
                    <a:pt x="38" y="191"/>
                    <a:pt x="54" y="212"/>
                    <a:pt x="87" y="212"/>
                  </a:cubicBezTo>
                  <a:cubicBezTo>
                    <a:pt x="104" y="212"/>
                    <a:pt x="141" y="212"/>
                    <a:pt x="158" y="191"/>
                  </a:cubicBezTo>
                  <a:cubicBezTo>
                    <a:pt x="191" y="175"/>
                    <a:pt x="191" y="142"/>
                    <a:pt x="207" y="125"/>
                  </a:cubicBezTo>
                  <a:cubicBezTo>
                    <a:pt x="207" y="88"/>
                    <a:pt x="207" y="71"/>
                    <a:pt x="191" y="55"/>
                  </a:cubicBezTo>
                  <a:cubicBezTo>
                    <a:pt x="174" y="22"/>
                    <a:pt x="158" y="5"/>
                    <a:pt x="125" y="5"/>
                  </a:cubicBezTo>
                  <a:cubicBezTo>
                    <a:pt x="114" y="2"/>
                    <a:pt x="104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6" name="Google Shape;12106;p31"/>
            <p:cNvSpPr/>
            <p:nvPr/>
          </p:nvSpPr>
          <p:spPr>
            <a:xfrm>
              <a:off x="4193550" y="297547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140" y="1"/>
                  </a:moveTo>
                  <a:cubicBezTo>
                    <a:pt x="103" y="1"/>
                    <a:pt x="70" y="1"/>
                    <a:pt x="54" y="22"/>
                  </a:cubicBezTo>
                  <a:cubicBezTo>
                    <a:pt x="37" y="38"/>
                    <a:pt x="21" y="55"/>
                    <a:pt x="21" y="87"/>
                  </a:cubicBezTo>
                  <a:cubicBezTo>
                    <a:pt x="0" y="104"/>
                    <a:pt x="21" y="125"/>
                    <a:pt x="21" y="141"/>
                  </a:cubicBezTo>
                  <a:cubicBezTo>
                    <a:pt x="21" y="158"/>
                    <a:pt x="21" y="158"/>
                    <a:pt x="37" y="158"/>
                  </a:cubicBezTo>
                  <a:cubicBezTo>
                    <a:pt x="54" y="191"/>
                    <a:pt x="70" y="207"/>
                    <a:pt x="103" y="207"/>
                  </a:cubicBezTo>
                  <a:cubicBezTo>
                    <a:pt x="157" y="207"/>
                    <a:pt x="206" y="174"/>
                    <a:pt x="227" y="125"/>
                  </a:cubicBezTo>
                  <a:cubicBezTo>
                    <a:pt x="227" y="87"/>
                    <a:pt x="227" y="71"/>
                    <a:pt x="206" y="38"/>
                  </a:cubicBezTo>
                  <a:cubicBezTo>
                    <a:pt x="190" y="22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7" name="Google Shape;12107;p31"/>
            <p:cNvSpPr/>
            <p:nvPr/>
          </p:nvSpPr>
          <p:spPr>
            <a:xfrm>
              <a:off x="4189325" y="30034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0"/>
                    <a:pt x="17" y="140"/>
                  </a:cubicBezTo>
                  <a:lnTo>
                    <a:pt x="17" y="173"/>
                  </a:lnTo>
                  <a:cubicBezTo>
                    <a:pt x="33" y="190"/>
                    <a:pt x="66" y="206"/>
                    <a:pt x="87" y="206"/>
                  </a:cubicBezTo>
                  <a:cubicBezTo>
                    <a:pt x="120" y="206"/>
                    <a:pt x="153" y="206"/>
                    <a:pt x="169" y="190"/>
                  </a:cubicBezTo>
                  <a:cubicBezTo>
                    <a:pt x="190" y="173"/>
                    <a:pt x="206" y="157"/>
                    <a:pt x="206" y="120"/>
                  </a:cubicBezTo>
                  <a:cubicBezTo>
                    <a:pt x="223" y="103"/>
                    <a:pt x="206" y="70"/>
                    <a:pt x="190" y="54"/>
                  </a:cubicBezTo>
                  <a:cubicBezTo>
                    <a:pt x="169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8" name="Google Shape;12108;p31"/>
            <p:cNvSpPr/>
            <p:nvPr/>
          </p:nvSpPr>
          <p:spPr>
            <a:xfrm>
              <a:off x="4191475" y="2989550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10" y="0"/>
                  </a:moveTo>
                  <a:cubicBezTo>
                    <a:pt x="81" y="0"/>
                    <a:pt x="52" y="13"/>
                    <a:pt x="34" y="40"/>
                  </a:cubicBezTo>
                  <a:cubicBezTo>
                    <a:pt x="17" y="56"/>
                    <a:pt x="1" y="77"/>
                    <a:pt x="1" y="110"/>
                  </a:cubicBezTo>
                  <a:cubicBezTo>
                    <a:pt x="17" y="126"/>
                    <a:pt x="17" y="126"/>
                    <a:pt x="17" y="143"/>
                  </a:cubicBezTo>
                  <a:cubicBezTo>
                    <a:pt x="17" y="143"/>
                    <a:pt x="34" y="159"/>
                    <a:pt x="50" y="180"/>
                  </a:cubicBezTo>
                  <a:cubicBezTo>
                    <a:pt x="67" y="197"/>
                    <a:pt x="104" y="197"/>
                    <a:pt x="120" y="197"/>
                  </a:cubicBezTo>
                  <a:cubicBezTo>
                    <a:pt x="153" y="197"/>
                    <a:pt x="170" y="180"/>
                    <a:pt x="186" y="159"/>
                  </a:cubicBezTo>
                  <a:cubicBezTo>
                    <a:pt x="207" y="143"/>
                    <a:pt x="223" y="110"/>
                    <a:pt x="223" y="93"/>
                  </a:cubicBezTo>
                  <a:cubicBezTo>
                    <a:pt x="207" y="56"/>
                    <a:pt x="207" y="40"/>
                    <a:pt x="170" y="23"/>
                  </a:cubicBezTo>
                  <a:cubicBezTo>
                    <a:pt x="155" y="9"/>
                    <a:pt x="133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9" name="Google Shape;12109;p31"/>
            <p:cNvSpPr/>
            <p:nvPr/>
          </p:nvSpPr>
          <p:spPr>
            <a:xfrm>
              <a:off x="4160550" y="302347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08" y="0"/>
                  </a:moveTo>
                  <a:cubicBezTo>
                    <a:pt x="94" y="0"/>
                    <a:pt x="80" y="2"/>
                    <a:pt x="67" y="6"/>
                  </a:cubicBezTo>
                  <a:cubicBezTo>
                    <a:pt x="17" y="23"/>
                    <a:pt x="1" y="76"/>
                    <a:pt x="17" y="142"/>
                  </a:cubicBezTo>
                  <a:cubicBezTo>
                    <a:pt x="30" y="183"/>
                    <a:pt x="61" y="202"/>
                    <a:pt x="106" y="202"/>
                  </a:cubicBezTo>
                  <a:cubicBezTo>
                    <a:pt x="120" y="202"/>
                    <a:pt x="136" y="200"/>
                    <a:pt x="153" y="196"/>
                  </a:cubicBezTo>
                  <a:cubicBezTo>
                    <a:pt x="207" y="179"/>
                    <a:pt x="223" y="109"/>
                    <a:pt x="207" y="60"/>
                  </a:cubicBezTo>
                  <a:cubicBezTo>
                    <a:pt x="191" y="20"/>
                    <a:pt x="15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0" name="Google Shape;12110;p31"/>
            <p:cNvSpPr/>
            <p:nvPr/>
          </p:nvSpPr>
          <p:spPr>
            <a:xfrm>
              <a:off x="4162625" y="3090875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5" y="1"/>
                  </a:moveTo>
                  <a:cubicBezTo>
                    <a:pt x="86" y="1"/>
                    <a:pt x="56" y="14"/>
                    <a:pt x="37" y="44"/>
                  </a:cubicBezTo>
                  <a:cubicBezTo>
                    <a:pt x="21" y="60"/>
                    <a:pt x="0" y="93"/>
                    <a:pt x="0" y="110"/>
                  </a:cubicBezTo>
                  <a:cubicBezTo>
                    <a:pt x="21" y="126"/>
                    <a:pt x="21" y="126"/>
                    <a:pt x="21" y="147"/>
                  </a:cubicBezTo>
                  <a:cubicBezTo>
                    <a:pt x="21" y="163"/>
                    <a:pt x="37" y="180"/>
                    <a:pt x="54" y="180"/>
                  </a:cubicBezTo>
                  <a:cubicBezTo>
                    <a:pt x="69" y="195"/>
                    <a:pt x="91" y="203"/>
                    <a:pt x="114" y="203"/>
                  </a:cubicBezTo>
                  <a:cubicBezTo>
                    <a:pt x="142" y="203"/>
                    <a:pt x="172" y="191"/>
                    <a:pt x="190" y="163"/>
                  </a:cubicBezTo>
                  <a:cubicBezTo>
                    <a:pt x="206" y="147"/>
                    <a:pt x="227" y="126"/>
                    <a:pt x="227" y="93"/>
                  </a:cubicBezTo>
                  <a:cubicBezTo>
                    <a:pt x="206" y="60"/>
                    <a:pt x="206" y="44"/>
                    <a:pt x="173" y="23"/>
                  </a:cubicBezTo>
                  <a:cubicBezTo>
                    <a:pt x="159" y="9"/>
                    <a:pt x="13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1" name="Google Shape;12111;p31"/>
            <p:cNvSpPr/>
            <p:nvPr/>
          </p:nvSpPr>
          <p:spPr>
            <a:xfrm>
              <a:off x="4162625" y="31052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1"/>
                  </a:moveTo>
                  <a:cubicBezTo>
                    <a:pt x="70" y="1"/>
                    <a:pt x="21" y="17"/>
                    <a:pt x="0" y="67"/>
                  </a:cubicBezTo>
                  <a:lnTo>
                    <a:pt x="0" y="87"/>
                  </a:lnTo>
                  <a:lnTo>
                    <a:pt x="0" y="137"/>
                  </a:lnTo>
                  <a:cubicBezTo>
                    <a:pt x="21" y="170"/>
                    <a:pt x="37" y="190"/>
                    <a:pt x="54" y="207"/>
                  </a:cubicBezTo>
                  <a:lnTo>
                    <a:pt x="87" y="207"/>
                  </a:lnTo>
                  <a:cubicBezTo>
                    <a:pt x="94" y="209"/>
                    <a:pt x="100" y="210"/>
                    <a:pt x="107" y="210"/>
                  </a:cubicBezTo>
                  <a:cubicBezTo>
                    <a:pt x="152" y="210"/>
                    <a:pt x="192" y="163"/>
                    <a:pt x="206" y="120"/>
                  </a:cubicBezTo>
                  <a:cubicBezTo>
                    <a:pt x="206" y="87"/>
                    <a:pt x="206" y="67"/>
                    <a:pt x="190" y="50"/>
                  </a:cubicBezTo>
                  <a:cubicBezTo>
                    <a:pt x="173" y="17"/>
                    <a:pt x="140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2" name="Google Shape;12112;p31"/>
            <p:cNvSpPr/>
            <p:nvPr/>
          </p:nvSpPr>
          <p:spPr>
            <a:xfrm>
              <a:off x="4162625" y="300990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40" y="1"/>
                  </a:moveTo>
                  <a:cubicBezTo>
                    <a:pt x="70" y="1"/>
                    <a:pt x="21" y="34"/>
                    <a:pt x="21" y="88"/>
                  </a:cubicBezTo>
                  <a:cubicBezTo>
                    <a:pt x="0" y="104"/>
                    <a:pt x="21" y="121"/>
                    <a:pt x="21" y="137"/>
                  </a:cubicBezTo>
                  <a:cubicBezTo>
                    <a:pt x="21" y="154"/>
                    <a:pt x="21" y="154"/>
                    <a:pt x="37" y="170"/>
                  </a:cubicBezTo>
                  <a:cubicBezTo>
                    <a:pt x="54" y="191"/>
                    <a:pt x="70" y="207"/>
                    <a:pt x="103" y="207"/>
                  </a:cubicBezTo>
                  <a:cubicBezTo>
                    <a:pt x="157" y="207"/>
                    <a:pt x="206" y="170"/>
                    <a:pt x="227" y="121"/>
                  </a:cubicBezTo>
                  <a:cubicBezTo>
                    <a:pt x="227" y="88"/>
                    <a:pt x="227" y="67"/>
                    <a:pt x="206" y="34"/>
                  </a:cubicBezTo>
                  <a:cubicBezTo>
                    <a:pt x="190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3" name="Google Shape;12113;p31"/>
            <p:cNvSpPr/>
            <p:nvPr/>
          </p:nvSpPr>
          <p:spPr>
            <a:xfrm>
              <a:off x="4159225" y="30420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0"/>
                  </a:moveTo>
                  <a:cubicBezTo>
                    <a:pt x="70" y="0"/>
                    <a:pt x="17" y="37"/>
                    <a:pt x="17" y="87"/>
                  </a:cubicBezTo>
                  <a:cubicBezTo>
                    <a:pt x="0" y="103"/>
                    <a:pt x="17" y="140"/>
                    <a:pt x="17" y="157"/>
                  </a:cubicBezTo>
                  <a:lnTo>
                    <a:pt x="33" y="173"/>
                  </a:lnTo>
                  <a:cubicBezTo>
                    <a:pt x="54" y="190"/>
                    <a:pt x="70" y="206"/>
                    <a:pt x="103" y="206"/>
                  </a:cubicBezTo>
                  <a:cubicBezTo>
                    <a:pt x="112" y="209"/>
                    <a:pt x="121" y="211"/>
                    <a:pt x="130" y="211"/>
                  </a:cubicBezTo>
                  <a:cubicBezTo>
                    <a:pt x="173" y="211"/>
                    <a:pt x="209" y="178"/>
                    <a:pt x="223" y="12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37"/>
                    <a:pt x="157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4" name="Google Shape;12114;p31"/>
            <p:cNvSpPr/>
            <p:nvPr/>
          </p:nvSpPr>
          <p:spPr>
            <a:xfrm>
              <a:off x="4165700" y="3063875"/>
              <a:ext cx="6025" cy="5075"/>
            </a:xfrm>
            <a:custGeom>
              <a:avLst/>
              <a:gdLst/>
              <a:ahLst/>
              <a:cxnLst/>
              <a:rect l="l" t="t" r="r" b="b"/>
              <a:pathLst>
                <a:path w="241" h="203" extrusionOk="0">
                  <a:moveTo>
                    <a:pt x="116" y="0"/>
                  </a:moveTo>
                  <a:cubicBezTo>
                    <a:pt x="101" y="0"/>
                    <a:pt x="84" y="2"/>
                    <a:pt x="67" y="6"/>
                  </a:cubicBezTo>
                  <a:cubicBezTo>
                    <a:pt x="17" y="23"/>
                    <a:pt x="1" y="93"/>
                    <a:pt x="17" y="143"/>
                  </a:cubicBezTo>
                  <a:cubicBezTo>
                    <a:pt x="30" y="183"/>
                    <a:pt x="73" y="202"/>
                    <a:pt x="114" y="202"/>
                  </a:cubicBezTo>
                  <a:cubicBezTo>
                    <a:pt x="128" y="202"/>
                    <a:pt x="141" y="200"/>
                    <a:pt x="154" y="196"/>
                  </a:cubicBezTo>
                  <a:cubicBezTo>
                    <a:pt x="207" y="176"/>
                    <a:pt x="240" y="110"/>
                    <a:pt x="207" y="56"/>
                  </a:cubicBezTo>
                  <a:cubicBezTo>
                    <a:pt x="192" y="19"/>
                    <a:pt x="160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5" name="Google Shape;12115;p31"/>
            <p:cNvSpPr/>
            <p:nvPr/>
          </p:nvSpPr>
          <p:spPr>
            <a:xfrm>
              <a:off x="4169950" y="3052075"/>
              <a:ext cx="5575" cy="5225"/>
            </a:xfrm>
            <a:custGeom>
              <a:avLst/>
              <a:gdLst/>
              <a:ahLst/>
              <a:cxnLst/>
              <a:rect l="l" t="t" r="r" b="b"/>
              <a:pathLst>
                <a:path w="223" h="209" extrusionOk="0">
                  <a:moveTo>
                    <a:pt x="97" y="0"/>
                  </a:moveTo>
                  <a:cubicBezTo>
                    <a:pt x="87" y="0"/>
                    <a:pt x="78" y="4"/>
                    <a:pt x="70" y="13"/>
                  </a:cubicBezTo>
                  <a:cubicBezTo>
                    <a:pt x="37" y="13"/>
                    <a:pt x="16" y="29"/>
                    <a:pt x="16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2" y="190"/>
                    <a:pt x="55" y="208"/>
                    <a:pt x="98" y="208"/>
                  </a:cubicBezTo>
                  <a:cubicBezTo>
                    <a:pt x="112" y="208"/>
                    <a:pt x="127" y="206"/>
                    <a:pt x="140" y="202"/>
                  </a:cubicBezTo>
                  <a:cubicBezTo>
                    <a:pt x="190" y="186"/>
                    <a:pt x="223" y="116"/>
                    <a:pt x="206" y="66"/>
                  </a:cubicBezTo>
                  <a:cubicBezTo>
                    <a:pt x="190" y="50"/>
                    <a:pt x="157" y="13"/>
                    <a:pt x="140" y="13"/>
                  </a:cubicBezTo>
                  <a:cubicBezTo>
                    <a:pt x="122" y="4"/>
                    <a:pt x="108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6" name="Google Shape;12116;p31"/>
            <p:cNvSpPr/>
            <p:nvPr/>
          </p:nvSpPr>
          <p:spPr>
            <a:xfrm>
              <a:off x="4164775" y="3078000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6" y="0"/>
                  </a:moveTo>
                  <a:cubicBezTo>
                    <a:pt x="114" y="0"/>
                    <a:pt x="101" y="2"/>
                    <a:pt x="87" y="6"/>
                  </a:cubicBezTo>
                  <a:cubicBezTo>
                    <a:pt x="38" y="23"/>
                    <a:pt x="1" y="93"/>
                    <a:pt x="17" y="146"/>
                  </a:cubicBezTo>
                  <a:cubicBezTo>
                    <a:pt x="33" y="184"/>
                    <a:pt x="74" y="202"/>
                    <a:pt x="116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79"/>
                    <a:pt x="244" y="126"/>
                    <a:pt x="223" y="60"/>
                  </a:cubicBezTo>
                  <a:cubicBezTo>
                    <a:pt x="199" y="20"/>
                    <a:pt x="164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7" name="Google Shape;12117;p31"/>
            <p:cNvSpPr/>
            <p:nvPr/>
          </p:nvSpPr>
          <p:spPr>
            <a:xfrm>
              <a:off x="4170350" y="3035650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24" y="0"/>
                  </a:moveTo>
                  <a:cubicBezTo>
                    <a:pt x="93" y="0"/>
                    <a:pt x="58" y="14"/>
                    <a:pt x="38" y="35"/>
                  </a:cubicBezTo>
                  <a:cubicBezTo>
                    <a:pt x="21" y="51"/>
                    <a:pt x="0" y="88"/>
                    <a:pt x="21" y="105"/>
                  </a:cubicBezTo>
                  <a:lnTo>
                    <a:pt x="21" y="138"/>
                  </a:lnTo>
                  <a:cubicBezTo>
                    <a:pt x="21" y="154"/>
                    <a:pt x="38" y="171"/>
                    <a:pt x="54" y="191"/>
                  </a:cubicBezTo>
                  <a:cubicBezTo>
                    <a:pt x="66" y="204"/>
                    <a:pt x="84" y="209"/>
                    <a:pt x="103" y="209"/>
                  </a:cubicBezTo>
                  <a:cubicBezTo>
                    <a:pt x="134" y="209"/>
                    <a:pt x="170" y="194"/>
                    <a:pt x="190" y="171"/>
                  </a:cubicBezTo>
                  <a:cubicBezTo>
                    <a:pt x="227" y="121"/>
                    <a:pt x="227" y="51"/>
                    <a:pt x="174" y="18"/>
                  </a:cubicBezTo>
                  <a:cubicBezTo>
                    <a:pt x="161" y="6"/>
                    <a:pt x="143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8" name="Google Shape;12118;p31"/>
            <p:cNvSpPr/>
            <p:nvPr/>
          </p:nvSpPr>
          <p:spPr>
            <a:xfrm>
              <a:off x="4184975" y="2952725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10" y="1"/>
                  </a:moveTo>
                  <a:cubicBezTo>
                    <a:pt x="75" y="1"/>
                    <a:pt x="41" y="16"/>
                    <a:pt x="17" y="37"/>
                  </a:cubicBezTo>
                  <a:cubicBezTo>
                    <a:pt x="1" y="53"/>
                    <a:pt x="1" y="86"/>
                    <a:pt x="1" y="123"/>
                  </a:cubicBezTo>
                  <a:lnTo>
                    <a:pt x="1" y="140"/>
                  </a:lnTo>
                  <a:cubicBezTo>
                    <a:pt x="1" y="156"/>
                    <a:pt x="17" y="173"/>
                    <a:pt x="34" y="189"/>
                  </a:cubicBezTo>
                  <a:cubicBezTo>
                    <a:pt x="55" y="210"/>
                    <a:pt x="88" y="210"/>
                    <a:pt x="104" y="210"/>
                  </a:cubicBezTo>
                  <a:cubicBezTo>
                    <a:pt x="137" y="210"/>
                    <a:pt x="174" y="189"/>
                    <a:pt x="191" y="173"/>
                  </a:cubicBezTo>
                  <a:cubicBezTo>
                    <a:pt x="207" y="156"/>
                    <a:pt x="207" y="123"/>
                    <a:pt x="207" y="86"/>
                  </a:cubicBezTo>
                  <a:cubicBezTo>
                    <a:pt x="207" y="70"/>
                    <a:pt x="191" y="37"/>
                    <a:pt x="174" y="20"/>
                  </a:cubicBezTo>
                  <a:cubicBezTo>
                    <a:pt x="154" y="6"/>
                    <a:pt x="132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9" name="Google Shape;12119;p31"/>
            <p:cNvSpPr/>
            <p:nvPr/>
          </p:nvSpPr>
          <p:spPr>
            <a:xfrm>
              <a:off x="4086650" y="30275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37" y="1"/>
                  </a:moveTo>
                  <a:cubicBezTo>
                    <a:pt x="71" y="1"/>
                    <a:pt x="17" y="34"/>
                    <a:pt x="17" y="83"/>
                  </a:cubicBezTo>
                  <a:cubicBezTo>
                    <a:pt x="1" y="104"/>
                    <a:pt x="17" y="121"/>
                    <a:pt x="17" y="137"/>
                  </a:cubicBezTo>
                  <a:cubicBezTo>
                    <a:pt x="17" y="154"/>
                    <a:pt x="17" y="154"/>
                    <a:pt x="34" y="170"/>
                  </a:cubicBezTo>
                  <a:cubicBezTo>
                    <a:pt x="50" y="187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87"/>
                  </a:cubicBezTo>
                  <a:cubicBezTo>
                    <a:pt x="207" y="170"/>
                    <a:pt x="207" y="154"/>
                    <a:pt x="223" y="121"/>
                  </a:cubicBezTo>
                  <a:cubicBezTo>
                    <a:pt x="223" y="67"/>
                    <a:pt x="190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0" name="Google Shape;12120;p31"/>
            <p:cNvSpPr/>
            <p:nvPr/>
          </p:nvSpPr>
          <p:spPr>
            <a:xfrm>
              <a:off x="4082325" y="29819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17" y="50"/>
                    <a:pt x="1" y="87"/>
                    <a:pt x="1" y="104"/>
                  </a:cubicBezTo>
                  <a:cubicBezTo>
                    <a:pt x="17" y="120"/>
                    <a:pt x="17" y="120"/>
                    <a:pt x="17" y="137"/>
                  </a:cubicBezTo>
                  <a:cubicBezTo>
                    <a:pt x="17" y="153"/>
                    <a:pt x="38" y="174"/>
                    <a:pt x="54" y="174"/>
                  </a:cubicBezTo>
                  <a:cubicBezTo>
                    <a:pt x="69" y="188"/>
                    <a:pt x="90" y="196"/>
                    <a:pt x="113" y="196"/>
                  </a:cubicBezTo>
                  <a:cubicBezTo>
                    <a:pt x="142" y="196"/>
                    <a:pt x="172" y="183"/>
                    <a:pt x="190" y="153"/>
                  </a:cubicBezTo>
                  <a:cubicBezTo>
                    <a:pt x="223" y="120"/>
                    <a:pt x="223" y="50"/>
                    <a:pt x="174" y="17"/>
                  </a:cubicBezTo>
                  <a:cubicBezTo>
                    <a:pt x="157" y="1"/>
                    <a:pt x="14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1" name="Google Shape;12121;p31"/>
            <p:cNvSpPr/>
            <p:nvPr/>
          </p:nvSpPr>
          <p:spPr>
            <a:xfrm>
              <a:off x="4082750" y="30404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70" y="0"/>
                    <a:pt x="21" y="33"/>
                    <a:pt x="0" y="83"/>
                  </a:cubicBezTo>
                  <a:lnTo>
                    <a:pt x="0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7" y="186"/>
                    <a:pt x="70" y="206"/>
                    <a:pt x="87" y="206"/>
                  </a:cubicBezTo>
                  <a:cubicBezTo>
                    <a:pt x="95" y="209"/>
                    <a:pt x="104" y="210"/>
                    <a:pt x="112" y="210"/>
                  </a:cubicBezTo>
                  <a:cubicBezTo>
                    <a:pt x="168" y="210"/>
                    <a:pt x="206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2" name="Google Shape;12122;p31"/>
            <p:cNvSpPr/>
            <p:nvPr/>
          </p:nvSpPr>
          <p:spPr>
            <a:xfrm>
              <a:off x="4088825" y="30141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3" y="0"/>
                  </a:moveTo>
                  <a:cubicBezTo>
                    <a:pt x="66" y="0"/>
                    <a:pt x="50" y="21"/>
                    <a:pt x="33" y="37"/>
                  </a:cubicBezTo>
                  <a:cubicBezTo>
                    <a:pt x="17" y="54"/>
                    <a:pt x="0" y="87"/>
                    <a:pt x="17" y="124"/>
                  </a:cubicBezTo>
                  <a:lnTo>
                    <a:pt x="17" y="140"/>
                  </a:lnTo>
                  <a:cubicBezTo>
                    <a:pt x="17" y="157"/>
                    <a:pt x="33" y="173"/>
                    <a:pt x="50" y="190"/>
                  </a:cubicBezTo>
                  <a:cubicBezTo>
                    <a:pt x="70" y="204"/>
                    <a:pt x="90" y="209"/>
                    <a:pt x="108" y="209"/>
                  </a:cubicBezTo>
                  <a:cubicBezTo>
                    <a:pt x="139" y="209"/>
                    <a:pt x="167" y="194"/>
                    <a:pt x="190" y="173"/>
                  </a:cubicBezTo>
                  <a:cubicBezTo>
                    <a:pt x="223" y="140"/>
                    <a:pt x="223" y="124"/>
                    <a:pt x="223" y="87"/>
                  </a:cubicBezTo>
                  <a:cubicBezTo>
                    <a:pt x="223" y="70"/>
                    <a:pt x="206" y="37"/>
                    <a:pt x="190" y="21"/>
                  </a:cubicBezTo>
                  <a:cubicBezTo>
                    <a:pt x="153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3" name="Google Shape;12123;p31"/>
            <p:cNvSpPr/>
            <p:nvPr/>
          </p:nvSpPr>
          <p:spPr>
            <a:xfrm>
              <a:off x="4086650" y="29377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4" y="34"/>
                    <a:pt x="17" y="67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cubicBezTo>
                    <a:pt x="17" y="153"/>
                    <a:pt x="17" y="153"/>
                    <a:pt x="34" y="170"/>
                  </a:cubicBezTo>
                  <a:cubicBezTo>
                    <a:pt x="50" y="191"/>
                    <a:pt x="71" y="207"/>
                    <a:pt x="104" y="207"/>
                  </a:cubicBezTo>
                  <a:cubicBezTo>
                    <a:pt x="110" y="209"/>
                    <a:pt x="116" y="210"/>
                    <a:pt x="123" y="210"/>
                  </a:cubicBezTo>
                  <a:cubicBezTo>
                    <a:pt x="166" y="210"/>
                    <a:pt x="209" y="164"/>
                    <a:pt x="223" y="121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4" name="Google Shape;12124;p31"/>
            <p:cNvSpPr/>
            <p:nvPr/>
          </p:nvSpPr>
          <p:spPr>
            <a:xfrm>
              <a:off x="4077175" y="29935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41" y="0"/>
                  </a:moveTo>
                  <a:cubicBezTo>
                    <a:pt x="103" y="0"/>
                    <a:pt x="70" y="21"/>
                    <a:pt x="54" y="21"/>
                  </a:cubicBezTo>
                  <a:cubicBezTo>
                    <a:pt x="38" y="38"/>
                    <a:pt x="17" y="71"/>
                    <a:pt x="17" y="87"/>
                  </a:cubicBezTo>
                  <a:cubicBezTo>
                    <a:pt x="0" y="103"/>
                    <a:pt x="17" y="141"/>
                    <a:pt x="17" y="141"/>
                  </a:cubicBezTo>
                  <a:cubicBezTo>
                    <a:pt x="17" y="157"/>
                    <a:pt x="17" y="157"/>
                    <a:pt x="38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4" y="210"/>
                    <a:pt x="123" y="212"/>
                    <a:pt x="133" y="212"/>
                  </a:cubicBezTo>
                  <a:cubicBezTo>
                    <a:pt x="174" y="212"/>
                    <a:pt x="210" y="178"/>
                    <a:pt x="223" y="124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190" y="21"/>
                    <a:pt x="157" y="21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5" name="Google Shape;12125;p31"/>
            <p:cNvSpPr/>
            <p:nvPr/>
          </p:nvSpPr>
          <p:spPr>
            <a:xfrm>
              <a:off x="4082325" y="2966000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5" y="1"/>
                  </a:moveTo>
                  <a:cubicBezTo>
                    <a:pt x="53" y="1"/>
                    <a:pt x="14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8" y="174"/>
                    <a:pt x="71" y="194"/>
                    <a:pt x="87" y="194"/>
                  </a:cubicBezTo>
                  <a:cubicBezTo>
                    <a:pt x="97" y="199"/>
                    <a:pt x="106" y="201"/>
                    <a:pt x="116" y="201"/>
                  </a:cubicBezTo>
                  <a:cubicBezTo>
                    <a:pt x="140" y="201"/>
                    <a:pt x="162" y="188"/>
                    <a:pt x="174" y="174"/>
                  </a:cubicBezTo>
                  <a:cubicBezTo>
                    <a:pt x="190" y="157"/>
                    <a:pt x="207" y="141"/>
                    <a:pt x="207" y="108"/>
                  </a:cubicBezTo>
                  <a:cubicBezTo>
                    <a:pt x="223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6" name="Google Shape;12126;p31"/>
            <p:cNvSpPr/>
            <p:nvPr/>
          </p:nvSpPr>
          <p:spPr>
            <a:xfrm>
              <a:off x="4084500" y="295172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13" y="1"/>
                  </a:moveTo>
                  <a:cubicBezTo>
                    <a:pt x="84" y="1"/>
                    <a:pt x="54" y="14"/>
                    <a:pt x="33" y="44"/>
                  </a:cubicBezTo>
                  <a:cubicBezTo>
                    <a:pt x="17" y="60"/>
                    <a:pt x="0" y="93"/>
                    <a:pt x="0" y="110"/>
                  </a:cubicBezTo>
                  <a:cubicBezTo>
                    <a:pt x="0" y="126"/>
                    <a:pt x="17" y="126"/>
                    <a:pt x="17" y="147"/>
                  </a:cubicBezTo>
                  <a:cubicBezTo>
                    <a:pt x="17" y="163"/>
                    <a:pt x="33" y="180"/>
                    <a:pt x="54" y="180"/>
                  </a:cubicBezTo>
                  <a:cubicBezTo>
                    <a:pt x="70" y="196"/>
                    <a:pt x="87" y="213"/>
                    <a:pt x="120" y="213"/>
                  </a:cubicBezTo>
                  <a:cubicBezTo>
                    <a:pt x="157" y="196"/>
                    <a:pt x="173" y="196"/>
                    <a:pt x="190" y="163"/>
                  </a:cubicBezTo>
                  <a:cubicBezTo>
                    <a:pt x="206" y="147"/>
                    <a:pt x="223" y="126"/>
                    <a:pt x="206" y="93"/>
                  </a:cubicBezTo>
                  <a:cubicBezTo>
                    <a:pt x="206" y="60"/>
                    <a:pt x="206" y="44"/>
                    <a:pt x="173" y="23"/>
                  </a:cubicBezTo>
                  <a:cubicBezTo>
                    <a:pt x="157" y="9"/>
                    <a:pt x="135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7" name="Google Shape;12127;p31"/>
            <p:cNvSpPr/>
            <p:nvPr/>
          </p:nvSpPr>
          <p:spPr>
            <a:xfrm>
              <a:off x="4074175" y="29428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1"/>
                  </a:cubicBezTo>
                  <a:cubicBezTo>
                    <a:pt x="1" y="107"/>
                    <a:pt x="1" y="124"/>
                    <a:pt x="17" y="140"/>
                  </a:cubicBezTo>
                  <a:cubicBezTo>
                    <a:pt x="17" y="173"/>
                    <a:pt x="54" y="210"/>
                    <a:pt x="87" y="210"/>
                  </a:cubicBezTo>
                  <a:cubicBezTo>
                    <a:pt x="158" y="210"/>
                    <a:pt x="207" y="173"/>
                    <a:pt x="207" y="124"/>
                  </a:cubicBezTo>
                  <a:cubicBezTo>
                    <a:pt x="223" y="91"/>
                    <a:pt x="207" y="70"/>
                    <a:pt x="190" y="37"/>
                  </a:cubicBezTo>
                  <a:cubicBezTo>
                    <a:pt x="174" y="21"/>
                    <a:pt x="158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8" name="Google Shape;12128;p31"/>
            <p:cNvSpPr/>
            <p:nvPr/>
          </p:nvSpPr>
          <p:spPr>
            <a:xfrm>
              <a:off x="4080150" y="3053975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7" y="1"/>
                  </a:moveTo>
                  <a:cubicBezTo>
                    <a:pt x="114" y="1"/>
                    <a:pt x="101" y="3"/>
                    <a:pt x="88" y="7"/>
                  </a:cubicBezTo>
                  <a:cubicBezTo>
                    <a:pt x="38" y="23"/>
                    <a:pt x="1" y="93"/>
                    <a:pt x="22" y="143"/>
                  </a:cubicBezTo>
                  <a:cubicBezTo>
                    <a:pt x="34" y="183"/>
                    <a:pt x="75" y="202"/>
                    <a:pt x="117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80"/>
                    <a:pt x="244" y="110"/>
                    <a:pt x="228" y="56"/>
                  </a:cubicBezTo>
                  <a:cubicBezTo>
                    <a:pt x="200" y="19"/>
                    <a:pt x="165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9" name="Google Shape;12129;p31"/>
            <p:cNvSpPr/>
            <p:nvPr/>
          </p:nvSpPr>
          <p:spPr>
            <a:xfrm>
              <a:off x="4069450" y="3061700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3"/>
                    <a:pt x="0" y="77"/>
                    <a:pt x="17" y="143"/>
                  </a:cubicBezTo>
                  <a:cubicBezTo>
                    <a:pt x="45" y="183"/>
                    <a:pt x="80" y="203"/>
                    <a:pt x="118" y="203"/>
                  </a:cubicBezTo>
                  <a:cubicBezTo>
                    <a:pt x="131" y="203"/>
                    <a:pt x="144" y="201"/>
                    <a:pt x="157" y="197"/>
                  </a:cubicBezTo>
                  <a:cubicBezTo>
                    <a:pt x="223" y="180"/>
                    <a:pt x="243" y="110"/>
                    <a:pt x="223" y="56"/>
                  </a:cubicBezTo>
                  <a:cubicBezTo>
                    <a:pt x="210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0" name="Google Shape;12130;p31"/>
            <p:cNvSpPr/>
            <p:nvPr/>
          </p:nvSpPr>
          <p:spPr>
            <a:xfrm>
              <a:off x="4069025" y="30472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37" y="0"/>
                  </a:moveTo>
                  <a:cubicBezTo>
                    <a:pt x="71" y="0"/>
                    <a:pt x="17" y="38"/>
                    <a:pt x="17" y="87"/>
                  </a:cubicBezTo>
                  <a:cubicBezTo>
                    <a:pt x="1" y="104"/>
                    <a:pt x="17" y="120"/>
                    <a:pt x="17" y="141"/>
                  </a:cubicBezTo>
                  <a:cubicBezTo>
                    <a:pt x="17" y="157"/>
                    <a:pt x="17" y="157"/>
                    <a:pt x="34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11" y="209"/>
                    <a:pt x="118" y="210"/>
                    <a:pt x="125" y="210"/>
                  </a:cubicBezTo>
                  <a:cubicBezTo>
                    <a:pt x="170" y="210"/>
                    <a:pt x="209" y="166"/>
                    <a:pt x="223" y="120"/>
                  </a:cubicBezTo>
                  <a:cubicBezTo>
                    <a:pt x="223" y="87"/>
                    <a:pt x="223" y="71"/>
                    <a:pt x="207" y="54"/>
                  </a:cubicBezTo>
                  <a:cubicBezTo>
                    <a:pt x="190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1" name="Google Shape;12131;p31"/>
            <p:cNvSpPr/>
            <p:nvPr/>
          </p:nvSpPr>
          <p:spPr>
            <a:xfrm>
              <a:off x="4069850" y="3126200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03" y="0"/>
                  </a:moveTo>
                  <a:cubicBezTo>
                    <a:pt x="58" y="0"/>
                    <a:pt x="19" y="44"/>
                    <a:pt x="1" y="90"/>
                  </a:cubicBezTo>
                  <a:cubicBezTo>
                    <a:pt x="1" y="107"/>
                    <a:pt x="1" y="123"/>
                    <a:pt x="21" y="140"/>
                  </a:cubicBezTo>
                  <a:lnTo>
                    <a:pt x="21" y="156"/>
                  </a:lnTo>
                  <a:cubicBezTo>
                    <a:pt x="38" y="193"/>
                    <a:pt x="71" y="210"/>
                    <a:pt x="87" y="210"/>
                  </a:cubicBezTo>
                  <a:cubicBezTo>
                    <a:pt x="157" y="210"/>
                    <a:pt x="207" y="177"/>
                    <a:pt x="207" y="123"/>
                  </a:cubicBezTo>
                  <a:cubicBezTo>
                    <a:pt x="227" y="90"/>
                    <a:pt x="207" y="74"/>
                    <a:pt x="190" y="37"/>
                  </a:cubicBezTo>
                  <a:cubicBezTo>
                    <a:pt x="174" y="20"/>
                    <a:pt x="157" y="4"/>
                    <a:pt x="124" y="4"/>
                  </a:cubicBezTo>
                  <a:cubicBezTo>
                    <a:pt x="117" y="2"/>
                    <a:pt x="11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2" name="Google Shape;12132;p31"/>
            <p:cNvSpPr/>
            <p:nvPr/>
          </p:nvSpPr>
          <p:spPr>
            <a:xfrm>
              <a:off x="4070375" y="30334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2" y="1"/>
                  </a:moveTo>
                  <a:cubicBezTo>
                    <a:pt x="102" y="1"/>
                    <a:pt x="92" y="2"/>
                    <a:pt x="83" y="5"/>
                  </a:cubicBezTo>
                  <a:cubicBezTo>
                    <a:pt x="33" y="22"/>
                    <a:pt x="0" y="92"/>
                    <a:pt x="17" y="141"/>
                  </a:cubicBezTo>
                  <a:cubicBezTo>
                    <a:pt x="41" y="180"/>
                    <a:pt x="75" y="208"/>
                    <a:pt x="111" y="208"/>
                  </a:cubicBezTo>
                  <a:cubicBezTo>
                    <a:pt x="125" y="208"/>
                    <a:pt x="139" y="204"/>
                    <a:pt x="153" y="195"/>
                  </a:cubicBezTo>
                  <a:cubicBezTo>
                    <a:pt x="206" y="178"/>
                    <a:pt x="239" y="125"/>
                    <a:pt x="223" y="75"/>
                  </a:cubicBezTo>
                  <a:cubicBezTo>
                    <a:pt x="209" y="31"/>
                    <a:pt x="15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3" name="Google Shape;12133;p31"/>
            <p:cNvSpPr/>
            <p:nvPr/>
          </p:nvSpPr>
          <p:spPr>
            <a:xfrm>
              <a:off x="4073775" y="30986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05" y="1"/>
                  </a:moveTo>
                  <a:cubicBezTo>
                    <a:pt x="76" y="1"/>
                    <a:pt x="47" y="14"/>
                    <a:pt x="17" y="44"/>
                  </a:cubicBezTo>
                  <a:cubicBezTo>
                    <a:pt x="0" y="60"/>
                    <a:pt x="0" y="77"/>
                    <a:pt x="0" y="110"/>
                  </a:cubicBezTo>
                  <a:cubicBezTo>
                    <a:pt x="0" y="126"/>
                    <a:pt x="0" y="126"/>
                    <a:pt x="17" y="147"/>
                  </a:cubicBezTo>
                  <a:cubicBezTo>
                    <a:pt x="17" y="164"/>
                    <a:pt x="33" y="164"/>
                    <a:pt x="33" y="180"/>
                  </a:cubicBezTo>
                  <a:cubicBezTo>
                    <a:pt x="60" y="192"/>
                    <a:pt x="75" y="203"/>
                    <a:pt x="94" y="203"/>
                  </a:cubicBezTo>
                  <a:cubicBezTo>
                    <a:pt x="102" y="203"/>
                    <a:pt x="110" y="201"/>
                    <a:pt x="120" y="197"/>
                  </a:cubicBezTo>
                  <a:cubicBezTo>
                    <a:pt x="153" y="197"/>
                    <a:pt x="174" y="180"/>
                    <a:pt x="190" y="164"/>
                  </a:cubicBezTo>
                  <a:cubicBezTo>
                    <a:pt x="206" y="147"/>
                    <a:pt x="223" y="110"/>
                    <a:pt x="206" y="93"/>
                  </a:cubicBezTo>
                  <a:cubicBezTo>
                    <a:pt x="206" y="60"/>
                    <a:pt x="190" y="44"/>
                    <a:pt x="174" y="23"/>
                  </a:cubicBezTo>
                  <a:cubicBezTo>
                    <a:pt x="150" y="9"/>
                    <a:pt x="127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4" name="Google Shape;12134;p31"/>
            <p:cNvSpPr/>
            <p:nvPr/>
          </p:nvSpPr>
          <p:spPr>
            <a:xfrm>
              <a:off x="4075525" y="30849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8" y="0"/>
                  </a:moveTo>
                  <a:cubicBezTo>
                    <a:pt x="94" y="0"/>
                    <a:pt x="80" y="2"/>
                    <a:pt x="66" y="7"/>
                  </a:cubicBezTo>
                  <a:cubicBezTo>
                    <a:pt x="17" y="23"/>
                    <a:pt x="0" y="77"/>
                    <a:pt x="17" y="143"/>
                  </a:cubicBezTo>
                  <a:cubicBezTo>
                    <a:pt x="17" y="143"/>
                    <a:pt x="33" y="159"/>
                    <a:pt x="33" y="180"/>
                  </a:cubicBezTo>
                  <a:cubicBezTo>
                    <a:pt x="57" y="191"/>
                    <a:pt x="82" y="203"/>
                    <a:pt x="112" y="203"/>
                  </a:cubicBezTo>
                  <a:cubicBezTo>
                    <a:pt x="125" y="203"/>
                    <a:pt x="138" y="201"/>
                    <a:pt x="153" y="196"/>
                  </a:cubicBezTo>
                  <a:cubicBezTo>
                    <a:pt x="186" y="180"/>
                    <a:pt x="207" y="143"/>
                    <a:pt x="223" y="110"/>
                  </a:cubicBezTo>
                  <a:cubicBezTo>
                    <a:pt x="223" y="93"/>
                    <a:pt x="223" y="77"/>
                    <a:pt x="207" y="56"/>
                  </a:cubicBezTo>
                  <a:cubicBezTo>
                    <a:pt x="191" y="19"/>
                    <a:pt x="15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5" name="Google Shape;12135;p31"/>
            <p:cNvSpPr/>
            <p:nvPr/>
          </p:nvSpPr>
          <p:spPr>
            <a:xfrm>
              <a:off x="4079325" y="3072875"/>
              <a:ext cx="5200" cy="4975"/>
            </a:xfrm>
            <a:custGeom>
              <a:avLst/>
              <a:gdLst/>
              <a:ahLst/>
              <a:cxnLst/>
              <a:rect l="l" t="t" r="r" b="b"/>
              <a:pathLst>
                <a:path w="208" h="199" extrusionOk="0">
                  <a:moveTo>
                    <a:pt x="95" y="1"/>
                  </a:moveTo>
                  <a:cubicBezTo>
                    <a:pt x="54" y="1"/>
                    <a:pt x="15" y="34"/>
                    <a:pt x="1" y="92"/>
                  </a:cubicBezTo>
                  <a:lnTo>
                    <a:pt x="1" y="145"/>
                  </a:lnTo>
                  <a:cubicBezTo>
                    <a:pt x="17" y="145"/>
                    <a:pt x="17" y="162"/>
                    <a:pt x="17" y="162"/>
                  </a:cubicBezTo>
                  <a:cubicBezTo>
                    <a:pt x="34" y="178"/>
                    <a:pt x="71" y="195"/>
                    <a:pt x="88" y="195"/>
                  </a:cubicBezTo>
                  <a:cubicBezTo>
                    <a:pt x="96" y="198"/>
                    <a:pt x="105" y="199"/>
                    <a:pt x="114" y="199"/>
                  </a:cubicBezTo>
                  <a:cubicBezTo>
                    <a:pt x="159" y="199"/>
                    <a:pt x="207" y="166"/>
                    <a:pt x="207" y="108"/>
                  </a:cubicBezTo>
                  <a:cubicBezTo>
                    <a:pt x="207" y="92"/>
                    <a:pt x="207" y="59"/>
                    <a:pt x="191" y="42"/>
                  </a:cubicBezTo>
                  <a:cubicBezTo>
                    <a:pt x="174" y="22"/>
                    <a:pt x="158" y="5"/>
                    <a:pt x="121" y="5"/>
                  </a:cubicBezTo>
                  <a:cubicBezTo>
                    <a:pt x="112" y="2"/>
                    <a:pt x="104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6" name="Google Shape;12136;p31"/>
            <p:cNvSpPr/>
            <p:nvPr/>
          </p:nvSpPr>
          <p:spPr>
            <a:xfrm>
              <a:off x="4071600" y="31102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91" y="1"/>
                  </a:moveTo>
                  <a:cubicBezTo>
                    <a:pt x="68" y="1"/>
                    <a:pt x="43" y="13"/>
                    <a:pt x="17" y="24"/>
                  </a:cubicBezTo>
                  <a:cubicBezTo>
                    <a:pt x="17" y="41"/>
                    <a:pt x="1" y="57"/>
                    <a:pt x="1" y="94"/>
                  </a:cubicBezTo>
                  <a:lnTo>
                    <a:pt x="1" y="144"/>
                  </a:lnTo>
                  <a:cubicBezTo>
                    <a:pt x="17" y="177"/>
                    <a:pt x="54" y="197"/>
                    <a:pt x="87" y="214"/>
                  </a:cubicBezTo>
                  <a:cubicBezTo>
                    <a:pt x="157" y="214"/>
                    <a:pt x="190" y="177"/>
                    <a:pt x="207" y="127"/>
                  </a:cubicBezTo>
                  <a:cubicBezTo>
                    <a:pt x="207" y="94"/>
                    <a:pt x="207" y="57"/>
                    <a:pt x="190" y="41"/>
                  </a:cubicBezTo>
                  <a:cubicBezTo>
                    <a:pt x="174" y="24"/>
                    <a:pt x="137" y="8"/>
                    <a:pt x="120" y="8"/>
                  </a:cubicBezTo>
                  <a:cubicBezTo>
                    <a:pt x="111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7" name="Google Shape;12137;p31"/>
            <p:cNvSpPr/>
            <p:nvPr/>
          </p:nvSpPr>
          <p:spPr>
            <a:xfrm>
              <a:off x="4052325" y="30046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3" y="1"/>
                  </a:moveTo>
                  <a:cubicBezTo>
                    <a:pt x="51" y="1"/>
                    <a:pt x="14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cubicBezTo>
                    <a:pt x="17" y="141"/>
                    <a:pt x="17" y="157"/>
                    <a:pt x="34" y="157"/>
                  </a:cubicBezTo>
                  <a:cubicBezTo>
                    <a:pt x="34" y="174"/>
                    <a:pt x="67" y="194"/>
                    <a:pt x="104" y="211"/>
                  </a:cubicBezTo>
                  <a:cubicBezTo>
                    <a:pt x="153" y="211"/>
                    <a:pt x="207" y="174"/>
                    <a:pt x="207" y="124"/>
                  </a:cubicBezTo>
                  <a:cubicBezTo>
                    <a:pt x="223" y="91"/>
                    <a:pt x="207" y="54"/>
                    <a:pt x="186" y="38"/>
                  </a:cubicBezTo>
                  <a:cubicBezTo>
                    <a:pt x="17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8" name="Google Shape;12138;p31"/>
            <p:cNvSpPr/>
            <p:nvPr/>
          </p:nvSpPr>
          <p:spPr>
            <a:xfrm>
              <a:off x="4038100" y="30099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7" y="34"/>
                    <a:pt x="17" y="67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lnTo>
                    <a:pt x="17" y="170"/>
                  </a:lnTo>
                  <a:cubicBezTo>
                    <a:pt x="34" y="191"/>
                    <a:pt x="71" y="207"/>
                    <a:pt x="87" y="207"/>
                  </a:cubicBezTo>
                  <a:cubicBezTo>
                    <a:pt x="96" y="209"/>
                    <a:pt x="105" y="210"/>
                    <a:pt x="113" y="210"/>
                  </a:cubicBezTo>
                  <a:cubicBezTo>
                    <a:pt x="169" y="210"/>
                    <a:pt x="207" y="164"/>
                    <a:pt x="207" y="121"/>
                  </a:cubicBezTo>
                  <a:cubicBezTo>
                    <a:pt x="223" y="88"/>
                    <a:pt x="207" y="67"/>
                    <a:pt x="190" y="50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9" name="Google Shape;12139;p31"/>
            <p:cNvSpPr/>
            <p:nvPr/>
          </p:nvSpPr>
          <p:spPr>
            <a:xfrm>
              <a:off x="4030800" y="297197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6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37" y="38"/>
                    <a:pt x="0" y="91"/>
                    <a:pt x="17" y="141"/>
                  </a:cubicBezTo>
                  <a:cubicBezTo>
                    <a:pt x="47" y="185"/>
                    <a:pt x="86" y="215"/>
                    <a:pt x="129" y="215"/>
                  </a:cubicBezTo>
                  <a:cubicBezTo>
                    <a:pt x="138" y="215"/>
                    <a:pt x="147" y="214"/>
                    <a:pt x="157" y="211"/>
                  </a:cubicBezTo>
                  <a:cubicBezTo>
                    <a:pt x="206" y="178"/>
                    <a:pt x="243" y="124"/>
                    <a:pt x="223" y="75"/>
                  </a:cubicBezTo>
                  <a:cubicBezTo>
                    <a:pt x="209" y="31"/>
                    <a:pt x="16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0" name="Google Shape;12140;p31"/>
            <p:cNvSpPr/>
            <p:nvPr/>
          </p:nvSpPr>
          <p:spPr>
            <a:xfrm>
              <a:off x="4034300" y="3023200"/>
              <a:ext cx="6000" cy="5100"/>
            </a:xfrm>
            <a:custGeom>
              <a:avLst/>
              <a:gdLst/>
              <a:ahLst/>
              <a:cxnLst/>
              <a:rect l="l" t="t" r="r" b="b"/>
              <a:pathLst>
                <a:path w="240" h="204" extrusionOk="0">
                  <a:moveTo>
                    <a:pt x="83" y="1"/>
                  </a:moveTo>
                  <a:cubicBezTo>
                    <a:pt x="33" y="17"/>
                    <a:pt x="0" y="87"/>
                    <a:pt x="17" y="137"/>
                  </a:cubicBezTo>
                  <a:cubicBezTo>
                    <a:pt x="41" y="176"/>
                    <a:pt x="75" y="204"/>
                    <a:pt x="111" y="204"/>
                  </a:cubicBezTo>
                  <a:cubicBezTo>
                    <a:pt x="125" y="204"/>
                    <a:pt x="139" y="200"/>
                    <a:pt x="153" y="190"/>
                  </a:cubicBezTo>
                  <a:cubicBezTo>
                    <a:pt x="169" y="190"/>
                    <a:pt x="186" y="174"/>
                    <a:pt x="206" y="174"/>
                  </a:cubicBezTo>
                  <a:cubicBezTo>
                    <a:pt x="223" y="137"/>
                    <a:pt x="239" y="104"/>
                    <a:pt x="223" y="71"/>
                  </a:cubicBezTo>
                  <a:cubicBezTo>
                    <a:pt x="206" y="17"/>
                    <a:pt x="169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1" name="Google Shape;12141;p31"/>
            <p:cNvSpPr/>
            <p:nvPr/>
          </p:nvSpPr>
          <p:spPr>
            <a:xfrm>
              <a:off x="4042425" y="2979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1" y="0"/>
                  </a:moveTo>
                  <a:cubicBezTo>
                    <a:pt x="67" y="0"/>
                    <a:pt x="1" y="33"/>
                    <a:pt x="1" y="87"/>
                  </a:cubicBezTo>
                  <a:lnTo>
                    <a:pt x="1" y="136"/>
                  </a:lnTo>
                  <a:cubicBezTo>
                    <a:pt x="1" y="153"/>
                    <a:pt x="17" y="153"/>
                    <a:pt x="17" y="169"/>
                  </a:cubicBezTo>
                  <a:cubicBezTo>
                    <a:pt x="34" y="190"/>
                    <a:pt x="50" y="206"/>
                    <a:pt x="88" y="206"/>
                  </a:cubicBezTo>
                  <a:cubicBezTo>
                    <a:pt x="94" y="208"/>
                    <a:pt x="100" y="209"/>
                    <a:pt x="107" y="209"/>
                  </a:cubicBezTo>
                  <a:cubicBezTo>
                    <a:pt x="154" y="209"/>
                    <a:pt x="207" y="163"/>
                    <a:pt x="207" y="120"/>
                  </a:cubicBezTo>
                  <a:cubicBezTo>
                    <a:pt x="207" y="103"/>
                    <a:pt x="207" y="66"/>
                    <a:pt x="191" y="50"/>
                  </a:cubicBezTo>
                  <a:cubicBezTo>
                    <a:pt x="170" y="17"/>
                    <a:pt x="154" y="17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2" name="Google Shape;12142;p31"/>
            <p:cNvSpPr/>
            <p:nvPr/>
          </p:nvSpPr>
          <p:spPr>
            <a:xfrm>
              <a:off x="4031725" y="29578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13" y="0"/>
                  </a:moveTo>
                  <a:cubicBezTo>
                    <a:pt x="103" y="0"/>
                    <a:pt x="93" y="2"/>
                    <a:pt x="83" y="6"/>
                  </a:cubicBezTo>
                  <a:cubicBezTo>
                    <a:pt x="33" y="23"/>
                    <a:pt x="0" y="88"/>
                    <a:pt x="17" y="142"/>
                  </a:cubicBezTo>
                  <a:cubicBezTo>
                    <a:pt x="29" y="178"/>
                    <a:pt x="68" y="207"/>
                    <a:pt x="107" y="207"/>
                  </a:cubicBezTo>
                  <a:cubicBezTo>
                    <a:pt x="123" y="207"/>
                    <a:pt x="139" y="202"/>
                    <a:pt x="153" y="192"/>
                  </a:cubicBezTo>
                  <a:cubicBezTo>
                    <a:pt x="206" y="175"/>
                    <a:pt x="239" y="126"/>
                    <a:pt x="223" y="72"/>
                  </a:cubicBezTo>
                  <a:cubicBezTo>
                    <a:pt x="193" y="32"/>
                    <a:pt x="155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3" name="Google Shape;12143;p31"/>
            <p:cNvSpPr/>
            <p:nvPr/>
          </p:nvSpPr>
          <p:spPr>
            <a:xfrm>
              <a:off x="4101300" y="3011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1" y="0"/>
                    <a:pt x="0" y="47"/>
                    <a:pt x="0" y="90"/>
                  </a:cubicBezTo>
                  <a:lnTo>
                    <a:pt x="0" y="144"/>
                  </a:lnTo>
                  <a:cubicBezTo>
                    <a:pt x="17" y="177"/>
                    <a:pt x="50" y="193"/>
                    <a:pt x="83" y="210"/>
                  </a:cubicBezTo>
                  <a:cubicBezTo>
                    <a:pt x="136" y="210"/>
                    <a:pt x="206" y="177"/>
                    <a:pt x="206" y="123"/>
                  </a:cubicBezTo>
                  <a:cubicBezTo>
                    <a:pt x="206" y="90"/>
                    <a:pt x="206" y="74"/>
                    <a:pt x="186" y="41"/>
                  </a:cubicBezTo>
                  <a:cubicBezTo>
                    <a:pt x="169" y="20"/>
                    <a:pt x="153" y="3"/>
                    <a:pt x="120" y="3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4" name="Google Shape;12144;p31"/>
            <p:cNvSpPr/>
            <p:nvPr/>
          </p:nvSpPr>
          <p:spPr>
            <a:xfrm>
              <a:off x="4024800" y="3014000"/>
              <a:ext cx="5200" cy="4900"/>
            </a:xfrm>
            <a:custGeom>
              <a:avLst/>
              <a:gdLst/>
              <a:ahLst/>
              <a:cxnLst/>
              <a:rect l="l" t="t" r="r" b="b"/>
              <a:pathLst>
                <a:path w="208" h="196" extrusionOk="0">
                  <a:moveTo>
                    <a:pt x="96" y="1"/>
                  </a:moveTo>
                  <a:cubicBezTo>
                    <a:pt x="65" y="1"/>
                    <a:pt x="35" y="14"/>
                    <a:pt x="17" y="43"/>
                  </a:cubicBezTo>
                  <a:cubicBezTo>
                    <a:pt x="1" y="60"/>
                    <a:pt x="1" y="76"/>
                    <a:pt x="1" y="109"/>
                  </a:cubicBezTo>
                  <a:lnTo>
                    <a:pt x="1" y="130"/>
                  </a:lnTo>
                  <a:cubicBezTo>
                    <a:pt x="1" y="146"/>
                    <a:pt x="17" y="163"/>
                    <a:pt x="34" y="179"/>
                  </a:cubicBezTo>
                  <a:cubicBezTo>
                    <a:pt x="50" y="196"/>
                    <a:pt x="88" y="196"/>
                    <a:pt x="104" y="196"/>
                  </a:cubicBezTo>
                  <a:cubicBezTo>
                    <a:pt x="137" y="196"/>
                    <a:pt x="174" y="179"/>
                    <a:pt x="191" y="163"/>
                  </a:cubicBezTo>
                  <a:cubicBezTo>
                    <a:pt x="207" y="146"/>
                    <a:pt x="207" y="109"/>
                    <a:pt x="207" y="93"/>
                  </a:cubicBezTo>
                  <a:cubicBezTo>
                    <a:pt x="207" y="60"/>
                    <a:pt x="191" y="43"/>
                    <a:pt x="174" y="27"/>
                  </a:cubicBezTo>
                  <a:cubicBezTo>
                    <a:pt x="150" y="10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5" name="Google Shape;12145;p31"/>
            <p:cNvSpPr/>
            <p:nvPr/>
          </p:nvSpPr>
          <p:spPr>
            <a:xfrm>
              <a:off x="4028625" y="29995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7" y="0"/>
                  </a:moveTo>
                  <a:cubicBezTo>
                    <a:pt x="58" y="0"/>
                    <a:pt x="31" y="27"/>
                    <a:pt x="1" y="54"/>
                  </a:cubicBezTo>
                  <a:lnTo>
                    <a:pt x="1" y="91"/>
                  </a:lnTo>
                  <a:lnTo>
                    <a:pt x="1" y="141"/>
                  </a:lnTo>
                  <a:cubicBezTo>
                    <a:pt x="21" y="157"/>
                    <a:pt x="38" y="174"/>
                    <a:pt x="71" y="194"/>
                  </a:cubicBezTo>
                  <a:cubicBezTo>
                    <a:pt x="71" y="194"/>
                    <a:pt x="87" y="194"/>
                    <a:pt x="87" y="211"/>
                  </a:cubicBezTo>
                  <a:cubicBezTo>
                    <a:pt x="141" y="211"/>
                    <a:pt x="207" y="174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4" y="5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6" name="Google Shape;12146;p31"/>
            <p:cNvSpPr/>
            <p:nvPr/>
          </p:nvSpPr>
          <p:spPr>
            <a:xfrm>
              <a:off x="4028625" y="298492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28" y="1"/>
                  </a:moveTo>
                  <a:cubicBezTo>
                    <a:pt x="93" y="1"/>
                    <a:pt x="58" y="15"/>
                    <a:pt x="38" y="35"/>
                  </a:cubicBezTo>
                  <a:cubicBezTo>
                    <a:pt x="21" y="72"/>
                    <a:pt x="1" y="89"/>
                    <a:pt x="21" y="122"/>
                  </a:cubicBezTo>
                  <a:lnTo>
                    <a:pt x="21" y="138"/>
                  </a:lnTo>
                  <a:cubicBezTo>
                    <a:pt x="21" y="159"/>
                    <a:pt x="38" y="175"/>
                    <a:pt x="54" y="192"/>
                  </a:cubicBezTo>
                  <a:cubicBezTo>
                    <a:pt x="73" y="204"/>
                    <a:pt x="93" y="210"/>
                    <a:pt x="111" y="210"/>
                  </a:cubicBezTo>
                  <a:cubicBezTo>
                    <a:pt x="142" y="210"/>
                    <a:pt x="170" y="196"/>
                    <a:pt x="190" y="175"/>
                  </a:cubicBezTo>
                  <a:cubicBezTo>
                    <a:pt x="227" y="159"/>
                    <a:pt x="227" y="122"/>
                    <a:pt x="227" y="89"/>
                  </a:cubicBezTo>
                  <a:cubicBezTo>
                    <a:pt x="227" y="72"/>
                    <a:pt x="207" y="35"/>
                    <a:pt x="190" y="19"/>
                  </a:cubicBezTo>
                  <a:cubicBezTo>
                    <a:pt x="171" y="6"/>
                    <a:pt x="149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7" name="Google Shape;12147;p31"/>
            <p:cNvSpPr/>
            <p:nvPr/>
          </p:nvSpPr>
          <p:spPr>
            <a:xfrm>
              <a:off x="4066450" y="29841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lnTo>
                    <a:pt x="17" y="153"/>
                  </a:lnTo>
                  <a:cubicBezTo>
                    <a:pt x="34" y="190"/>
                    <a:pt x="71" y="206"/>
                    <a:pt x="87" y="206"/>
                  </a:cubicBezTo>
                  <a:cubicBezTo>
                    <a:pt x="157" y="206"/>
                    <a:pt x="207" y="169"/>
                    <a:pt x="207" y="120"/>
                  </a:cubicBezTo>
                  <a:cubicBezTo>
                    <a:pt x="223" y="87"/>
                    <a:pt x="207" y="66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8" name="Google Shape;12148;p31"/>
            <p:cNvSpPr/>
            <p:nvPr/>
          </p:nvSpPr>
          <p:spPr>
            <a:xfrm>
              <a:off x="4048425" y="29532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4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0" y="153"/>
                    <a:pt x="17" y="169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3" y="209"/>
                    <a:pt x="99" y="210"/>
                    <a:pt x="106" y="210"/>
                  </a:cubicBezTo>
                  <a:cubicBezTo>
                    <a:pt x="149" y="210"/>
                    <a:pt x="192" y="163"/>
                    <a:pt x="206" y="120"/>
                  </a:cubicBezTo>
                  <a:cubicBezTo>
                    <a:pt x="206" y="103"/>
                    <a:pt x="206" y="66"/>
                    <a:pt x="190" y="50"/>
                  </a:cubicBezTo>
                  <a:cubicBezTo>
                    <a:pt x="17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9" name="Google Shape;12149;p31"/>
            <p:cNvSpPr/>
            <p:nvPr/>
          </p:nvSpPr>
          <p:spPr>
            <a:xfrm>
              <a:off x="4072425" y="2957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4" y="0"/>
                  </a:moveTo>
                  <a:cubicBezTo>
                    <a:pt x="71" y="0"/>
                    <a:pt x="1" y="33"/>
                    <a:pt x="1" y="82"/>
                  </a:cubicBezTo>
                  <a:lnTo>
                    <a:pt x="1" y="136"/>
                  </a:lnTo>
                  <a:cubicBezTo>
                    <a:pt x="21" y="153"/>
                    <a:pt x="21" y="153"/>
                    <a:pt x="21" y="169"/>
                  </a:cubicBezTo>
                  <a:cubicBezTo>
                    <a:pt x="38" y="186"/>
                    <a:pt x="54" y="206"/>
                    <a:pt x="87" y="206"/>
                  </a:cubicBezTo>
                  <a:cubicBezTo>
                    <a:pt x="124" y="206"/>
                    <a:pt x="141" y="206"/>
                    <a:pt x="174" y="186"/>
                  </a:cubicBezTo>
                  <a:cubicBezTo>
                    <a:pt x="190" y="169"/>
                    <a:pt x="207" y="153"/>
                    <a:pt x="207" y="120"/>
                  </a:cubicBezTo>
                  <a:cubicBezTo>
                    <a:pt x="207" y="82"/>
                    <a:pt x="207" y="66"/>
                    <a:pt x="190" y="33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0" name="Google Shape;12150;p31"/>
            <p:cNvSpPr/>
            <p:nvPr/>
          </p:nvSpPr>
          <p:spPr>
            <a:xfrm>
              <a:off x="4062125" y="2945900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87" y="1"/>
                  </a:moveTo>
                  <a:cubicBezTo>
                    <a:pt x="71" y="1"/>
                    <a:pt x="38" y="17"/>
                    <a:pt x="21" y="34"/>
                  </a:cubicBezTo>
                  <a:cubicBezTo>
                    <a:pt x="0" y="71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21" y="153"/>
                    <a:pt x="21" y="174"/>
                    <a:pt x="38" y="190"/>
                  </a:cubicBezTo>
                  <a:cubicBezTo>
                    <a:pt x="56" y="203"/>
                    <a:pt x="78" y="208"/>
                    <a:pt x="100" y="208"/>
                  </a:cubicBezTo>
                  <a:cubicBezTo>
                    <a:pt x="135" y="208"/>
                    <a:pt x="170" y="194"/>
                    <a:pt x="190" y="174"/>
                  </a:cubicBezTo>
                  <a:cubicBezTo>
                    <a:pt x="207" y="153"/>
                    <a:pt x="207" y="120"/>
                    <a:pt x="207" y="87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57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1" name="Google Shape;12151;p31"/>
            <p:cNvSpPr/>
            <p:nvPr/>
          </p:nvSpPr>
          <p:spPr>
            <a:xfrm>
              <a:off x="4069025" y="2971925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8" y="0"/>
                  </a:moveTo>
                  <a:cubicBezTo>
                    <a:pt x="67" y="0"/>
                    <a:pt x="38" y="13"/>
                    <a:pt x="17" y="40"/>
                  </a:cubicBezTo>
                  <a:cubicBezTo>
                    <a:pt x="1" y="60"/>
                    <a:pt x="1" y="93"/>
                    <a:pt x="1" y="110"/>
                  </a:cubicBezTo>
                  <a:lnTo>
                    <a:pt x="1" y="143"/>
                  </a:lnTo>
                  <a:cubicBezTo>
                    <a:pt x="17" y="164"/>
                    <a:pt x="17" y="180"/>
                    <a:pt x="34" y="180"/>
                  </a:cubicBezTo>
                  <a:cubicBezTo>
                    <a:pt x="58" y="195"/>
                    <a:pt x="81" y="203"/>
                    <a:pt x="104" y="203"/>
                  </a:cubicBezTo>
                  <a:cubicBezTo>
                    <a:pt x="133" y="203"/>
                    <a:pt x="161" y="191"/>
                    <a:pt x="190" y="164"/>
                  </a:cubicBezTo>
                  <a:cubicBezTo>
                    <a:pt x="207" y="143"/>
                    <a:pt x="207" y="126"/>
                    <a:pt x="207" y="93"/>
                  </a:cubicBezTo>
                  <a:cubicBezTo>
                    <a:pt x="207" y="60"/>
                    <a:pt x="190" y="40"/>
                    <a:pt x="174" y="23"/>
                  </a:cubicBezTo>
                  <a:cubicBezTo>
                    <a:pt x="150" y="9"/>
                    <a:pt x="123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2" name="Google Shape;12152;p31"/>
            <p:cNvSpPr/>
            <p:nvPr/>
          </p:nvSpPr>
          <p:spPr>
            <a:xfrm>
              <a:off x="4060050" y="29592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1" y="0"/>
                  </a:moveTo>
                  <a:cubicBezTo>
                    <a:pt x="67" y="0"/>
                    <a:pt x="1" y="33"/>
                    <a:pt x="1" y="87"/>
                  </a:cubicBezTo>
                  <a:lnTo>
                    <a:pt x="1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4" y="190"/>
                    <a:pt x="50" y="207"/>
                    <a:pt x="83" y="207"/>
                  </a:cubicBezTo>
                  <a:cubicBezTo>
                    <a:pt x="94" y="211"/>
                    <a:pt x="103" y="213"/>
                    <a:pt x="112" y="213"/>
                  </a:cubicBezTo>
                  <a:cubicBezTo>
                    <a:pt x="132" y="213"/>
                    <a:pt x="147" y="202"/>
                    <a:pt x="170" y="190"/>
                  </a:cubicBezTo>
                  <a:cubicBezTo>
                    <a:pt x="187" y="174"/>
                    <a:pt x="207" y="157"/>
                    <a:pt x="207" y="120"/>
                  </a:cubicBezTo>
                  <a:cubicBezTo>
                    <a:pt x="224" y="71"/>
                    <a:pt x="170" y="17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3" name="Google Shape;12153;p31"/>
            <p:cNvSpPr/>
            <p:nvPr/>
          </p:nvSpPr>
          <p:spPr>
            <a:xfrm>
              <a:off x="4075925" y="30077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20"/>
                  </a:cubicBezTo>
                  <a:lnTo>
                    <a:pt x="17" y="136"/>
                  </a:lnTo>
                  <a:cubicBezTo>
                    <a:pt x="17" y="153"/>
                    <a:pt x="17" y="153"/>
                    <a:pt x="34" y="174"/>
                  </a:cubicBezTo>
                  <a:cubicBezTo>
                    <a:pt x="50" y="190"/>
                    <a:pt x="67" y="207"/>
                    <a:pt x="104" y="207"/>
                  </a:cubicBezTo>
                  <a:cubicBezTo>
                    <a:pt x="120" y="207"/>
                    <a:pt x="153" y="207"/>
                    <a:pt x="170" y="190"/>
                  </a:cubicBezTo>
                  <a:cubicBezTo>
                    <a:pt x="191" y="174"/>
                    <a:pt x="207" y="153"/>
                    <a:pt x="224" y="120"/>
                  </a:cubicBezTo>
                  <a:cubicBezTo>
                    <a:pt x="224" y="103"/>
                    <a:pt x="207" y="70"/>
                    <a:pt x="207" y="50"/>
                  </a:cubicBezTo>
                  <a:cubicBezTo>
                    <a:pt x="191" y="33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4" name="Google Shape;12154;p31"/>
            <p:cNvSpPr/>
            <p:nvPr/>
          </p:nvSpPr>
          <p:spPr>
            <a:xfrm>
              <a:off x="4053150" y="29856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7" y="0"/>
                  </a:moveTo>
                  <a:cubicBezTo>
                    <a:pt x="113" y="0"/>
                    <a:pt x="100" y="2"/>
                    <a:pt x="87" y="6"/>
                  </a:cubicBezTo>
                  <a:cubicBezTo>
                    <a:pt x="34" y="27"/>
                    <a:pt x="1" y="93"/>
                    <a:pt x="34" y="146"/>
                  </a:cubicBezTo>
                  <a:cubicBezTo>
                    <a:pt x="46" y="183"/>
                    <a:pt x="79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23" y="179"/>
                    <a:pt x="240" y="130"/>
                    <a:pt x="223" y="60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5" name="Google Shape;12155;p31"/>
            <p:cNvSpPr/>
            <p:nvPr/>
          </p:nvSpPr>
          <p:spPr>
            <a:xfrm>
              <a:off x="4055725" y="29720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17" y="158"/>
                    <a:pt x="17" y="158"/>
                    <a:pt x="34" y="174"/>
                  </a:cubicBezTo>
                  <a:cubicBezTo>
                    <a:pt x="50" y="191"/>
                    <a:pt x="71" y="207"/>
                    <a:pt x="104" y="207"/>
                  </a:cubicBezTo>
                  <a:cubicBezTo>
                    <a:pt x="111" y="209"/>
                    <a:pt x="117" y="210"/>
                    <a:pt x="124" y="210"/>
                  </a:cubicBezTo>
                  <a:cubicBezTo>
                    <a:pt x="167" y="210"/>
                    <a:pt x="209" y="167"/>
                    <a:pt x="223" y="120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6" name="Google Shape;12156;p31"/>
            <p:cNvSpPr/>
            <p:nvPr/>
          </p:nvSpPr>
          <p:spPr>
            <a:xfrm>
              <a:off x="4043675" y="2965075"/>
              <a:ext cx="5600" cy="5425"/>
            </a:xfrm>
            <a:custGeom>
              <a:avLst/>
              <a:gdLst/>
              <a:ahLst/>
              <a:cxnLst/>
              <a:rect l="l" t="t" r="r" b="b"/>
              <a:pathLst>
                <a:path w="224" h="217" extrusionOk="0">
                  <a:moveTo>
                    <a:pt x="96" y="1"/>
                  </a:moveTo>
                  <a:cubicBezTo>
                    <a:pt x="87" y="1"/>
                    <a:pt x="79" y="2"/>
                    <a:pt x="71" y="5"/>
                  </a:cubicBezTo>
                  <a:cubicBezTo>
                    <a:pt x="17" y="42"/>
                    <a:pt x="0" y="91"/>
                    <a:pt x="17" y="145"/>
                  </a:cubicBezTo>
                  <a:cubicBezTo>
                    <a:pt x="34" y="185"/>
                    <a:pt x="80" y="217"/>
                    <a:pt x="125" y="217"/>
                  </a:cubicBezTo>
                  <a:cubicBezTo>
                    <a:pt x="136" y="217"/>
                    <a:pt x="147" y="215"/>
                    <a:pt x="157" y="211"/>
                  </a:cubicBezTo>
                  <a:cubicBezTo>
                    <a:pt x="207" y="178"/>
                    <a:pt x="223" y="128"/>
                    <a:pt x="207" y="75"/>
                  </a:cubicBezTo>
                  <a:cubicBezTo>
                    <a:pt x="193" y="33"/>
                    <a:pt x="14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7" name="Google Shape;12157;p31"/>
            <p:cNvSpPr/>
            <p:nvPr/>
          </p:nvSpPr>
          <p:spPr>
            <a:xfrm>
              <a:off x="4029150" y="3080725"/>
              <a:ext cx="6000" cy="4925"/>
            </a:xfrm>
            <a:custGeom>
              <a:avLst/>
              <a:gdLst/>
              <a:ahLst/>
              <a:cxnLst/>
              <a:rect l="l" t="t" r="r" b="b"/>
              <a:pathLst>
                <a:path w="240" h="197" extrusionOk="0">
                  <a:moveTo>
                    <a:pt x="103" y="0"/>
                  </a:moveTo>
                  <a:cubicBezTo>
                    <a:pt x="66" y="0"/>
                    <a:pt x="50" y="17"/>
                    <a:pt x="33" y="37"/>
                  </a:cubicBezTo>
                  <a:cubicBezTo>
                    <a:pt x="17" y="54"/>
                    <a:pt x="0" y="87"/>
                    <a:pt x="17" y="103"/>
                  </a:cubicBezTo>
                  <a:lnTo>
                    <a:pt x="17" y="141"/>
                  </a:lnTo>
                  <a:cubicBezTo>
                    <a:pt x="17" y="157"/>
                    <a:pt x="33" y="174"/>
                    <a:pt x="50" y="174"/>
                  </a:cubicBezTo>
                  <a:cubicBezTo>
                    <a:pt x="74" y="188"/>
                    <a:pt x="97" y="197"/>
                    <a:pt x="118" y="197"/>
                  </a:cubicBezTo>
                  <a:cubicBezTo>
                    <a:pt x="144" y="197"/>
                    <a:pt x="167" y="184"/>
                    <a:pt x="186" y="157"/>
                  </a:cubicBezTo>
                  <a:cubicBezTo>
                    <a:pt x="239" y="120"/>
                    <a:pt x="223" y="54"/>
                    <a:pt x="186" y="17"/>
                  </a:cubicBezTo>
                  <a:cubicBezTo>
                    <a:pt x="153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8" name="Google Shape;12158;p31"/>
            <p:cNvSpPr/>
            <p:nvPr/>
          </p:nvSpPr>
          <p:spPr>
            <a:xfrm>
              <a:off x="4031200" y="3050500"/>
              <a:ext cx="5700" cy="5400"/>
            </a:xfrm>
            <a:custGeom>
              <a:avLst/>
              <a:gdLst/>
              <a:ahLst/>
              <a:cxnLst/>
              <a:rect l="l" t="t" r="r" b="b"/>
              <a:pathLst>
                <a:path w="228" h="216" extrusionOk="0">
                  <a:moveTo>
                    <a:pt x="113" y="0"/>
                  </a:moveTo>
                  <a:cubicBezTo>
                    <a:pt x="85" y="0"/>
                    <a:pt x="56" y="13"/>
                    <a:pt x="38" y="43"/>
                  </a:cubicBezTo>
                  <a:cubicBezTo>
                    <a:pt x="21" y="59"/>
                    <a:pt x="1" y="92"/>
                    <a:pt x="1" y="113"/>
                  </a:cubicBezTo>
                  <a:cubicBezTo>
                    <a:pt x="21" y="129"/>
                    <a:pt x="21" y="129"/>
                    <a:pt x="21" y="146"/>
                  </a:cubicBezTo>
                  <a:cubicBezTo>
                    <a:pt x="21" y="162"/>
                    <a:pt x="38" y="179"/>
                    <a:pt x="54" y="179"/>
                  </a:cubicBezTo>
                  <a:cubicBezTo>
                    <a:pt x="71" y="195"/>
                    <a:pt x="104" y="216"/>
                    <a:pt x="124" y="216"/>
                  </a:cubicBezTo>
                  <a:cubicBezTo>
                    <a:pt x="157" y="195"/>
                    <a:pt x="174" y="195"/>
                    <a:pt x="190" y="162"/>
                  </a:cubicBezTo>
                  <a:cubicBezTo>
                    <a:pt x="207" y="146"/>
                    <a:pt x="227" y="129"/>
                    <a:pt x="227" y="92"/>
                  </a:cubicBezTo>
                  <a:cubicBezTo>
                    <a:pt x="207" y="59"/>
                    <a:pt x="207" y="43"/>
                    <a:pt x="174" y="26"/>
                  </a:cubicBezTo>
                  <a:cubicBezTo>
                    <a:pt x="159" y="9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9" name="Google Shape;12159;p31"/>
            <p:cNvSpPr/>
            <p:nvPr/>
          </p:nvSpPr>
          <p:spPr>
            <a:xfrm>
              <a:off x="4035950" y="311297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87" y="1"/>
                  </a:moveTo>
                  <a:cubicBezTo>
                    <a:pt x="70" y="1"/>
                    <a:pt x="37" y="17"/>
                    <a:pt x="17" y="34"/>
                  </a:cubicBezTo>
                  <a:cubicBezTo>
                    <a:pt x="0" y="50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17" y="153"/>
                    <a:pt x="17" y="170"/>
                    <a:pt x="37" y="191"/>
                  </a:cubicBezTo>
                  <a:cubicBezTo>
                    <a:pt x="56" y="203"/>
                    <a:pt x="77" y="208"/>
                    <a:pt x="99" y="208"/>
                  </a:cubicBezTo>
                  <a:cubicBezTo>
                    <a:pt x="134" y="208"/>
                    <a:pt x="169" y="193"/>
                    <a:pt x="190" y="170"/>
                  </a:cubicBezTo>
                  <a:cubicBezTo>
                    <a:pt x="206" y="137"/>
                    <a:pt x="206" y="120"/>
                    <a:pt x="206" y="87"/>
                  </a:cubicBezTo>
                  <a:cubicBezTo>
                    <a:pt x="206" y="67"/>
                    <a:pt x="190" y="34"/>
                    <a:pt x="173" y="17"/>
                  </a:cubicBezTo>
                  <a:cubicBezTo>
                    <a:pt x="140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0" name="Google Shape;12160;p31"/>
            <p:cNvSpPr/>
            <p:nvPr/>
          </p:nvSpPr>
          <p:spPr>
            <a:xfrm>
              <a:off x="4029150" y="3064750"/>
              <a:ext cx="5575" cy="5025"/>
            </a:xfrm>
            <a:custGeom>
              <a:avLst/>
              <a:gdLst/>
              <a:ahLst/>
              <a:cxnLst/>
              <a:rect l="l" t="t" r="r" b="b"/>
              <a:pathLst>
                <a:path w="223" h="201" extrusionOk="0">
                  <a:moveTo>
                    <a:pt x="93" y="0"/>
                  </a:moveTo>
                  <a:cubicBezTo>
                    <a:pt x="50" y="0"/>
                    <a:pt x="14" y="33"/>
                    <a:pt x="0" y="91"/>
                  </a:cubicBezTo>
                  <a:cubicBezTo>
                    <a:pt x="0" y="108"/>
                    <a:pt x="0" y="124"/>
                    <a:pt x="17" y="141"/>
                  </a:cubicBezTo>
                  <a:lnTo>
                    <a:pt x="17" y="161"/>
                  </a:lnTo>
                  <a:cubicBezTo>
                    <a:pt x="33" y="178"/>
                    <a:pt x="66" y="194"/>
                    <a:pt x="83" y="194"/>
                  </a:cubicBezTo>
                  <a:cubicBezTo>
                    <a:pt x="93" y="199"/>
                    <a:pt x="104" y="201"/>
                    <a:pt x="114" y="201"/>
                  </a:cubicBezTo>
                  <a:cubicBezTo>
                    <a:pt x="138" y="201"/>
                    <a:pt x="158" y="189"/>
                    <a:pt x="169" y="178"/>
                  </a:cubicBezTo>
                  <a:cubicBezTo>
                    <a:pt x="186" y="161"/>
                    <a:pt x="206" y="141"/>
                    <a:pt x="206" y="108"/>
                  </a:cubicBezTo>
                  <a:cubicBezTo>
                    <a:pt x="223" y="91"/>
                    <a:pt x="206" y="58"/>
                    <a:pt x="186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2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1" name="Google Shape;12161;p31"/>
            <p:cNvSpPr/>
            <p:nvPr/>
          </p:nvSpPr>
          <p:spPr>
            <a:xfrm>
              <a:off x="4033375" y="30365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37" y="34"/>
                    <a:pt x="17" y="71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57"/>
                    <a:pt x="17" y="157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0" y="209"/>
                    <a:pt x="117" y="210"/>
                    <a:pt x="124" y="210"/>
                  </a:cubicBezTo>
                  <a:cubicBezTo>
                    <a:pt x="169" y="210"/>
                    <a:pt x="209" y="167"/>
                    <a:pt x="223" y="120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17"/>
                    <a:pt x="157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2" name="Google Shape;12162;p31"/>
            <p:cNvSpPr/>
            <p:nvPr/>
          </p:nvSpPr>
          <p:spPr>
            <a:xfrm>
              <a:off x="4043250" y="305795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1" y="0"/>
                  </a:moveTo>
                  <a:cubicBezTo>
                    <a:pt x="55" y="0"/>
                    <a:pt x="1" y="37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4" y="190"/>
                    <a:pt x="55" y="206"/>
                    <a:pt x="88" y="206"/>
                  </a:cubicBezTo>
                  <a:cubicBezTo>
                    <a:pt x="137" y="206"/>
                    <a:pt x="191" y="173"/>
                    <a:pt x="207" y="124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4" y="21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3" name="Google Shape;12163;p31"/>
            <p:cNvSpPr/>
            <p:nvPr/>
          </p:nvSpPr>
          <p:spPr>
            <a:xfrm>
              <a:off x="4041500" y="3072000"/>
              <a:ext cx="5700" cy="5350"/>
            </a:xfrm>
            <a:custGeom>
              <a:avLst/>
              <a:gdLst/>
              <a:ahLst/>
              <a:cxnLst/>
              <a:rect l="l" t="t" r="r" b="b"/>
              <a:pathLst>
                <a:path w="228" h="214" extrusionOk="0">
                  <a:moveTo>
                    <a:pt x="104" y="0"/>
                  </a:moveTo>
                  <a:cubicBezTo>
                    <a:pt x="86" y="0"/>
                    <a:pt x="66" y="12"/>
                    <a:pt x="54" y="24"/>
                  </a:cubicBezTo>
                  <a:cubicBezTo>
                    <a:pt x="21" y="40"/>
                    <a:pt x="1" y="57"/>
                    <a:pt x="1" y="94"/>
                  </a:cubicBezTo>
                  <a:cubicBezTo>
                    <a:pt x="1" y="110"/>
                    <a:pt x="1" y="127"/>
                    <a:pt x="21" y="143"/>
                  </a:cubicBezTo>
                  <a:lnTo>
                    <a:pt x="21" y="160"/>
                  </a:lnTo>
                  <a:cubicBezTo>
                    <a:pt x="38" y="180"/>
                    <a:pt x="71" y="197"/>
                    <a:pt x="87" y="213"/>
                  </a:cubicBezTo>
                  <a:cubicBezTo>
                    <a:pt x="158" y="213"/>
                    <a:pt x="207" y="180"/>
                    <a:pt x="207" y="127"/>
                  </a:cubicBezTo>
                  <a:cubicBezTo>
                    <a:pt x="228" y="94"/>
                    <a:pt x="207" y="57"/>
                    <a:pt x="191" y="40"/>
                  </a:cubicBezTo>
                  <a:cubicBezTo>
                    <a:pt x="174" y="24"/>
                    <a:pt x="158" y="7"/>
                    <a:pt x="125" y="7"/>
                  </a:cubicBezTo>
                  <a:cubicBezTo>
                    <a:pt x="119" y="2"/>
                    <a:pt x="11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4" name="Google Shape;12164;p31"/>
            <p:cNvSpPr/>
            <p:nvPr/>
          </p:nvSpPr>
          <p:spPr>
            <a:xfrm>
              <a:off x="4039450" y="30883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0" y="1"/>
                  </a:moveTo>
                  <a:cubicBezTo>
                    <a:pt x="54" y="1"/>
                    <a:pt x="15" y="47"/>
                    <a:pt x="0" y="90"/>
                  </a:cubicBezTo>
                  <a:lnTo>
                    <a:pt x="0" y="144"/>
                  </a:lnTo>
                  <a:lnTo>
                    <a:pt x="17" y="160"/>
                  </a:lnTo>
                  <a:cubicBezTo>
                    <a:pt x="33" y="193"/>
                    <a:pt x="66" y="210"/>
                    <a:pt x="83" y="210"/>
                  </a:cubicBezTo>
                  <a:cubicBezTo>
                    <a:pt x="120" y="210"/>
                    <a:pt x="136" y="210"/>
                    <a:pt x="169" y="193"/>
                  </a:cubicBezTo>
                  <a:cubicBezTo>
                    <a:pt x="186" y="177"/>
                    <a:pt x="207" y="144"/>
                    <a:pt x="207" y="123"/>
                  </a:cubicBezTo>
                  <a:cubicBezTo>
                    <a:pt x="207" y="90"/>
                    <a:pt x="207" y="74"/>
                    <a:pt x="186" y="41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5" name="Google Shape;12165;p31"/>
            <p:cNvSpPr/>
            <p:nvPr/>
          </p:nvSpPr>
          <p:spPr>
            <a:xfrm>
              <a:off x="4035950" y="30997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31" y="0"/>
                  </a:moveTo>
                  <a:cubicBezTo>
                    <a:pt x="117" y="0"/>
                    <a:pt x="102" y="5"/>
                    <a:pt x="87" y="15"/>
                  </a:cubicBezTo>
                  <a:cubicBezTo>
                    <a:pt x="37" y="32"/>
                    <a:pt x="0" y="81"/>
                    <a:pt x="17" y="135"/>
                  </a:cubicBezTo>
                  <a:cubicBezTo>
                    <a:pt x="37" y="152"/>
                    <a:pt x="37" y="168"/>
                    <a:pt x="54" y="185"/>
                  </a:cubicBezTo>
                  <a:cubicBezTo>
                    <a:pt x="77" y="199"/>
                    <a:pt x="101" y="212"/>
                    <a:pt x="126" y="212"/>
                  </a:cubicBezTo>
                  <a:cubicBezTo>
                    <a:pt x="136" y="212"/>
                    <a:pt x="146" y="210"/>
                    <a:pt x="157" y="205"/>
                  </a:cubicBezTo>
                  <a:cubicBezTo>
                    <a:pt x="190" y="185"/>
                    <a:pt x="223" y="152"/>
                    <a:pt x="223" y="119"/>
                  </a:cubicBezTo>
                  <a:lnTo>
                    <a:pt x="223" y="65"/>
                  </a:lnTo>
                  <a:cubicBezTo>
                    <a:pt x="199" y="30"/>
                    <a:pt x="16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6" name="Google Shape;12166;p31"/>
            <p:cNvSpPr/>
            <p:nvPr/>
          </p:nvSpPr>
          <p:spPr>
            <a:xfrm>
              <a:off x="4089225" y="30009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9" y="0"/>
                  </a:moveTo>
                  <a:cubicBezTo>
                    <a:pt x="115" y="0"/>
                    <a:pt x="101" y="5"/>
                    <a:pt x="87" y="14"/>
                  </a:cubicBezTo>
                  <a:cubicBezTo>
                    <a:pt x="17" y="34"/>
                    <a:pt x="1" y="84"/>
                    <a:pt x="17" y="137"/>
                  </a:cubicBezTo>
                  <a:cubicBezTo>
                    <a:pt x="17" y="154"/>
                    <a:pt x="34" y="170"/>
                    <a:pt x="50" y="187"/>
                  </a:cubicBezTo>
                  <a:cubicBezTo>
                    <a:pt x="65" y="198"/>
                    <a:pt x="94" y="210"/>
                    <a:pt x="121" y="210"/>
                  </a:cubicBezTo>
                  <a:cubicBezTo>
                    <a:pt x="133" y="210"/>
                    <a:pt x="144" y="208"/>
                    <a:pt x="153" y="203"/>
                  </a:cubicBezTo>
                  <a:cubicBezTo>
                    <a:pt x="190" y="187"/>
                    <a:pt x="223" y="154"/>
                    <a:pt x="223" y="117"/>
                  </a:cubicBezTo>
                  <a:lnTo>
                    <a:pt x="223" y="67"/>
                  </a:lnTo>
                  <a:cubicBezTo>
                    <a:pt x="200" y="28"/>
                    <a:pt x="165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7" name="Google Shape;12167;p31"/>
            <p:cNvSpPr/>
            <p:nvPr/>
          </p:nvSpPr>
          <p:spPr>
            <a:xfrm>
              <a:off x="4096150" y="29592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0"/>
                  </a:moveTo>
                  <a:cubicBezTo>
                    <a:pt x="66" y="0"/>
                    <a:pt x="17" y="33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57"/>
                    <a:pt x="17" y="157"/>
                    <a:pt x="33" y="174"/>
                  </a:cubicBezTo>
                  <a:cubicBezTo>
                    <a:pt x="49" y="190"/>
                    <a:pt x="66" y="207"/>
                    <a:pt x="103" y="207"/>
                  </a:cubicBezTo>
                  <a:cubicBezTo>
                    <a:pt x="153" y="207"/>
                    <a:pt x="206" y="174"/>
                    <a:pt x="223" y="120"/>
                  </a:cubicBezTo>
                  <a:cubicBezTo>
                    <a:pt x="223" y="87"/>
                    <a:pt x="223" y="71"/>
                    <a:pt x="206" y="33"/>
                  </a:cubicBezTo>
                  <a:cubicBezTo>
                    <a:pt x="186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8" name="Google Shape;12168;p31"/>
            <p:cNvSpPr/>
            <p:nvPr/>
          </p:nvSpPr>
          <p:spPr>
            <a:xfrm>
              <a:off x="4094800" y="2973200"/>
              <a:ext cx="5175" cy="5400"/>
            </a:xfrm>
            <a:custGeom>
              <a:avLst/>
              <a:gdLst/>
              <a:ahLst/>
              <a:cxnLst/>
              <a:rect l="l" t="t" r="r" b="b"/>
              <a:pathLst>
                <a:path w="207" h="216" extrusionOk="0">
                  <a:moveTo>
                    <a:pt x="94" y="1"/>
                  </a:moveTo>
                  <a:cubicBezTo>
                    <a:pt x="75" y="1"/>
                    <a:pt x="59" y="14"/>
                    <a:pt x="33" y="26"/>
                  </a:cubicBezTo>
                  <a:cubicBezTo>
                    <a:pt x="17" y="42"/>
                    <a:pt x="0" y="59"/>
                    <a:pt x="0" y="92"/>
                  </a:cubicBezTo>
                  <a:lnTo>
                    <a:pt x="0" y="146"/>
                  </a:lnTo>
                  <a:cubicBezTo>
                    <a:pt x="17" y="146"/>
                    <a:pt x="17" y="162"/>
                    <a:pt x="17" y="162"/>
                  </a:cubicBezTo>
                  <a:cubicBezTo>
                    <a:pt x="33" y="178"/>
                    <a:pt x="71" y="195"/>
                    <a:pt x="87" y="216"/>
                  </a:cubicBezTo>
                  <a:cubicBezTo>
                    <a:pt x="136" y="216"/>
                    <a:pt x="207" y="178"/>
                    <a:pt x="207" y="113"/>
                  </a:cubicBezTo>
                  <a:cubicBezTo>
                    <a:pt x="207" y="92"/>
                    <a:pt x="207" y="59"/>
                    <a:pt x="190" y="42"/>
                  </a:cubicBezTo>
                  <a:cubicBezTo>
                    <a:pt x="174" y="26"/>
                    <a:pt x="157" y="9"/>
                    <a:pt x="120" y="9"/>
                  </a:cubicBez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9" name="Google Shape;12169;p31"/>
            <p:cNvSpPr/>
            <p:nvPr/>
          </p:nvSpPr>
          <p:spPr>
            <a:xfrm>
              <a:off x="4097775" y="2943325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1" y="1"/>
                  </a:moveTo>
                  <a:cubicBezTo>
                    <a:pt x="88" y="1"/>
                    <a:pt x="55" y="1"/>
                    <a:pt x="38" y="34"/>
                  </a:cubicBezTo>
                  <a:cubicBezTo>
                    <a:pt x="17" y="34"/>
                    <a:pt x="1" y="71"/>
                    <a:pt x="1" y="87"/>
                  </a:cubicBezTo>
                  <a:lnTo>
                    <a:pt x="1" y="137"/>
                  </a:lnTo>
                  <a:cubicBezTo>
                    <a:pt x="17" y="174"/>
                    <a:pt x="55" y="190"/>
                    <a:pt x="88" y="207"/>
                  </a:cubicBezTo>
                  <a:lnTo>
                    <a:pt x="104" y="207"/>
                  </a:lnTo>
                  <a:cubicBezTo>
                    <a:pt x="158" y="207"/>
                    <a:pt x="207" y="174"/>
                    <a:pt x="207" y="120"/>
                  </a:cubicBezTo>
                  <a:cubicBezTo>
                    <a:pt x="207" y="87"/>
                    <a:pt x="207" y="71"/>
                    <a:pt x="191" y="34"/>
                  </a:cubicBezTo>
                  <a:cubicBezTo>
                    <a:pt x="174" y="17"/>
                    <a:pt x="15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0" name="Google Shape;12170;p31"/>
            <p:cNvSpPr/>
            <p:nvPr/>
          </p:nvSpPr>
          <p:spPr>
            <a:xfrm>
              <a:off x="4075000" y="302145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25" y="1"/>
                  </a:moveTo>
                  <a:cubicBezTo>
                    <a:pt x="71" y="1"/>
                    <a:pt x="21" y="38"/>
                    <a:pt x="1" y="87"/>
                  </a:cubicBezTo>
                  <a:cubicBezTo>
                    <a:pt x="1" y="104"/>
                    <a:pt x="1" y="120"/>
                    <a:pt x="21" y="141"/>
                  </a:cubicBezTo>
                  <a:lnTo>
                    <a:pt x="21" y="174"/>
                  </a:lnTo>
                  <a:cubicBezTo>
                    <a:pt x="38" y="190"/>
                    <a:pt x="71" y="207"/>
                    <a:pt x="87" y="207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7"/>
                    <a:pt x="207" y="120"/>
                  </a:cubicBezTo>
                  <a:cubicBezTo>
                    <a:pt x="228" y="87"/>
                    <a:pt x="207" y="71"/>
                    <a:pt x="190" y="54"/>
                  </a:cubicBezTo>
                  <a:cubicBezTo>
                    <a:pt x="174" y="17"/>
                    <a:pt x="157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1" name="Google Shape;12171;p31"/>
            <p:cNvSpPr/>
            <p:nvPr/>
          </p:nvSpPr>
          <p:spPr>
            <a:xfrm>
              <a:off x="4092625" y="29896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0" y="1"/>
                  </a:moveTo>
                  <a:cubicBezTo>
                    <a:pt x="57" y="1"/>
                    <a:pt x="15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8" y="194"/>
                    <a:pt x="54" y="210"/>
                    <a:pt x="87" y="210"/>
                  </a:cubicBezTo>
                  <a:cubicBezTo>
                    <a:pt x="120" y="210"/>
                    <a:pt x="141" y="210"/>
                    <a:pt x="174" y="194"/>
                  </a:cubicBezTo>
                  <a:cubicBezTo>
                    <a:pt x="190" y="177"/>
                    <a:pt x="207" y="140"/>
                    <a:pt x="207" y="123"/>
                  </a:cubicBezTo>
                  <a:cubicBezTo>
                    <a:pt x="207" y="90"/>
                    <a:pt x="207" y="74"/>
                    <a:pt x="190" y="37"/>
                  </a:cubicBezTo>
                  <a:cubicBezTo>
                    <a:pt x="174" y="20"/>
                    <a:pt x="158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2" name="Google Shape;12172;p31"/>
            <p:cNvSpPr/>
            <p:nvPr/>
          </p:nvSpPr>
          <p:spPr>
            <a:xfrm>
              <a:off x="4015750" y="3070700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9" y="0"/>
                  </a:moveTo>
                  <a:cubicBezTo>
                    <a:pt x="68" y="0"/>
                    <a:pt x="39" y="13"/>
                    <a:pt x="21" y="43"/>
                  </a:cubicBezTo>
                  <a:cubicBezTo>
                    <a:pt x="0" y="59"/>
                    <a:pt x="0" y="92"/>
                    <a:pt x="0" y="109"/>
                  </a:cubicBezTo>
                  <a:lnTo>
                    <a:pt x="0" y="146"/>
                  </a:lnTo>
                  <a:cubicBezTo>
                    <a:pt x="21" y="162"/>
                    <a:pt x="21" y="179"/>
                    <a:pt x="37" y="179"/>
                  </a:cubicBezTo>
                  <a:cubicBezTo>
                    <a:pt x="59" y="194"/>
                    <a:pt x="86" y="202"/>
                    <a:pt x="111" y="202"/>
                  </a:cubicBezTo>
                  <a:cubicBezTo>
                    <a:pt x="142" y="202"/>
                    <a:pt x="172" y="190"/>
                    <a:pt x="190" y="162"/>
                  </a:cubicBezTo>
                  <a:cubicBezTo>
                    <a:pt x="206" y="146"/>
                    <a:pt x="206" y="129"/>
                    <a:pt x="206" y="92"/>
                  </a:cubicBezTo>
                  <a:cubicBezTo>
                    <a:pt x="206" y="59"/>
                    <a:pt x="190" y="43"/>
                    <a:pt x="173" y="26"/>
                  </a:cubicBezTo>
                  <a:cubicBezTo>
                    <a:pt x="151" y="9"/>
                    <a:pt x="124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3" name="Google Shape;12173;p31"/>
            <p:cNvSpPr/>
            <p:nvPr/>
          </p:nvSpPr>
          <p:spPr>
            <a:xfrm>
              <a:off x="4019250" y="30567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66" y="207"/>
                    <a:pt x="87" y="207"/>
                  </a:cubicBezTo>
                  <a:cubicBezTo>
                    <a:pt x="120" y="207"/>
                    <a:pt x="136" y="207"/>
                    <a:pt x="169" y="190"/>
                  </a:cubicBezTo>
                  <a:cubicBezTo>
                    <a:pt x="190" y="174"/>
                    <a:pt x="206" y="153"/>
                    <a:pt x="206" y="120"/>
                  </a:cubicBezTo>
                  <a:cubicBezTo>
                    <a:pt x="206" y="87"/>
                    <a:pt x="206" y="71"/>
                    <a:pt x="190" y="34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4" name="Google Shape;12174;p31"/>
            <p:cNvSpPr/>
            <p:nvPr/>
          </p:nvSpPr>
          <p:spPr>
            <a:xfrm>
              <a:off x="4046675" y="3030375"/>
              <a:ext cx="5675" cy="5075"/>
            </a:xfrm>
            <a:custGeom>
              <a:avLst/>
              <a:gdLst/>
              <a:ahLst/>
              <a:cxnLst/>
              <a:rect l="l" t="t" r="r" b="b"/>
              <a:pathLst>
                <a:path w="227" h="203" extrusionOk="0">
                  <a:moveTo>
                    <a:pt x="113" y="0"/>
                  </a:moveTo>
                  <a:cubicBezTo>
                    <a:pt x="85" y="0"/>
                    <a:pt x="55" y="12"/>
                    <a:pt x="37" y="40"/>
                  </a:cubicBezTo>
                  <a:cubicBezTo>
                    <a:pt x="21" y="56"/>
                    <a:pt x="0" y="93"/>
                    <a:pt x="21" y="110"/>
                  </a:cubicBezTo>
                  <a:lnTo>
                    <a:pt x="21" y="143"/>
                  </a:lnTo>
                  <a:cubicBezTo>
                    <a:pt x="21" y="159"/>
                    <a:pt x="37" y="176"/>
                    <a:pt x="54" y="176"/>
                  </a:cubicBezTo>
                  <a:cubicBezTo>
                    <a:pt x="65" y="190"/>
                    <a:pt x="86" y="203"/>
                    <a:pt x="104" y="203"/>
                  </a:cubicBezTo>
                  <a:cubicBezTo>
                    <a:pt x="111" y="203"/>
                    <a:pt x="118" y="201"/>
                    <a:pt x="124" y="196"/>
                  </a:cubicBezTo>
                  <a:cubicBezTo>
                    <a:pt x="157" y="196"/>
                    <a:pt x="173" y="196"/>
                    <a:pt x="190" y="159"/>
                  </a:cubicBezTo>
                  <a:cubicBezTo>
                    <a:pt x="206" y="143"/>
                    <a:pt x="227" y="110"/>
                    <a:pt x="227" y="93"/>
                  </a:cubicBezTo>
                  <a:cubicBezTo>
                    <a:pt x="227" y="56"/>
                    <a:pt x="206" y="40"/>
                    <a:pt x="173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5" name="Google Shape;12175;p31"/>
            <p:cNvSpPr/>
            <p:nvPr/>
          </p:nvSpPr>
          <p:spPr>
            <a:xfrm>
              <a:off x="4024400" y="30923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7" y="0"/>
                    <a:pt x="50" y="17"/>
                    <a:pt x="33" y="17"/>
                  </a:cubicBezTo>
                  <a:cubicBezTo>
                    <a:pt x="17" y="33"/>
                    <a:pt x="0" y="66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0" y="153"/>
                    <a:pt x="17" y="169"/>
                  </a:cubicBezTo>
                  <a:cubicBezTo>
                    <a:pt x="33" y="190"/>
                    <a:pt x="50" y="206"/>
                    <a:pt x="87" y="206"/>
                  </a:cubicBezTo>
                  <a:cubicBezTo>
                    <a:pt x="95" y="209"/>
                    <a:pt x="104" y="211"/>
                    <a:pt x="112" y="211"/>
                  </a:cubicBezTo>
                  <a:cubicBezTo>
                    <a:pt x="154" y="211"/>
                    <a:pt x="193" y="178"/>
                    <a:pt x="207" y="120"/>
                  </a:cubicBezTo>
                  <a:cubicBezTo>
                    <a:pt x="207" y="103"/>
                    <a:pt x="207" y="66"/>
                    <a:pt x="190" y="50"/>
                  </a:cubicBezTo>
                  <a:cubicBezTo>
                    <a:pt x="170" y="17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6" name="Google Shape;12176;p31"/>
            <p:cNvSpPr/>
            <p:nvPr/>
          </p:nvSpPr>
          <p:spPr>
            <a:xfrm>
              <a:off x="4055325" y="306742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87" y="1"/>
                    <a:pt x="33" y="34"/>
                    <a:pt x="17" y="71"/>
                  </a:cubicBezTo>
                  <a:lnTo>
                    <a:pt x="17" y="104"/>
                  </a:lnTo>
                  <a:cubicBezTo>
                    <a:pt x="0" y="120"/>
                    <a:pt x="17" y="137"/>
                    <a:pt x="17" y="157"/>
                  </a:cubicBezTo>
                  <a:cubicBezTo>
                    <a:pt x="33" y="174"/>
                    <a:pt x="50" y="190"/>
                    <a:pt x="66" y="207"/>
                  </a:cubicBezTo>
                  <a:lnTo>
                    <a:pt x="103" y="207"/>
                  </a:lnTo>
                  <a:cubicBezTo>
                    <a:pt x="112" y="209"/>
                    <a:pt x="120" y="211"/>
                    <a:pt x="129" y="211"/>
                  </a:cubicBezTo>
                  <a:cubicBezTo>
                    <a:pt x="170" y="211"/>
                    <a:pt x="209" y="178"/>
                    <a:pt x="223" y="120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34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7" name="Google Shape;12177;p31"/>
            <p:cNvSpPr/>
            <p:nvPr/>
          </p:nvSpPr>
          <p:spPr>
            <a:xfrm>
              <a:off x="4056150" y="3132675"/>
              <a:ext cx="5175" cy="5400"/>
            </a:xfrm>
            <a:custGeom>
              <a:avLst/>
              <a:gdLst/>
              <a:ahLst/>
              <a:cxnLst/>
              <a:rect l="l" t="t" r="r" b="b"/>
              <a:pathLst>
                <a:path w="207" h="216" extrusionOk="0">
                  <a:moveTo>
                    <a:pt x="120" y="0"/>
                  </a:moveTo>
                  <a:cubicBezTo>
                    <a:pt x="70" y="0"/>
                    <a:pt x="0" y="37"/>
                    <a:pt x="0" y="87"/>
                  </a:cubicBezTo>
                  <a:lnTo>
                    <a:pt x="0" y="157"/>
                  </a:lnTo>
                  <a:lnTo>
                    <a:pt x="17" y="173"/>
                  </a:lnTo>
                  <a:cubicBezTo>
                    <a:pt x="33" y="190"/>
                    <a:pt x="54" y="206"/>
                    <a:pt x="87" y="206"/>
                  </a:cubicBezTo>
                  <a:cubicBezTo>
                    <a:pt x="97" y="213"/>
                    <a:pt x="105" y="215"/>
                    <a:pt x="113" y="215"/>
                  </a:cubicBezTo>
                  <a:cubicBezTo>
                    <a:pt x="132" y="215"/>
                    <a:pt x="147" y="202"/>
                    <a:pt x="173" y="190"/>
                  </a:cubicBezTo>
                  <a:cubicBezTo>
                    <a:pt x="190" y="173"/>
                    <a:pt x="206" y="157"/>
                    <a:pt x="206" y="124"/>
                  </a:cubicBezTo>
                  <a:cubicBezTo>
                    <a:pt x="206" y="103"/>
                    <a:pt x="206" y="70"/>
                    <a:pt x="190" y="54"/>
                  </a:cubicBezTo>
                  <a:cubicBezTo>
                    <a:pt x="173" y="37"/>
                    <a:pt x="157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8" name="Google Shape;12178;p31"/>
            <p:cNvSpPr/>
            <p:nvPr/>
          </p:nvSpPr>
          <p:spPr>
            <a:xfrm>
              <a:off x="4055725" y="30532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3" y="0"/>
                  </a:moveTo>
                  <a:cubicBezTo>
                    <a:pt x="91" y="0"/>
                    <a:pt x="57" y="16"/>
                    <a:pt x="34" y="37"/>
                  </a:cubicBezTo>
                  <a:cubicBezTo>
                    <a:pt x="17" y="53"/>
                    <a:pt x="1" y="86"/>
                    <a:pt x="1" y="123"/>
                  </a:cubicBezTo>
                  <a:cubicBezTo>
                    <a:pt x="1" y="123"/>
                    <a:pt x="1" y="140"/>
                    <a:pt x="17" y="140"/>
                  </a:cubicBezTo>
                  <a:cubicBezTo>
                    <a:pt x="17" y="156"/>
                    <a:pt x="34" y="173"/>
                    <a:pt x="50" y="189"/>
                  </a:cubicBezTo>
                  <a:cubicBezTo>
                    <a:pt x="65" y="204"/>
                    <a:pt x="84" y="210"/>
                    <a:pt x="104" y="210"/>
                  </a:cubicBezTo>
                  <a:cubicBezTo>
                    <a:pt x="135" y="210"/>
                    <a:pt x="168" y="195"/>
                    <a:pt x="190" y="173"/>
                  </a:cubicBezTo>
                  <a:cubicBezTo>
                    <a:pt x="207" y="140"/>
                    <a:pt x="223" y="123"/>
                    <a:pt x="207" y="86"/>
                  </a:cubicBezTo>
                  <a:cubicBezTo>
                    <a:pt x="207" y="70"/>
                    <a:pt x="190" y="37"/>
                    <a:pt x="174" y="20"/>
                  </a:cubicBezTo>
                  <a:cubicBezTo>
                    <a:pt x="160" y="6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9" name="Google Shape;12179;p31"/>
            <p:cNvSpPr/>
            <p:nvPr/>
          </p:nvSpPr>
          <p:spPr>
            <a:xfrm>
              <a:off x="4057900" y="304027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6" y="1"/>
                  </a:moveTo>
                  <a:cubicBezTo>
                    <a:pt x="106" y="1"/>
                    <a:pt x="97" y="2"/>
                    <a:pt x="87" y="6"/>
                  </a:cubicBezTo>
                  <a:cubicBezTo>
                    <a:pt x="17" y="39"/>
                    <a:pt x="0" y="89"/>
                    <a:pt x="17" y="142"/>
                  </a:cubicBezTo>
                  <a:cubicBezTo>
                    <a:pt x="31" y="184"/>
                    <a:pt x="82" y="216"/>
                    <a:pt x="127" y="216"/>
                  </a:cubicBezTo>
                  <a:cubicBezTo>
                    <a:pt x="136" y="216"/>
                    <a:pt x="145" y="215"/>
                    <a:pt x="153" y="212"/>
                  </a:cubicBezTo>
                  <a:cubicBezTo>
                    <a:pt x="207" y="175"/>
                    <a:pt x="240" y="126"/>
                    <a:pt x="207" y="72"/>
                  </a:cubicBezTo>
                  <a:cubicBezTo>
                    <a:pt x="193" y="32"/>
                    <a:pt x="156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0" name="Google Shape;12180;p31"/>
            <p:cNvSpPr/>
            <p:nvPr/>
          </p:nvSpPr>
          <p:spPr>
            <a:xfrm>
              <a:off x="4058300" y="311880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104" y="0"/>
                  </a:moveTo>
                  <a:cubicBezTo>
                    <a:pt x="75" y="0"/>
                    <a:pt x="47" y="13"/>
                    <a:pt x="17" y="40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27"/>
                    <a:pt x="1" y="127"/>
                    <a:pt x="17" y="143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60" y="192"/>
                    <a:pt x="76" y="203"/>
                    <a:pt x="95" y="203"/>
                  </a:cubicBezTo>
                  <a:cubicBezTo>
                    <a:pt x="103" y="203"/>
                    <a:pt x="111" y="201"/>
                    <a:pt x="120" y="197"/>
                  </a:cubicBezTo>
                  <a:cubicBezTo>
                    <a:pt x="137" y="197"/>
                    <a:pt x="174" y="197"/>
                    <a:pt x="191" y="164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61"/>
                    <a:pt x="191" y="40"/>
                    <a:pt x="174" y="23"/>
                  </a:cubicBezTo>
                  <a:cubicBezTo>
                    <a:pt x="150" y="9"/>
                    <a:pt x="12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1" name="Google Shape;12181;p31"/>
            <p:cNvSpPr/>
            <p:nvPr/>
          </p:nvSpPr>
          <p:spPr>
            <a:xfrm>
              <a:off x="4065225" y="30781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66" y="0"/>
                    <a:pt x="33" y="17"/>
                  </a:cubicBezTo>
                  <a:cubicBezTo>
                    <a:pt x="17" y="37"/>
                    <a:pt x="0" y="54"/>
                    <a:pt x="0" y="87"/>
                  </a:cubicBezTo>
                  <a:lnTo>
                    <a:pt x="0" y="140"/>
                  </a:lnTo>
                  <a:lnTo>
                    <a:pt x="17" y="157"/>
                  </a:lnTo>
                  <a:cubicBezTo>
                    <a:pt x="33" y="190"/>
                    <a:pt x="66" y="206"/>
                    <a:pt x="83" y="206"/>
                  </a:cubicBezTo>
                  <a:cubicBezTo>
                    <a:pt x="136" y="206"/>
                    <a:pt x="206" y="173"/>
                    <a:pt x="206" y="120"/>
                  </a:cubicBezTo>
                  <a:cubicBezTo>
                    <a:pt x="206" y="87"/>
                    <a:pt x="206" y="70"/>
                    <a:pt x="186" y="37"/>
                  </a:cubicBezTo>
                  <a:cubicBezTo>
                    <a:pt x="169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2" name="Google Shape;12182;p31"/>
            <p:cNvSpPr/>
            <p:nvPr/>
          </p:nvSpPr>
          <p:spPr>
            <a:xfrm>
              <a:off x="4048425" y="301655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4" y="1"/>
                  </a:moveTo>
                  <a:cubicBezTo>
                    <a:pt x="111" y="1"/>
                    <a:pt x="99" y="3"/>
                    <a:pt x="87" y="7"/>
                  </a:cubicBezTo>
                  <a:cubicBezTo>
                    <a:pt x="33" y="28"/>
                    <a:pt x="0" y="94"/>
                    <a:pt x="17" y="147"/>
                  </a:cubicBezTo>
                  <a:cubicBezTo>
                    <a:pt x="33" y="164"/>
                    <a:pt x="33" y="164"/>
                    <a:pt x="54" y="180"/>
                  </a:cubicBezTo>
                  <a:cubicBezTo>
                    <a:pt x="65" y="192"/>
                    <a:pt x="94" y="204"/>
                    <a:pt x="122" y="204"/>
                  </a:cubicBezTo>
                  <a:cubicBezTo>
                    <a:pt x="134" y="204"/>
                    <a:pt x="146" y="202"/>
                    <a:pt x="157" y="197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1"/>
                  </a:lnTo>
                  <a:cubicBezTo>
                    <a:pt x="198" y="20"/>
                    <a:pt x="16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3" name="Google Shape;12183;p31"/>
            <p:cNvSpPr/>
            <p:nvPr/>
          </p:nvSpPr>
          <p:spPr>
            <a:xfrm>
              <a:off x="4061300" y="3091450"/>
              <a:ext cx="5600" cy="4900"/>
            </a:xfrm>
            <a:custGeom>
              <a:avLst/>
              <a:gdLst/>
              <a:ahLst/>
              <a:cxnLst/>
              <a:rect l="l" t="t" r="r" b="b"/>
              <a:pathLst>
                <a:path w="224" h="196" extrusionOk="0">
                  <a:moveTo>
                    <a:pt x="87" y="0"/>
                  </a:moveTo>
                  <a:cubicBezTo>
                    <a:pt x="17" y="21"/>
                    <a:pt x="0" y="87"/>
                    <a:pt x="17" y="140"/>
                  </a:cubicBezTo>
                  <a:cubicBezTo>
                    <a:pt x="29" y="177"/>
                    <a:pt x="72" y="196"/>
                    <a:pt x="115" y="196"/>
                  </a:cubicBezTo>
                  <a:cubicBezTo>
                    <a:pt x="129" y="196"/>
                    <a:pt x="144" y="194"/>
                    <a:pt x="157" y="190"/>
                  </a:cubicBezTo>
                  <a:cubicBezTo>
                    <a:pt x="174" y="190"/>
                    <a:pt x="190" y="173"/>
                    <a:pt x="190" y="173"/>
                  </a:cubicBezTo>
                  <a:cubicBezTo>
                    <a:pt x="223" y="140"/>
                    <a:pt x="223" y="103"/>
                    <a:pt x="223" y="70"/>
                  </a:cubicBezTo>
                  <a:cubicBezTo>
                    <a:pt x="207" y="21"/>
                    <a:pt x="174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4" name="Google Shape;12184;p31"/>
            <p:cNvSpPr/>
            <p:nvPr/>
          </p:nvSpPr>
          <p:spPr>
            <a:xfrm>
              <a:off x="4060475" y="31048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33"/>
                    <a:pt x="17" y="66"/>
                    <a:pt x="0" y="83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86"/>
                    <a:pt x="66" y="206"/>
                    <a:pt x="87" y="206"/>
                  </a:cubicBezTo>
                  <a:cubicBezTo>
                    <a:pt x="95" y="208"/>
                    <a:pt x="104" y="209"/>
                    <a:pt x="111" y="209"/>
                  </a:cubicBezTo>
                  <a:cubicBezTo>
                    <a:pt x="166" y="209"/>
                    <a:pt x="207" y="163"/>
                    <a:pt x="207" y="120"/>
                  </a:cubicBezTo>
                  <a:cubicBezTo>
                    <a:pt x="223" y="83"/>
                    <a:pt x="207" y="66"/>
                    <a:pt x="190" y="50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5" name="Google Shape;12185;p31"/>
            <p:cNvSpPr/>
            <p:nvPr/>
          </p:nvSpPr>
          <p:spPr>
            <a:xfrm>
              <a:off x="4048000" y="31098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8" y="1"/>
                  </a:moveTo>
                  <a:cubicBezTo>
                    <a:pt x="55" y="1"/>
                    <a:pt x="15" y="46"/>
                    <a:pt x="1" y="88"/>
                  </a:cubicBezTo>
                  <a:lnTo>
                    <a:pt x="1" y="141"/>
                  </a:lnTo>
                  <a:cubicBezTo>
                    <a:pt x="17" y="174"/>
                    <a:pt x="50" y="191"/>
                    <a:pt x="87" y="211"/>
                  </a:cubicBezTo>
                  <a:cubicBezTo>
                    <a:pt x="153" y="211"/>
                    <a:pt x="207" y="174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53" y="5"/>
                    <a:pt x="120" y="5"/>
                  </a:cubicBezTo>
                  <a:cubicBezTo>
                    <a:pt x="113" y="2"/>
                    <a:pt x="105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6" name="Google Shape;12186;p31"/>
            <p:cNvSpPr/>
            <p:nvPr/>
          </p:nvSpPr>
          <p:spPr>
            <a:xfrm>
              <a:off x="4042850" y="299337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0"/>
                  </a:moveTo>
                  <a:cubicBezTo>
                    <a:pt x="96" y="0"/>
                    <a:pt x="83" y="2"/>
                    <a:pt x="71" y="6"/>
                  </a:cubicBezTo>
                  <a:cubicBezTo>
                    <a:pt x="17" y="27"/>
                    <a:pt x="0" y="93"/>
                    <a:pt x="17" y="147"/>
                  </a:cubicBezTo>
                  <a:cubicBezTo>
                    <a:pt x="29" y="184"/>
                    <a:pt x="72" y="202"/>
                    <a:pt x="113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80"/>
                    <a:pt x="223" y="109"/>
                    <a:pt x="207" y="60"/>
                  </a:cubicBezTo>
                  <a:cubicBezTo>
                    <a:pt x="194" y="20"/>
                    <a:pt x="151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7" name="Google Shape;12187;p31"/>
            <p:cNvSpPr/>
            <p:nvPr/>
          </p:nvSpPr>
          <p:spPr>
            <a:xfrm>
              <a:off x="4044600" y="30420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50" y="0"/>
                    <a:pt x="34" y="37"/>
                  </a:cubicBezTo>
                  <a:cubicBezTo>
                    <a:pt x="17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17" y="173"/>
                    <a:pt x="50" y="190"/>
                    <a:pt x="83" y="206"/>
                  </a:cubicBezTo>
                  <a:lnTo>
                    <a:pt x="104" y="206"/>
                  </a:lnTo>
                  <a:cubicBezTo>
                    <a:pt x="153" y="206"/>
                    <a:pt x="207" y="173"/>
                    <a:pt x="207" y="120"/>
                  </a:cubicBezTo>
                  <a:cubicBezTo>
                    <a:pt x="207" y="87"/>
                    <a:pt x="207" y="70"/>
                    <a:pt x="186" y="37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8" name="Google Shape;12188;p31"/>
            <p:cNvSpPr/>
            <p:nvPr/>
          </p:nvSpPr>
          <p:spPr>
            <a:xfrm>
              <a:off x="4058725" y="30260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7" y="0"/>
                  </a:moveTo>
                  <a:cubicBezTo>
                    <a:pt x="95" y="0"/>
                    <a:pt x="82" y="3"/>
                    <a:pt x="70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29" y="181"/>
                    <a:pt x="69" y="209"/>
                    <a:pt x="110" y="209"/>
                  </a:cubicBezTo>
                  <a:cubicBezTo>
                    <a:pt x="126" y="209"/>
                    <a:pt x="142" y="205"/>
                    <a:pt x="157" y="196"/>
                  </a:cubicBezTo>
                  <a:cubicBezTo>
                    <a:pt x="207" y="180"/>
                    <a:pt x="223" y="126"/>
                    <a:pt x="207" y="76"/>
                  </a:cubicBezTo>
                  <a:cubicBezTo>
                    <a:pt x="194" y="23"/>
                    <a:pt x="150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9" name="Google Shape;12189;p31"/>
            <p:cNvSpPr/>
            <p:nvPr/>
          </p:nvSpPr>
          <p:spPr>
            <a:xfrm>
              <a:off x="4050175" y="3094400"/>
              <a:ext cx="5575" cy="5150"/>
            </a:xfrm>
            <a:custGeom>
              <a:avLst/>
              <a:gdLst/>
              <a:ahLst/>
              <a:cxnLst/>
              <a:rect l="l" t="t" r="r" b="b"/>
              <a:pathLst>
                <a:path w="223" h="206" extrusionOk="0">
                  <a:moveTo>
                    <a:pt x="116" y="0"/>
                  </a:moveTo>
                  <a:cubicBezTo>
                    <a:pt x="106" y="0"/>
                    <a:pt x="96" y="2"/>
                    <a:pt x="87" y="6"/>
                  </a:cubicBezTo>
                  <a:cubicBezTo>
                    <a:pt x="17" y="22"/>
                    <a:pt x="0" y="88"/>
                    <a:pt x="17" y="142"/>
                  </a:cubicBezTo>
                  <a:cubicBezTo>
                    <a:pt x="17" y="158"/>
                    <a:pt x="33" y="175"/>
                    <a:pt x="50" y="175"/>
                  </a:cubicBezTo>
                  <a:cubicBezTo>
                    <a:pt x="59" y="196"/>
                    <a:pt x="81" y="205"/>
                    <a:pt x="104" y="205"/>
                  </a:cubicBezTo>
                  <a:cubicBezTo>
                    <a:pt x="121" y="205"/>
                    <a:pt x="139" y="200"/>
                    <a:pt x="153" y="191"/>
                  </a:cubicBezTo>
                  <a:cubicBezTo>
                    <a:pt x="190" y="191"/>
                    <a:pt x="223" y="158"/>
                    <a:pt x="223" y="109"/>
                  </a:cubicBezTo>
                  <a:lnTo>
                    <a:pt x="223" y="72"/>
                  </a:lnTo>
                  <a:cubicBezTo>
                    <a:pt x="196" y="32"/>
                    <a:pt x="156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0" name="Google Shape;12190;p31"/>
            <p:cNvSpPr/>
            <p:nvPr/>
          </p:nvSpPr>
          <p:spPr>
            <a:xfrm>
              <a:off x="4063475" y="299782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1" y="0"/>
                  </a:moveTo>
                  <a:cubicBezTo>
                    <a:pt x="90" y="0"/>
                    <a:pt x="56" y="14"/>
                    <a:pt x="33" y="35"/>
                  </a:cubicBezTo>
                  <a:cubicBezTo>
                    <a:pt x="17" y="72"/>
                    <a:pt x="0" y="88"/>
                    <a:pt x="0" y="121"/>
                  </a:cubicBezTo>
                  <a:lnTo>
                    <a:pt x="17" y="138"/>
                  </a:lnTo>
                  <a:cubicBezTo>
                    <a:pt x="17" y="158"/>
                    <a:pt x="33" y="175"/>
                    <a:pt x="50" y="191"/>
                  </a:cubicBezTo>
                  <a:cubicBezTo>
                    <a:pt x="64" y="204"/>
                    <a:pt x="82" y="209"/>
                    <a:pt x="101" y="209"/>
                  </a:cubicBezTo>
                  <a:cubicBezTo>
                    <a:pt x="133" y="209"/>
                    <a:pt x="167" y="195"/>
                    <a:pt x="190" y="175"/>
                  </a:cubicBezTo>
                  <a:cubicBezTo>
                    <a:pt x="223" y="121"/>
                    <a:pt x="223" y="72"/>
                    <a:pt x="173" y="18"/>
                  </a:cubicBezTo>
                  <a:cubicBezTo>
                    <a:pt x="159" y="5"/>
                    <a:pt x="141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1" name="Google Shape;12191;p31"/>
            <p:cNvSpPr/>
            <p:nvPr/>
          </p:nvSpPr>
          <p:spPr>
            <a:xfrm>
              <a:off x="4051400" y="3082025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24" y="1"/>
                  </a:moveTo>
                  <a:cubicBezTo>
                    <a:pt x="93" y="1"/>
                    <a:pt x="58" y="15"/>
                    <a:pt x="38" y="35"/>
                  </a:cubicBezTo>
                  <a:cubicBezTo>
                    <a:pt x="17" y="68"/>
                    <a:pt x="1" y="89"/>
                    <a:pt x="1" y="122"/>
                  </a:cubicBezTo>
                  <a:lnTo>
                    <a:pt x="17" y="138"/>
                  </a:lnTo>
                  <a:cubicBezTo>
                    <a:pt x="17" y="155"/>
                    <a:pt x="38" y="171"/>
                    <a:pt x="54" y="192"/>
                  </a:cubicBezTo>
                  <a:cubicBezTo>
                    <a:pt x="71" y="208"/>
                    <a:pt x="87" y="208"/>
                    <a:pt x="120" y="208"/>
                  </a:cubicBezTo>
                  <a:cubicBezTo>
                    <a:pt x="157" y="208"/>
                    <a:pt x="174" y="192"/>
                    <a:pt x="190" y="171"/>
                  </a:cubicBezTo>
                  <a:cubicBezTo>
                    <a:pt x="207" y="155"/>
                    <a:pt x="223" y="122"/>
                    <a:pt x="207" y="89"/>
                  </a:cubicBezTo>
                  <a:cubicBezTo>
                    <a:pt x="207" y="68"/>
                    <a:pt x="207" y="35"/>
                    <a:pt x="174" y="18"/>
                  </a:cubicBezTo>
                  <a:cubicBezTo>
                    <a:pt x="161" y="6"/>
                    <a:pt x="143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2" name="Google Shape;12192;p31"/>
            <p:cNvSpPr/>
            <p:nvPr/>
          </p:nvSpPr>
          <p:spPr>
            <a:xfrm>
              <a:off x="4062650" y="30146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83" y="1"/>
                  </a:moveTo>
                  <a:cubicBezTo>
                    <a:pt x="50" y="17"/>
                    <a:pt x="33" y="34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28" y="172"/>
                    <a:pt x="68" y="201"/>
                    <a:pt x="107" y="201"/>
                  </a:cubicBezTo>
                  <a:cubicBezTo>
                    <a:pt x="123" y="201"/>
                    <a:pt x="139" y="197"/>
                    <a:pt x="153" y="186"/>
                  </a:cubicBezTo>
                  <a:cubicBezTo>
                    <a:pt x="206" y="170"/>
                    <a:pt x="239" y="120"/>
                    <a:pt x="206" y="67"/>
                  </a:cubicBezTo>
                  <a:cubicBezTo>
                    <a:pt x="206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3" name="Google Shape;12193;p31"/>
            <p:cNvSpPr/>
            <p:nvPr/>
          </p:nvSpPr>
          <p:spPr>
            <a:xfrm>
              <a:off x="4352075" y="30851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4" y="1"/>
                  </a:moveTo>
                  <a:cubicBezTo>
                    <a:pt x="99" y="1"/>
                    <a:pt x="84" y="5"/>
                    <a:pt x="70" y="14"/>
                  </a:cubicBezTo>
                  <a:cubicBezTo>
                    <a:pt x="17" y="31"/>
                    <a:pt x="0" y="84"/>
                    <a:pt x="17" y="134"/>
                  </a:cubicBezTo>
                  <a:cubicBezTo>
                    <a:pt x="30" y="178"/>
                    <a:pt x="80" y="208"/>
                    <a:pt x="125" y="208"/>
                  </a:cubicBezTo>
                  <a:cubicBezTo>
                    <a:pt x="135" y="208"/>
                    <a:pt x="144" y="207"/>
                    <a:pt x="153" y="204"/>
                  </a:cubicBezTo>
                  <a:cubicBezTo>
                    <a:pt x="206" y="187"/>
                    <a:pt x="223" y="117"/>
                    <a:pt x="206" y="68"/>
                  </a:cubicBezTo>
                  <a:cubicBezTo>
                    <a:pt x="194" y="29"/>
                    <a:pt x="154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4" name="Google Shape;12194;p31"/>
            <p:cNvSpPr/>
            <p:nvPr/>
          </p:nvSpPr>
          <p:spPr>
            <a:xfrm>
              <a:off x="4231775" y="3048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4" y="17"/>
                    <a:pt x="38" y="34"/>
                  </a:cubicBezTo>
                  <a:cubicBezTo>
                    <a:pt x="17" y="50"/>
                    <a:pt x="1" y="71"/>
                    <a:pt x="1" y="87"/>
                  </a:cubicBezTo>
                  <a:lnTo>
                    <a:pt x="1" y="153"/>
                  </a:lnTo>
                  <a:cubicBezTo>
                    <a:pt x="17" y="174"/>
                    <a:pt x="54" y="207"/>
                    <a:pt x="87" y="207"/>
                  </a:cubicBezTo>
                  <a:lnTo>
                    <a:pt x="104" y="207"/>
                  </a:lnTo>
                  <a:cubicBezTo>
                    <a:pt x="157" y="207"/>
                    <a:pt x="190" y="174"/>
                    <a:pt x="207" y="120"/>
                  </a:cubicBezTo>
                  <a:cubicBezTo>
                    <a:pt x="207" y="104"/>
                    <a:pt x="207" y="71"/>
                    <a:pt x="190" y="50"/>
                  </a:cubicBezTo>
                  <a:cubicBezTo>
                    <a:pt x="174" y="34"/>
                    <a:pt x="141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5" name="Google Shape;12195;p31"/>
            <p:cNvSpPr/>
            <p:nvPr/>
          </p:nvSpPr>
          <p:spPr>
            <a:xfrm>
              <a:off x="4243025" y="3060375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4" y="1"/>
                  </a:moveTo>
                  <a:cubicBezTo>
                    <a:pt x="64" y="1"/>
                    <a:pt x="35" y="14"/>
                    <a:pt x="17" y="43"/>
                  </a:cubicBezTo>
                  <a:cubicBezTo>
                    <a:pt x="0" y="60"/>
                    <a:pt x="0" y="93"/>
                    <a:pt x="0" y="109"/>
                  </a:cubicBezTo>
                  <a:lnTo>
                    <a:pt x="0" y="146"/>
                  </a:lnTo>
                  <a:cubicBezTo>
                    <a:pt x="17" y="163"/>
                    <a:pt x="17" y="179"/>
                    <a:pt x="33" y="179"/>
                  </a:cubicBezTo>
                  <a:cubicBezTo>
                    <a:pt x="55" y="194"/>
                    <a:pt x="82" y="202"/>
                    <a:pt x="107" y="202"/>
                  </a:cubicBezTo>
                  <a:cubicBezTo>
                    <a:pt x="138" y="202"/>
                    <a:pt x="168" y="190"/>
                    <a:pt x="186" y="163"/>
                  </a:cubicBezTo>
                  <a:cubicBezTo>
                    <a:pt x="206" y="146"/>
                    <a:pt x="206" y="109"/>
                    <a:pt x="206" y="93"/>
                  </a:cubicBezTo>
                  <a:cubicBezTo>
                    <a:pt x="206" y="60"/>
                    <a:pt x="186" y="43"/>
                    <a:pt x="169" y="27"/>
                  </a:cubicBezTo>
                  <a:cubicBezTo>
                    <a:pt x="147" y="10"/>
                    <a:pt x="120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6" name="Google Shape;12196;p31"/>
            <p:cNvSpPr/>
            <p:nvPr/>
          </p:nvSpPr>
          <p:spPr>
            <a:xfrm>
              <a:off x="4235700" y="30235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6" y="0"/>
                  </a:moveTo>
                  <a:cubicBezTo>
                    <a:pt x="86" y="0"/>
                    <a:pt x="76" y="1"/>
                    <a:pt x="66" y="4"/>
                  </a:cubicBezTo>
                  <a:cubicBezTo>
                    <a:pt x="17" y="37"/>
                    <a:pt x="0" y="91"/>
                    <a:pt x="17" y="140"/>
                  </a:cubicBezTo>
                  <a:cubicBezTo>
                    <a:pt x="17" y="161"/>
                    <a:pt x="33" y="177"/>
                    <a:pt x="33" y="177"/>
                  </a:cubicBezTo>
                  <a:cubicBezTo>
                    <a:pt x="66" y="210"/>
                    <a:pt x="120" y="210"/>
                    <a:pt x="153" y="210"/>
                  </a:cubicBezTo>
                  <a:cubicBezTo>
                    <a:pt x="190" y="194"/>
                    <a:pt x="207" y="161"/>
                    <a:pt x="223" y="124"/>
                  </a:cubicBezTo>
                  <a:cubicBezTo>
                    <a:pt x="223" y="107"/>
                    <a:pt x="223" y="91"/>
                    <a:pt x="207" y="74"/>
                  </a:cubicBezTo>
                  <a:cubicBezTo>
                    <a:pt x="193" y="30"/>
                    <a:pt x="143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7" name="Google Shape;12197;p31"/>
            <p:cNvSpPr/>
            <p:nvPr/>
          </p:nvSpPr>
          <p:spPr>
            <a:xfrm>
              <a:off x="4240450" y="299277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26" y="1"/>
                  </a:moveTo>
                  <a:cubicBezTo>
                    <a:pt x="112" y="1"/>
                    <a:pt x="97" y="5"/>
                    <a:pt x="83" y="14"/>
                  </a:cubicBezTo>
                  <a:cubicBezTo>
                    <a:pt x="33" y="30"/>
                    <a:pt x="0" y="84"/>
                    <a:pt x="17" y="133"/>
                  </a:cubicBezTo>
                  <a:cubicBezTo>
                    <a:pt x="30" y="178"/>
                    <a:pt x="80" y="208"/>
                    <a:pt x="125" y="208"/>
                  </a:cubicBezTo>
                  <a:cubicBezTo>
                    <a:pt x="135" y="208"/>
                    <a:pt x="144" y="206"/>
                    <a:pt x="153" y="204"/>
                  </a:cubicBezTo>
                  <a:cubicBezTo>
                    <a:pt x="206" y="187"/>
                    <a:pt x="239" y="117"/>
                    <a:pt x="223" y="68"/>
                  </a:cubicBezTo>
                  <a:cubicBezTo>
                    <a:pt x="196" y="29"/>
                    <a:pt x="16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8" name="Google Shape;12198;p31"/>
            <p:cNvSpPr/>
            <p:nvPr/>
          </p:nvSpPr>
          <p:spPr>
            <a:xfrm>
              <a:off x="4239500" y="3011550"/>
              <a:ext cx="5200" cy="5300"/>
            </a:xfrm>
            <a:custGeom>
              <a:avLst/>
              <a:gdLst/>
              <a:ahLst/>
              <a:cxnLst/>
              <a:rect l="l" t="t" r="r" b="b"/>
              <a:pathLst>
                <a:path w="208" h="212" extrusionOk="0">
                  <a:moveTo>
                    <a:pt x="121" y="1"/>
                  </a:moveTo>
                  <a:cubicBezTo>
                    <a:pt x="71" y="1"/>
                    <a:pt x="17" y="38"/>
                    <a:pt x="1" y="88"/>
                  </a:cubicBezTo>
                  <a:lnTo>
                    <a:pt x="1" y="141"/>
                  </a:lnTo>
                  <a:cubicBezTo>
                    <a:pt x="17" y="158"/>
                    <a:pt x="17" y="158"/>
                    <a:pt x="17" y="174"/>
                  </a:cubicBezTo>
                  <a:cubicBezTo>
                    <a:pt x="38" y="191"/>
                    <a:pt x="71" y="207"/>
                    <a:pt x="88" y="207"/>
                  </a:cubicBezTo>
                  <a:cubicBezTo>
                    <a:pt x="98" y="210"/>
                    <a:pt x="108" y="212"/>
                    <a:pt x="118" y="212"/>
                  </a:cubicBezTo>
                  <a:cubicBezTo>
                    <a:pt x="171" y="212"/>
                    <a:pt x="207" y="167"/>
                    <a:pt x="207" y="125"/>
                  </a:cubicBezTo>
                  <a:cubicBezTo>
                    <a:pt x="207" y="104"/>
                    <a:pt x="207" y="71"/>
                    <a:pt x="191" y="55"/>
                  </a:cubicBezTo>
                  <a:cubicBezTo>
                    <a:pt x="174" y="22"/>
                    <a:pt x="158" y="22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9" name="Google Shape;12199;p31"/>
            <p:cNvSpPr/>
            <p:nvPr/>
          </p:nvSpPr>
          <p:spPr>
            <a:xfrm>
              <a:off x="4229200" y="2986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0" y="0"/>
                  </a:moveTo>
                  <a:cubicBezTo>
                    <a:pt x="56" y="0"/>
                    <a:pt x="17" y="45"/>
                    <a:pt x="17" y="87"/>
                  </a:cubicBezTo>
                  <a:cubicBezTo>
                    <a:pt x="1" y="108"/>
                    <a:pt x="17" y="124"/>
                    <a:pt x="17" y="141"/>
                  </a:cubicBezTo>
                  <a:cubicBezTo>
                    <a:pt x="17" y="141"/>
                    <a:pt x="17" y="157"/>
                    <a:pt x="38" y="157"/>
                  </a:cubicBezTo>
                  <a:cubicBezTo>
                    <a:pt x="54" y="190"/>
                    <a:pt x="71" y="190"/>
                    <a:pt x="104" y="211"/>
                  </a:cubicBezTo>
                  <a:cubicBezTo>
                    <a:pt x="157" y="211"/>
                    <a:pt x="207" y="174"/>
                    <a:pt x="223" y="124"/>
                  </a:cubicBezTo>
                  <a:cubicBezTo>
                    <a:pt x="223" y="87"/>
                    <a:pt x="223" y="71"/>
                    <a:pt x="207" y="38"/>
                  </a:cubicBezTo>
                  <a:cubicBezTo>
                    <a:pt x="190" y="21"/>
                    <a:pt x="157" y="5"/>
                    <a:pt x="141" y="5"/>
                  </a:cubicBez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0" name="Google Shape;12200;p31"/>
            <p:cNvSpPr/>
            <p:nvPr/>
          </p:nvSpPr>
          <p:spPr>
            <a:xfrm>
              <a:off x="4230550" y="29723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33" y="23"/>
                    <a:pt x="0" y="93"/>
                    <a:pt x="17" y="147"/>
                  </a:cubicBezTo>
                  <a:cubicBezTo>
                    <a:pt x="42" y="184"/>
                    <a:pt x="78" y="202"/>
                    <a:pt x="115" y="202"/>
                  </a:cubicBezTo>
                  <a:cubicBezTo>
                    <a:pt x="128" y="202"/>
                    <a:pt x="140" y="200"/>
                    <a:pt x="153" y="196"/>
                  </a:cubicBezTo>
                  <a:cubicBezTo>
                    <a:pt x="223" y="180"/>
                    <a:pt x="239" y="109"/>
                    <a:pt x="223" y="60"/>
                  </a:cubicBezTo>
                  <a:cubicBezTo>
                    <a:pt x="210" y="20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1" name="Google Shape;12201;p31"/>
            <p:cNvSpPr/>
            <p:nvPr/>
          </p:nvSpPr>
          <p:spPr>
            <a:xfrm>
              <a:off x="4229625" y="300032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6" y="0"/>
                  </a:moveTo>
                  <a:cubicBezTo>
                    <a:pt x="106" y="0"/>
                    <a:pt x="96" y="2"/>
                    <a:pt x="87" y="5"/>
                  </a:cubicBezTo>
                  <a:cubicBezTo>
                    <a:pt x="37" y="38"/>
                    <a:pt x="0" y="91"/>
                    <a:pt x="37" y="141"/>
                  </a:cubicBezTo>
                  <a:cubicBezTo>
                    <a:pt x="51" y="185"/>
                    <a:pt x="87" y="215"/>
                    <a:pt x="129" y="215"/>
                  </a:cubicBezTo>
                  <a:cubicBezTo>
                    <a:pt x="138" y="215"/>
                    <a:pt x="147" y="214"/>
                    <a:pt x="157" y="211"/>
                  </a:cubicBezTo>
                  <a:cubicBezTo>
                    <a:pt x="227" y="194"/>
                    <a:pt x="243" y="124"/>
                    <a:pt x="227" y="75"/>
                  </a:cubicBezTo>
                  <a:cubicBezTo>
                    <a:pt x="210" y="31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2" name="Google Shape;12202;p31"/>
            <p:cNvSpPr/>
            <p:nvPr/>
          </p:nvSpPr>
          <p:spPr>
            <a:xfrm>
              <a:off x="4270025" y="30475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6" y="1"/>
                  </a:moveTo>
                  <a:cubicBezTo>
                    <a:pt x="41" y="1"/>
                    <a:pt x="0" y="47"/>
                    <a:pt x="0" y="91"/>
                  </a:cubicBezTo>
                  <a:lnTo>
                    <a:pt x="0" y="144"/>
                  </a:lnTo>
                  <a:lnTo>
                    <a:pt x="17" y="161"/>
                  </a:lnTo>
                  <a:cubicBezTo>
                    <a:pt x="33" y="194"/>
                    <a:pt x="54" y="194"/>
                    <a:pt x="87" y="210"/>
                  </a:cubicBezTo>
                  <a:cubicBezTo>
                    <a:pt x="136" y="210"/>
                    <a:pt x="190" y="177"/>
                    <a:pt x="206" y="128"/>
                  </a:cubicBezTo>
                  <a:cubicBezTo>
                    <a:pt x="206" y="91"/>
                    <a:pt x="206" y="58"/>
                    <a:pt x="190" y="41"/>
                  </a:cubicBezTo>
                  <a:cubicBezTo>
                    <a:pt x="174" y="25"/>
                    <a:pt x="136" y="4"/>
                    <a:pt x="120" y="4"/>
                  </a:cubicBezTo>
                  <a:cubicBezTo>
                    <a:pt x="112" y="2"/>
                    <a:pt x="103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3" name="Google Shape;12203;p31"/>
            <p:cNvSpPr/>
            <p:nvPr/>
          </p:nvSpPr>
          <p:spPr>
            <a:xfrm>
              <a:off x="4244675" y="30474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8"/>
                    <a:pt x="0" y="94"/>
                    <a:pt x="37" y="147"/>
                  </a:cubicBezTo>
                  <a:cubicBezTo>
                    <a:pt x="50" y="184"/>
                    <a:pt x="81" y="203"/>
                    <a:pt x="125" y="203"/>
                  </a:cubicBezTo>
                  <a:cubicBezTo>
                    <a:pt x="140" y="203"/>
                    <a:pt x="156" y="201"/>
                    <a:pt x="173" y="197"/>
                  </a:cubicBezTo>
                  <a:cubicBezTo>
                    <a:pt x="223" y="180"/>
                    <a:pt x="243" y="110"/>
                    <a:pt x="223" y="61"/>
                  </a:cubicBezTo>
                  <a:cubicBezTo>
                    <a:pt x="210" y="20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4" name="Google Shape;12204;p31"/>
            <p:cNvSpPr/>
            <p:nvPr/>
          </p:nvSpPr>
          <p:spPr>
            <a:xfrm>
              <a:off x="4276000" y="3021050"/>
              <a:ext cx="5700" cy="5325"/>
            </a:xfrm>
            <a:custGeom>
              <a:avLst/>
              <a:gdLst/>
              <a:ahLst/>
              <a:cxnLst/>
              <a:rect l="l" t="t" r="r" b="b"/>
              <a:pathLst>
                <a:path w="228" h="213" extrusionOk="0">
                  <a:moveTo>
                    <a:pt x="104" y="0"/>
                  </a:moveTo>
                  <a:cubicBezTo>
                    <a:pt x="71" y="17"/>
                    <a:pt x="54" y="17"/>
                    <a:pt x="38" y="54"/>
                  </a:cubicBezTo>
                  <a:cubicBezTo>
                    <a:pt x="21" y="70"/>
                    <a:pt x="0" y="103"/>
                    <a:pt x="0" y="120"/>
                  </a:cubicBezTo>
                  <a:cubicBezTo>
                    <a:pt x="0" y="136"/>
                    <a:pt x="0" y="136"/>
                    <a:pt x="21" y="157"/>
                  </a:cubicBezTo>
                  <a:cubicBezTo>
                    <a:pt x="21" y="173"/>
                    <a:pt x="38" y="173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3" y="213"/>
                    <a:pt x="172" y="201"/>
                    <a:pt x="190" y="173"/>
                  </a:cubicBezTo>
                  <a:cubicBezTo>
                    <a:pt x="207" y="157"/>
                    <a:pt x="227" y="120"/>
                    <a:pt x="207" y="103"/>
                  </a:cubicBezTo>
                  <a:cubicBezTo>
                    <a:pt x="207" y="70"/>
                    <a:pt x="190" y="54"/>
                    <a:pt x="174" y="33"/>
                  </a:cubicBezTo>
                  <a:cubicBezTo>
                    <a:pt x="157" y="17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5" name="Google Shape;12205;p31"/>
            <p:cNvSpPr/>
            <p:nvPr/>
          </p:nvSpPr>
          <p:spPr>
            <a:xfrm>
              <a:off x="4264450" y="3001775"/>
              <a:ext cx="3850" cy="4250"/>
            </a:xfrm>
            <a:custGeom>
              <a:avLst/>
              <a:gdLst/>
              <a:ahLst/>
              <a:cxnLst/>
              <a:rect l="l" t="t" r="r" b="b"/>
              <a:pathLst>
                <a:path w="154" h="170" extrusionOk="0">
                  <a:moveTo>
                    <a:pt x="17" y="0"/>
                  </a:moveTo>
                  <a:cubicBezTo>
                    <a:pt x="17" y="17"/>
                    <a:pt x="1" y="33"/>
                    <a:pt x="1" y="50"/>
                  </a:cubicBezTo>
                  <a:cubicBezTo>
                    <a:pt x="1" y="66"/>
                    <a:pt x="1" y="83"/>
                    <a:pt x="17" y="103"/>
                  </a:cubicBezTo>
                  <a:lnTo>
                    <a:pt x="17" y="120"/>
                  </a:lnTo>
                  <a:cubicBezTo>
                    <a:pt x="34" y="153"/>
                    <a:pt x="71" y="169"/>
                    <a:pt x="87" y="169"/>
                  </a:cubicBezTo>
                  <a:cubicBezTo>
                    <a:pt x="120" y="169"/>
                    <a:pt x="137" y="169"/>
                    <a:pt x="153" y="153"/>
                  </a:cubicBezTo>
                  <a:cubicBezTo>
                    <a:pt x="104" y="103"/>
                    <a:pt x="71" y="5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6" name="Google Shape;12206;p31"/>
            <p:cNvSpPr/>
            <p:nvPr/>
          </p:nvSpPr>
          <p:spPr>
            <a:xfrm>
              <a:off x="4273950" y="3034675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1"/>
                  </a:moveTo>
                  <a:cubicBezTo>
                    <a:pt x="54" y="1"/>
                    <a:pt x="14" y="47"/>
                    <a:pt x="0" y="90"/>
                  </a:cubicBezTo>
                  <a:cubicBezTo>
                    <a:pt x="0" y="107"/>
                    <a:pt x="0" y="127"/>
                    <a:pt x="17" y="144"/>
                  </a:cubicBezTo>
                  <a:lnTo>
                    <a:pt x="17" y="160"/>
                  </a:lnTo>
                  <a:cubicBezTo>
                    <a:pt x="33" y="193"/>
                    <a:pt x="66" y="193"/>
                    <a:pt x="82" y="210"/>
                  </a:cubicBezTo>
                  <a:cubicBezTo>
                    <a:pt x="120" y="210"/>
                    <a:pt x="153" y="210"/>
                    <a:pt x="169" y="193"/>
                  </a:cubicBezTo>
                  <a:cubicBezTo>
                    <a:pt x="186" y="177"/>
                    <a:pt x="206" y="144"/>
                    <a:pt x="206" y="127"/>
                  </a:cubicBezTo>
                  <a:cubicBezTo>
                    <a:pt x="223" y="57"/>
                    <a:pt x="186" y="4"/>
                    <a:pt x="120" y="4"/>
                  </a:cubicBezTo>
                  <a:cubicBezTo>
                    <a:pt x="113" y="2"/>
                    <a:pt x="106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7" name="Google Shape;12207;p31"/>
            <p:cNvSpPr/>
            <p:nvPr/>
          </p:nvSpPr>
          <p:spPr>
            <a:xfrm>
              <a:off x="4253725" y="2991450"/>
              <a:ext cx="5200" cy="4825"/>
            </a:xfrm>
            <a:custGeom>
              <a:avLst/>
              <a:gdLst/>
              <a:ahLst/>
              <a:cxnLst/>
              <a:rect l="l" t="t" r="r" b="b"/>
              <a:pathLst>
                <a:path w="208" h="193" extrusionOk="0">
                  <a:moveTo>
                    <a:pt x="88" y="1"/>
                  </a:moveTo>
                  <a:cubicBezTo>
                    <a:pt x="34" y="1"/>
                    <a:pt x="1" y="34"/>
                    <a:pt x="1" y="83"/>
                  </a:cubicBezTo>
                  <a:lnTo>
                    <a:pt x="1" y="137"/>
                  </a:lnTo>
                  <a:lnTo>
                    <a:pt x="17" y="154"/>
                  </a:lnTo>
                  <a:cubicBezTo>
                    <a:pt x="34" y="170"/>
                    <a:pt x="50" y="186"/>
                    <a:pt x="88" y="186"/>
                  </a:cubicBezTo>
                  <a:cubicBezTo>
                    <a:pt x="97" y="190"/>
                    <a:pt x="107" y="192"/>
                    <a:pt x="116" y="192"/>
                  </a:cubicBezTo>
                  <a:cubicBezTo>
                    <a:pt x="156" y="192"/>
                    <a:pt x="194" y="160"/>
                    <a:pt x="207" y="121"/>
                  </a:cubicBezTo>
                  <a:cubicBezTo>
                    <a:pt x="153" y="83"/>
                    <a:pt x="120" y="34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8" name="Google Shape;12208;p31"/>
            <p:cNvSpPr/>
            <p:nvPr/>
          </p:nvSpPr>
          <p:spPr>
            <a:xfrm>
              <a:off x="4225400" y="3017025"/>
              <a:ext cx="5175" cy="5375"/>
            </a:xfrm>
            <a:custGeom>
              <a:avLst/>
              <a:gdLst/>
              <a:ahLst/>
              <a:cxnLst/>
              <a:rect l="l" t="t" r="r" b="b"/>
              <a:pathLst>
                <a:path w="207" h="215" extrusionOk="0">
                  <a:moveTo>
                    <a:pt x="93" y="0"/>
                  </a:moveTo>
                  <a:cubicBezTo>
                    <a:pt x="73" y="0"/>
                    <a:pt x="56" y="14"/>
                    <a:pt x="33" y="25"/>
                  </a:cubicBezTo>
                  <a:cubicBezTo>
                    <a:pt x="17" y="42"/>
                    <a:pt x="0" y="58"/>
                    <a:pt x="0" y="91"/>
                  </a:cubicBezTo>
                  <a:lnTo>
                    <a:pt x="0" y="145"/>
                  </a:lnTo>
                  <a:cubicBezTo>
                    <a:pt x="17" y="145"/>
                    <a:pt x="17" y="161"/>
                    <a:pt x="17" y="161"/>
                  </a:cubicBezTo>
                  <a:cubicBezTo>
                    <a:pt x="33" y="178"/>
                    <a:pt x="66" y="194"/>
                    <a:pt x="87" y="215"/>
                  </a:cubicBezTo>
                  <a:cubicBezTo>
                    <a:pt x="136" y="215"/>
                    <a:pt x="206" y="178"/>
                    <a:pt x="206" y="128"/>
                  </a:cubicBezTo>
                  <a:cubicBezTo>
                    <a:pt x="206" y="91"/>
                    <a:pt x="206" y="58"/>
                    <a:pt x="190" y="42"/>
                  </a:cubicBezTo>
                  <a:cubicBezTo>
                    <a:pt x="169" y="25"/>
                    <a:pt x="153" y="9"/>
                    <a:pt x="120" y="9"/>
                  </a:cubicBezTo>
                  <a:cubicBezTo>
                    <a:pt x="110" y="3"/>
                    <a:pt x="101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9" name="Google Shape;12209;p31"/>
            <p:cNvSpPr/>
            <p:nvPr/>
          </p:nvSpPr>
          <p:spPr>
            <a:xfrm>
              <a:off x="4245600" y="303317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30" y="1"/>
                  </a:moveTo>
                  <a:cubicBezTo>
                    <a:pt x="114" y="1"/>
                    <a:pt x="98" y="5"/>
                    <a:pt x="83" y="14"/>
                  </a:cubicBezTo>
                  <a:cubicBezTo>
                    <a:pt x="33" y="31"/>
                    <a:pt x="0" y="84"/>
                    <a:pt x="17" y="134"/>
                  </a:cubicBezTo>
                  <a:cubicBezTo>
                    <a:pt x="42" y="187"/>
                    <a:pt x="79" y="210"/>
                    <a:pt x="118" y="210"/>
                  </a:cubicBezTo>
                  <a:cubicBezTo>
                    <a:pt x="129" y="210"/>
                    <a:pt x="141" y="208"/>
                    <a:pt x="153" y="204"/>
                  </a:cubicBezTo>
                  <a:cubicBezTo>
                    <a:pt x="223" y="187"/>
                    <a:pt x="239" y="117"/>
                    <a:pt x="223" y="64"/>
                  </a:cubicBezTo>
                  <a:cubicBezTo>
                    <a:pt x="211" y="28"/>
                    <a:pt x="171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0" name="Google Shape;12210;p31"/>
            <p:cNvSpPr/>
            <p:nvPr/>
          </p:nvSpPr>
          <p:spPr>
            <a:xfrm>
              <a:off x="4250750" y="30050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95" y="1"/>
                  </a:moveTo>
                  <a:cubicBezTo>
                    <a:pt x="64" y="1"/>
                    <a:pt x="35" y="13"/>
                    <a:pt x="17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80"/>
                    <a:pt x="33" y="180"/>
                  </a:cubicBezTo>
                  <a:cubicBezTo>
                    <a:pt x="55" y="195"/>
                    <a:pt x="81" y="203"/>
                    <a:pt x="106" y="203"/>
                  </a:cubicBezTo>
                  <a:cubicBezTo>
                    <a:pt x="137" y="203"/>
                    <a:pt x="167" y="190"/>
                    <a:pt x="186" y="160"/>
                  </a:cubicBezTo>
                  <a:cubicBezTo>
                    <a:pt x="223" y="127"/>
                    <a:pt x="223" y="57"/>
                    <a:pt x="169" y="24"/>
                  </a:cubicBezTo>
                  <a:cubicBezTo>
                    <a:pt x="147" y="9"/>
                    <a:pt x="121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1" name="Google Shape;12211;p31"/>
            <p:cNvSpPr/>
            <p:nvPr/>
          </p:nvSpPr>
          <p:spPr>
            <a:xfrm>
              <a:off x="4249825" y="30215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10" y="1"/>
                  </a:moveTo>
                  <a:cubicBezTo>
                    <a:pt x="99" y="1"/>
                    <a:pt x="87" y="5"/>
                    <a:pt x="70" y="13"/>
                  </a:cubicBezTo>
                  <a:cubicBezTo>
                    <a:pt x="54" y="13"/>
                    <a:pt x="37" y="34"/>
                    <a:pt x="17" y="50"/>
                  </a:cubicBezTo>
                  <a:cubicBezTo>
                    <a:pt x="0" y="83"/>
                    <a:pt x="0" y="116"/>
                    <a:pt x="17" y="153"/>
                  </a:cubicBezTo>
                  <a:cubicBezTo>
                    <a:pt x="32" y="191"/>
                    <a:pt x="73" y="209"/>
                    <a:pt x="115" y="209"/>
                  </a:cubicBezTo>
                  <a:cubicBezTo>
                    <a:pt x="129" y="209"/>
                    <a:pt x="144" y="207"/>
                    <a:pt x="157" y="203"/>
                  </a:cubicBezTo>
                  <a:cubicBezTo>
                    <a:pt x="206" y="186"/>
                    <a:pt x="223" y="116"/>
                    <a:pt x="206" y="67"/>
                  </a:cubicBezTo>
                  <a:cubicBezTo>
                    <a:pt x="190" y="34"/>
                    <a:pt x="173" y="13"/>
                    <a:pt x="140" y="13"/>
                  </a:cubicBezTo>
                  <a:cubicBezTo>
                    <a:pt x="130" y="5"/>
                    <a:pt x="12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2" name="Google Shape;12212;p31"/>
            <p:cNvSpPr/>
            <p:nvPr/>
          </p:nvSpPr>
          <p:spPr>
            <a:xfrm>
              <a:off x="4233950" y="30373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13" y="0"/>
                  </a:moveTo>
                  <a:cubicBezTo>
                    <a:pt x="83" y="0"/>
                    <a:pt x="56" y="15"/>
                    <a:pt x="33" y="38"/>
                  </a:cubicBezTo>
                  <a:cubicBezTo>
                    <a:pt x="0" y="71"/>
                    <a:pt x="0" y="87"/>
                    <a:pt x="0" y="124"/>
                  </a:cubicBezTo>
                  <a:cubicBezTo>
                    <a:pt x="0" y="124"/>
                    <a:pt x="0" y="141"/>
                    <a:pt x="17" y="141"/>
                  </a:cubicBezTo>
                  <a:cubicBezTo>
                    <a:pt x="17" y="157"/>
                    <a:pt x="33" y="174"/>
                    <a:pt x="33" y="190"/>
                  </a:cubicBezTo>
                  <a:cubicBezTo>
                    <a:pt x="70" y="207"/>
                    <a:pt x="87" y="207"/>
                    <a:pt x="120" y="207"/>
                  </a:cubicBezTo>
                  <a:cubicBezTo>
                    <a:pt x="157" y="207"/>
                    <a:pt x="173" y="190"/>
                    <a:pt x="190" y="174"/>
                  </a:cubicBezTo>
                  <a:cubicBezTo>
                    <a:pt x="206" y="157"/>
                    <a:pt x="223" y="124"/>
                    <a:pt x="206" y="87"/>
                  </a:cubicBezTo>
                  <a:cubicBezTo>
                    <a:pt x="206" y="71"/>
                    <a:pt x="190" y="38"/>
                    <a:pt x="173" y="21"/>
                  </a:cubicBezTo>
                  <a:cubicBezTo>
                    <a:pt x="152" y="7"/>
                    <a:pt x="132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3" name="Google Shape;12213;p31"/>
            <p:cNvSpPr/>
            <p:nvPr/>
          </p:nvSpPr>
          <p:spPr>
            <a:xfrm>
              <a:off x="4226625" y="3095675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88" y="0"/>
                  </a:moveTo>
                  <a:cubicBezTo>
                    <a:pt x="38" y="0"/>
                    <a:pt x="1" y="33"/>
                    <a:pt x="1" y="91"/>
                  </a:cubicBezTo>
                  <a:lnTo>
                    <a:pt x="1" y="140"/>
                  </a:lnTo>
                  <a:lnTo>
                    <a:pt x="17" y="161"/>
                  </a:lnTo>
                  <a:cubicBezTo>
                    <a:pt x="38" y="177"/>
                    <a:pt x="54" y="194"/>
                    <a:pt x="87" y="194"/>
                  </a:cubicBezTo>
                  <a:cubicBezTo>
                    <a:pt x="97" y="199"/>
                    <a:pt x="105" y="201"/>
                    <a:pt x="113" y="201"/>
                  </a:cubicBezTo>
                  <a:cubicBezTo>
                    <a:pt x="132" y="201"/>
                    <a:pt x="146" y="189"/>
                    <a:pt x="157" y="177"/>
                  </a:cubicBezTo>
                  <a:cubicBezTo>
                    <a:pt x="190" y="161"/>
                    <a:pt x="207" y="140"/>
                    <a:pt x="207" y="107"/>
                  </a:cubicBezTo>
                  <a:cubicBezTo>
                    <a:pt x="207" y="91"/>
                    <a:pt x="207" y="58"/>
                    <a:pt x="190" y="37"/>
                  </a:cubicBezTo>
                  <a:cubicBezTo>
                    <a:pt x="174" y="21"/>
                    <a:pt x="141" y="4"/>
                    <a:pt x="120" y="4"/>
                  </a:cubicBezTo>
                  <a:cubicBezTo>
                    <a:pt x="109" y="2"/>
                    <a:pt x="98" y="0"/>
                    <a:pt x="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4" name="Google Shape;12214;p31"/>
            <p:cNvSpPr/>
            <p:nvPr/>
          </p:nvSpPr>
          <p:spPr>
            <a:xfrm>
              <a:off x="4228800" y="3079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7" y="0"/>
                    <a:pt x="70" y="0"/>
                    <a:pt x="33" y="17"/>
                  </a:cubicBezTo>
                  <a:cubicBezTo>
                    <a:pt x="17" y="33"/>
                    <a:pt x="0" y="66"/>
                    <a:pt x="0" y="83"/>
                  </a:cubicBezTo>
                  <a:lnTo>
                    <a:pt x="0" y="136"/>
                  </a:lnTo>
                  <a:cubicBezTo>
                    <a:pt x="0" y="153"/>
                    <a:pt x="17" y="153"/>
                    <a:pt x="17" y="169"/>
                  </a:cubicBezTo>
                  <a:cubicBezTo>
                    <a:pt x="33" y="186"/>
                    <a:pt x="54" y="207"/>
                    <a:pt x="87" y="207"/>
                  </a:cubicBezTo>
                  <a:cubicBezTo>
                    <a:pt x="93" y="209"/>
                    <a:pt x="99" y="210"/>
                    <a:pt x="106" y="210"/>
                  </a:cubicBezTo>
                  <a:cubicBezTo>
                    <a:pt x="149" y="210"/>
                    <a:pt x="192" y="163"/>
                    <a:pt x="206" y="120"/>
                  </a:cubicBezTo>
                  <a:cubicBezTo>
                    <a:pt x="206" y="83"/>
                    <a:pt x="206" y="66"/>
                    <a:pt x="190" y="50"/>
                  </a:cubicBezTo>
                  <a:cubicBezTo>
                    <a:pt x="173" y="17"/>
                    <a:pt x="136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5" name="Google Shape;12215;p31"/>
            <p:cNvSpPr/>
            <p:nvPr/>
          </p:nvSpPr>
          <p:spPr>
            <a:xfrm>
              <a:off x="4230125" y="306515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93" y="1"/>
                  </a:moveTo>
                  <a:cubicBezTo>
                    <a:pt x="51" y="1"/>
                    <a:pt x="14" y="33"/>
                    <a:pt x="1" y="92"/>
                  </a:cubicBezTo>
                  <a:cubicBezTo>
                    <a:pt x="1" y="108"/>
                    <a:pt x="1" y="125"/>
                    <a:pt x="17" y="145"/>
                  </a:cubicBezTo>
                  <a:cubicBezTo>
                    <a:pt x="17" y="145"/>
                    <a:pt x="17" y="162"/>
                    <a:pt x="34" y="162"/>
                  </a:cubicBezTo>
                  <a:cubicBezTo>
                    <a:pt x="34" y="178"/>
                    <a:pt x="67" y="195"/>
                    <a:pt x="104" y="211"/>
                  </a:cubicBezTo>
                  <a:cubicBezTo>
                    <a:pt x="153" y="211"/>
                    <a:pt x="207" y="178"/>
                    <a:pt x="207" y="125"/>
                  </a:cubicBezTo>
                  <a:cubicBezTo>
                    <a:pt x="223" y="92"/>
                    <a:pt x="207" y="59"/>
                    <a:pt x="186" y="42"/>
                  </a:cubicBezTo>
                  <a:cubicBezTo>
                    <a:pt x="17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6" name="Google Shape;12216;p31"/>
            <p:cNvSpPr/>
            <p:nvPr/>
          </p:nvSpPr>
          <p:spPr>
            <a:xfrm>
              <a:off x="4223225" y="310675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4" y="1"/>
                  </a:moveTo>
                  <a:cubicBezTo>
                    <a:pt x="101" y="1"/>
                    <a:pt x="86" y="3"/>
                    <a:pt x="71" y="7"/>
                  </a:cubicBezTo>
                  <a:cubicBezTo>
                    <a:pt x="17" y="27"/>
                    <a:pt x="1" y="93"/>
                    <a:pt x="17" y="147"/>
                  </a:cubicBezTo>
                  <a:cubicBezTo>
                    <a:pt x="17" y="163"/>
                    <a:pt x="34" y="180"/>
                    <a:pt x="50" y="180"/>
                  </a:cubicBezTo>
                  <a:cubicBezTo>
                    <a:pt x="62" y="199"/>
                    <a:pt x="84" y="207"/>
                    <a:pt x="107" y="207"/>
                  </a:cubicBezTo>
                  <a:cubicBezTo>
                    <a:pt x="123" y="207"/>
                    <a:pt x="139" y="203"/>
                    <a:pt x="153" y="196"/>
                  </a:cubicBezTo>
                  <a:cubicBezTo>
                    <a:pt x="190" y="196"/>
                    <a:pt x="207" y="163"/>
                    <a:pt x="223" y="110"/>
                  </a:cubicBezTo>
                  <a:cubicBezTo>
                    <a:pt x="223" y="93"/>
                    <a:pt x="223" y="93"/>
                    <a:pt x="207" y="77"/>
                  </a:cubicBezTo>
                  <a:cubicBezTo>
                    <a:pt x="194" y="23"/>
                    <a:pt x="16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7" name="Google Shape;12217;p31"/>
            <p:cNvSpPr/>
            <p:nvPr/>
          </p:nvSpPr>
          <p:spPr>
            <a:xfrm>
              <a:off x="4237350" y="3101600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1" y="0"/>
                  </a:moveTo>
                  <a:cubicBezTo>
                    <a:pt x="98" y="0"/>
                    <a:pt x="84" y="2"/>
                    <a:pt x="70" y="6"/>
                  </a:cubicBezTo>
                  <a:cubicBezTo>
                    <a:pt x="21" y="27"/>
                    <a:pt x="0" y="77"/>
                    <a:pt x="21" y="147"/>
                  </a:cubicBezTo>
                  <a:cubicBezTo>
                    <a:pt x="21" y="147"/>
                    <a:pt x="37" y="163"/>
                    <a:pt x="37" y="180"/>
                  </a:cubicBezTo>
                  <a:cubicBezTo>
                    <a:pt x="61" y="191"/>
                    <a:pt x="84" y="203"/>
                    <a:pt x="115" y="203"/>
                  </a:cubicBezTo>
                  <a:cubicBezTo>
                    <a:pt x="127" y="203"/>
                    <a:pt x="141" y="201"/>
                    <a:pt x="157" y="196"/>
                  </a:cubicBezTo>
                  <a:cubicBezTo>
                    <a:pt x="190" y="180"/>
                    <a:pt x="207" y="147"/>
                    <a:pt x="227" y="110"/>
                  </a:cubicBezTo>
                  <a:cubicBezTo>
                    <a:pt x="227" y="93"/>
                    <a:pt x="227" y="77"/>
                    <a:pt x="207" y="60"/>
                  </a:cubicBezTo>
                  <a:cubicBezTo>
                    <a:pt x="194" y="20"/>
                    <a:pt x="154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8" name="Google Shape;12218;p31"/>
            <p:cNvSpPr/>
            <p:nvPr/>
          </p:nvSpPr>
          <p:spPr>
            <a:xfrm>
              <a:off x="4243025" y="31400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0"/>
                  </a:moveTo>
                  <a:cubicBezTo>
                    <a:pt x="66" y="0"/>
                    <a:pt x="17" y="37"/>
                    <a:pt x="17" y="87"/>
                  </a:cubicBezTo>
                  <a:cubicBezTo>
                    <a:pt x="0" y="103"/>
                    <a:pt x="17" y="120"/>
                    <a:pt x="17" y="140"/>
                  </a:cubicBezTo>
                  <a:cubicBezTo>
                    <a:pt x="17" y="157"/>
                    <a:pt x="17" y="157"/>
                    <a:pt x="33" y="173"/>
                  </a:cubicBezTo>
                  <a:cubicBezTo>
                    <a:pt x="50" y="190"/>
                    <a:pt x="66" y="206"/>
                    <a:pt x="103" y="206"/>
                  </a:cubicBezTo>
                  <a:cubicBezTo>
                    <a:pt x="120" y="206"/>
                    <a:pt x="153" y="206"/>
                    <a:pt x="169" y="190"/>
                  </a:cubicBezTo>
                  <a:cubicBezTo>
                    <a:pt x="206" y="173"/>
                    <a:pt x="206" y="140"/>
                    <a:pt x="223" y="120"/>
                  </a:cubicBezTo>
                  <a:cubicBezTo>
                    <a:pt x="223" y="87"/>
                    <a:pt x="223" y="70"/>
                    <a:pt x="206" y="37"/>
                  </a:cubicBezTo>
                  <a:cubicBezTo>
                    <a:pt x="186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9" name="Google Shape;12219;p31"/>
            <p:cNvSpPr/>
            <p:nvPr/>
          </p:nvSpPr>
          <p:spPr>
            <a:xfrm>
              <a:off x="4238675" y="3089150"/>
              <a:ext cx="5200" cy="5400"/>
            </a:xfrm>
            <a:custGeom>
              <a:avLst/>
              <a:gdLst/>
              <a:ahLst/>
              <a:cxnLst/>
              <a:rect l="l" t="t" r="r" b="b"/>
              <a:pathLst>
                <a:path w="208" h="216" extrusionOk="0">
                  <a:moveTo>
                    <a:pt x="96" y="0"/>
                  </a:moveTo>
                  <a:cubicBezTo>
                    <a:pt x="65" y="0"/>
                    <a:pt x="35" y="13"/>
                    <a:pt x="17" y="43"/>
                  </a:cubicBezTo>
                  <a:cubicBezTo>
                    <a:pt x="1" y="59"/>
                    <a:pt x="1" y="92"/>
                    <a:pt x="1" y="113"/>
                  </a:cubicBezTo>
                  <a:lnTo>
                    <a:pt x="1" y="146"/>
                  </a:lnTo>
                  <a:cubicBezTo>
                    <a:pt x="17" y="162"/>
                    <a:pt x="17" y="179"/>
                    <a:pt x="34" y="179"/>
                  </a:cubicBezTo>
                  <a:cubicBezTo>
                    <a:pt x="71" y="195"/>
                    <a:pt x="88" y="216"/>
                    <a:pt x="121" y="216"/>
                  </a:cubicBezTo>
                  <a:cubicBezTo>
                    <a:pt x="137" y="216"/>
                    <a:pt x="174" y="195"/>
                    <a:pt x="191" y="162"/>
                  </a:cubicBezTo>
                  <a:cubicBezTo>
                    <a:pt x="207" y="146"/>
                    <a:pt x="207" y="129"/>
                    <a:pt x="207" y="92"/>
                  </a:cubicBezTo>
                  <a:cubicBezTo>
                    <a:pt x="207" y="59"/>
                    <a:pt x="191" y="43"/>
                    <a:pt x="174" y="26"/>
                  </a:cubicBezTo>
                  <a:cubicBezTo>
                    <a:pt x="150" y="9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0" name="Google Shape;12220;p31"/>
            <p:cNvSpPr/>
            <p:nvPr/>
          </p:nvSpPr>
          <p:spPr>
            <a:xfrm>
              <a:off x="4235275" y="311680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20" y="0"/>
                  </a:moveTo>
                  <a:cubicBezTo>
                    <a:pt x="50" y="0"/>
                    <a:pt x="1" y="38"/>
                    <a:pt x="1" y="87"/>
                  </a:cubicBezTo>
                  <a:lnTo>
                    <a:pt x="1" y="157"/>
                  </a:lnTo>
                  <a:cubicBezTo>
                    <a:pt x="17" y="174"/>
                    <a:pt x="50" y="207"/>
                    <a:pt x="83" y="207"/>
                  </a:cubicBezTo>
                  <a:cubicBezTo>
                    <a:pt x="93" y="209"/>
                    <a:pt x="102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3"/>
                    <a:pt x="207" y="70"/>
                    <a:pt x="186" y="54"/>
                  </a:cubicBezTo>
                  <a:cubicBezTo>
                    <a:pt x="170" y="38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1" name="Google Shape;12221;p31"/>
            <p:cNvSpPr/>
            <p:nvPr/>
          </p:nvSpPr>
          <p:spPr>
            <a:xfrm>
              <a:off x="4222825" y="3119775"/>
              <a:ext cx="5575" cy="5425"/>
            </a:xfrm>
            <a:custGeom>
              <a:avLst/>
              <a:gdLst/>
              <a:ahLst/>
              <a:cxnLst/>
              <a:rect l="l" t="t" r="r" b="b"/>
              <a:pathLst>
                <a:path w="223" h="217" extrusionOk="0">
                  <a:moveTo>
                    <a:pt x="103" y="1"/>
                  </a:moveTo>
                  <a:cubicBezTo>
                    <a:pt x="66" y="22"/>
                    <a:pt x="50" y="22"/>
                    <a:pt x="33" y="55"/>
                  </a:cubicBezTo>
                  <a:cubicBezTo>
                    <a:pt x="17" y="71"/>
                    <a:pt x="0" y="104"/>
                    <a:pt x="0" y="125"/>
                  </a:cubicBezTo>
                  <a:cubicBezTo>
                    <a:pt x="17" y="141"/>
                    <a:pt x="17" y="141"/>
                    <a:pt x="17" y="158"/>
                  </a:cubicBezTo>
                  <a:cubicBezTo>
                    <a:pt x="17" y="174"/>
                    <a:pt x="33" y="174"/>
                    <a:pt x="50" y="191"/>
                  </a:cubicBezTo>
                  <a:cubicBezTo>
                    <a:pt x="66" y="207"/>
                    <a:pt x="89" y="217"/>
                    <a:pt x="113" y="217"/>
                  </a:cubicBezTo>
                  <a:cubicBezTo>
                    <a:pt x="141" y="217"/>
                    <a:pt x="169" y="203"/>
                    <a:pt x="190" y="174"/>
                  </a:cubicBezTo>
                  <a:cubicBezTo>
                    <a:pt x="206" y="158"/>
                    <a:pt x="223" y="125"/>
                    <a:pt x="223" y="104"/>
                  </a:cubicBezTo>
                  <a:cubicBezTo>
                    <a:pt x="206" y="71"/>
                    <a:pt x="206" y="55"/>
                    <a:pt x="169" y="38"/>
                  </a:cubicBezTo>
                  <a:cubicBezTo>
                    <a:pt x="153" y="22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2" name="Google Shape;12222;p31"/>
            <p:cNvSpPr/>
            <p:nvPr/>
          </p:nvSpPr>
          <p:spPr>
            <a:xfrm>
              <a:off x="4216325" y="30717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7" y="190"/>
                    <a:pt x="54" y="207"/>
                    <a:pt x="87" y="207"/>
                  </a:cubicBezTo>
                  <a:cubicBezTo>
                    <a:pt x="120" y="207"/>
                    <a:pt x="140" y="207"/>
                    <a:pt x="173" y="190"/>
                  </a:cubicBezTo>
                  <a:cubicBezTo>
                    <a:pt x="190" y="170"/>
                    <a:pt x="206" y="153"/>
                    <a:pt x="206" y="120"/>
                  </a:cubicBezTo>
                  <a:cubicBezTo>
                    <a:pt x="206" y="87"/>
                    <a:pt x="206" y="67"/>
                    <a:pt x="190" y="50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3" name="Google Shape;12223;p31"/>
            <p:cNvSpPr/>
            <p:nvPr/>
          </p:nvSpPr>
          <p:spPr>
            <a:xfrm>
              <a:off x="4218075" y="297925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4" y="0"/>
                  </a:moveTo>
                  <a:cubicBezTo>
                    <a:pt x="112" y="0"/>
                    <a:pt x="99" y="2"/>
                    <a:pt x="87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2"/>
                    <a:pt x="114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80"/>
                    <a:pt x="240" y="126"/>
                    <a:pt x="207" y="56"/>
                  </a:cubicBezTo>
                  <a:cubicBezTo>
                    <a:pt x="194" y="19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4" name="Google Shape;12224;p31"/>
            <p:cNvSpPr/>
            <p:nvPr/>
          </p:nvSpPr>
          <p:spPr>
            <a:xfrm>
              <a:off x="4215900" y="29921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2" y="0"/>
                  </a:moveTo>
                  <a:cubicBezTo>
                    <a:pt x="83" y="0"/>
                    <a:pt x="54" y="13"/>
                    <a:pt x="34" y="40"/>
                  </a:cubicBezTo>
                  <a:cubicBezTo>
                    <a:pt x="17" y="56"/>
                    <a:pt x="1" y="94"/>
                    <a:pt x="1" y="110"/>
                  </a:cubicBezTo>
                  <a:cubicBezTo>
                    <a:pt x="1" y="127"/>
                    <a:pt x="17" y="127"/>
                    <a:pt x="17" y="143"/>
                  </a:cubicBezTo>
                  <a:cubicBezTo>
                    <a:pt x="17" y="159"/>
                    <a:pt x="34" y="180"/>
                    <a:pt x="54" y="180"/>
                  </a:cubicBezTo>
                  <a:cubicBezTo>
                    <a:pt x="69" y="195"/>
                    <a:pt x="91" y="203"/>
                    <a:pt x="113" y="203"/>
                  </a:cubicBezTo>
                  <a:cubicBezTo>
                    <a:pt x="142" y="203"/>
                    <a:pt x="172" y="190"/>
                    <a:pt x="190" y="159"/>
                  </a:cubicBezTo>
                  <a:cubicBezTo>
                    <a:pt x="207" y="143"/>
                    <a:pt x="223" y="127"/>
                    <a:pt x="207" y="94"/>
                  </a:cubicBezTo>
                  <a:cubicBezTo>
                    <a:pt x="207" y="56"/>
                    <a:pt x="207" y="40"/>
                    <a:pt x="174" y="23"/>
                  </a:cubicBezTo>
                  <a:cubicBezTo>
                    <a:pt x="157" y="9"/>
                    <a:pt x="135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5" name="Google Shape;12225;p31"/>
            <p:cNvSpPr/>
            <p:nvPr/>
          </p:nvSpPr>
          <p:spPr>
            <a:xfrm>
              <a:off x="4218900" y="29650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1"/>
                  </a:moveTo>
                  <a:cubicBezTo>
                    <a:pt x="96" y="1"/>
                    <a:pt x="83" y="3"/>
                    <a:pt x="70" y="7"/>
                  </a:cubicBezTo>
                  <a:cubicBezTo>
                    <a:pt x="17" y="27"/>
                    <a:pt x="0" y="77"/>
                    <a:pt x="17" y="147"/>
                  </a:cubicBezTo>
                  <a:cubicBezTo>
                    <a:pt x="32" y="184"/>
                    <a:pt x="73" y="202"/>
                    <a:pt x="115" y="202"/>
                  </a:cubicBezTo>
                  <a:cubicBezTo>
                    <a:pt x="129" y="202"/>
                    <a:pt x="144" y="200"/>
                    <a:pt x="157" y="196"/>
                  </a:cubicBezTo>
                  <a:cubicBezTo>
                    <a:pt x="207" y="180"/>
                    <a:pt x="223" y="110"/>
                    <a:pt x="207" y="60"/>
                  </a:cubicBezTo>
                  <a:cubicBezTo>
                    <a:pt x="194" y="20"/>
                    <a:pt x="15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6" name="Google Shape;12226;p31"/>
            <p:cNvSpPr/>
            <p:nvPr/>
          </p:nvSpPr>
          <p:spPr>
            <a:xfrm>
              <a:off x="4220650" y="3043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7" y="33"/>
                    <a:pt x="17" y="50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53"/>
                  </a:lnTo>
                  <a:cubicBezTo>
                    <a:pt x="33" y="190"/>
                    <a:pt x="71" y="190"/>
                    <a:pt x="87" y="207"/>
                  </a:cubicBezTo>
                  <a:cubicBezTo>
                    <a:pt x="153" y="207"/>
                    <a:pt x="207" y="174"/>
                    <a:pt x="207" y="120"/>
                  </a:cubicBezTo>
                  <a:cubicBezTo>
                    <a:pt x="223" y="87"/>
                    <a:pt x="207" y="70"/>
                    <a:pt x="190" y="33"/>
                  </a:cubicBezTo>
                  <a:cubicBezTo>
                    <a:pt x="174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7" name="Google Shape;12227;p31"/>
            <p:cNvSpPr/>
            <p:nvPr/>
          </p:nvSpPr>
          <p:spPr>
            <a:xfrm>
              <a:off x="4221475" y="30301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20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17" y="33"/>
                    <a:pt x="0" y="83"/>
                    <a:pt x="17" y="153"/>
                  </a:cubicBezTo>
                  <a:cubicBezTo>
                    <a:pt x="32" y="193"/>
                    <a:pt x="74" y="212"/>
                    <a:pt x="116" y="212"/>
                  </a:cubicBezTo>
                  <a:cubicBezTo>
                    <a:pt x="130" y="212"/>
                    <a:pt x="144" y="210"/>
                    <a:pt x="157" y="206"/>
                  </a:cubicBezTo>
                  <a:cubicBezTo>
                    <a:pt x="174" y="206"/>
                    <a:pt x="190" y="186"/>
                    <a:pt x="190" y="169"/>
                  </a:cubicBezTo>
                  <a:cubicBezTo>
                    <a:pt x="223" y="153"/>
                    <a:pt x="223" y="103"/>
                    <a:pt x="223" y="66"/>
                  </a:cubicBezTo>
                  <a:cubicBezTo>
                    <a:pt x="207" y="33"/>
                    <a:pt x="174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8" name="Google Shape;12228;p31"/>
            <p:cNvSpPr/>
            <p:nvPr/>
          </p:nvSpPr>
          <p:spPr>
            <a:xfrm>
              <a:off x="4215500" y="3006400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36" y="1"/>
                  </a:moveTo>
                  <a:cubicBezTo>
                    <a:pt x="87" y="1"/>
                    <a:pt x="33" y="21"/>
                    <a:pt x="17" y="71"/>
                  </a:cubicBezTo>
                  <a:lnTo>
                    <a:pt x="17" y="87"/>
                  </a:lnTo>
                  <a:cubicBezTo>
                    <a:pt x="0" y="104"/>
                    <a:pt x="17" y="124"/>
                    <a:pt x="17" y="141"/>
                  </a:cubicBezTo>
                  <a:cubicBezTo>
                    <a:pt x="33" y="174"/>
                    <a:pt x="50" y="190"/>
                    <a:pt x="70" y="207"/>
                  </a:cubicBezTo>
                  <a:lnTo>
                    <a:pt x="103" y="207"/>
                  </a:lnTo>
                  <a:cubicBezTo>
                    <a:pt x="111" y="210"/>
                    <a:pt x="118" y="211"/>
                    <a:pt x="126" y="211"/>
                  </a:cubicBezTo>
                  <a:cubicBezTo>
                    <a:pt x="168" y="211"/>
                    <a:pt x="209" y="166"/>
                    <a:pt x="223" y="124"/>
                  </a:cubicBezTo>
                  <a:cubicBezTo>
                    <a:pt x="223" y="87"/>
                    <a:pt x="223" y="71"/>
                    <a:pt x="206" y="54"/>
                  </a:cubicBezTo>
                  <a:cubicBezTo>
                    <a:pt x="190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9" name="Google Shape;12229;p31"/>
            <p:cNvSpPr/>
            <p:nvPr/>
          </p:nvSpPr>
          <p:spPr>
            <a:xfrm>
              <a:off x="4216325" y="3087625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17" y="71"/>
                    <a:pt x="0" y="87"/>
                    <a:pt x="0" y="120"/>
                  </a:cubicBezTo>
                  <a:cubicBezTo>
                    <a:pt x="0" y="120"/>
                    <a:pt x="0" y="137"/>
                    <a:pt x="17" y="137"/>
                  </a:cubicBezTo>
                  <a:cubicBezTo>
                    <a:pt x="17" y="153"/>
                    <a:pt x="37" y="174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2" y="213"/>
                    <a:pt x="172" y="201"/>
                    <a:pt x="190" y="174"/>
                  </a:cubicBezTo>
                  <a:cubicBezTo>
                    <a:pt x="223" y="120"/>
                    <a:pt x="223" y="71"/>
                    <a:pt x="173" y="34"/>
                  </a:cubicBezTo>
                  <a:cubicBezTo>
                    <a:pt x="157" y="17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0" name="Google Shape;12230;p31"/>
            <p:cNvSpPr/>
            <p:nvPr/>
          </p:nvSpPr>
          <p:spPr>
            <a:xfrm>
              <a:off x="4218475" y="305760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103" y="1"/>
                  </a:moveTo>
                  <a:cubicBezTo>
                    <a:pt x="75" y="1"/>
                    <a:pt x="47" y="15"/>
                    <a:pt x="17" y="35"/>
                  </a:cubicBezTo>
                  <a:cubicBezTo>
                    <a:pt x="1" y="68"/>
                    <a:pt x="1" y="84"/>
                    <a:pt x="1" y="117"/>
                  </a:cubicBezTo>
                  <a:cubicBezTo>
                    <a:pt x="1" y="117"/>
                    <a:pt x="1" y="138"/>
                    <a:pt x="17" y="138"/>
                  </a:cubicBezTo>
                  <a:cubicBezTo>
                    <a:pt x="17" y="154"/>
                    <a:pt x="34" y="171"/>
                    <a:pt x="34" y="187"/>
                  </a:cubicBezTo>
                  <a:cubicBezTo>
                    <a:pt x="71" y="204"/>
                    <a:pt x="87" y="204"/>
                    <a:pt x="120" y="204"/>
                  </a:cubicBezTo>
                  <a:cubicBezTo>
                    <a:pt x="158" y="204"/>
                    <a:pt x="174" y="187"/>
                    <a:pt x="191" y="171"/>
                  </a:cubicBezTo>
                  <a:cubicBezTo>
                    <a:pt x="207" y="154"/>
                    <a:pt x="207" y="117"/>
                    <a:pt x="207" y="101"/>
                  </a:cubicBezTo>
                  <a:cubicBezTo>
                    <a:pt x="207" y="68"/>
                    <a:pt x="191" y="51"/>
                    <a:pt x="174" y="35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1" name="Google Shape;12231;p31"/>
            <p:cNvSpPr/>
            <p:nvPr/>
          </p:nvSpPr>
          <p:spPr>
            <a:xfrm>
              <a:off x="4296625" y="305712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87" y="0"/>
                  </a:moveTo>
                  <a:cubicBezTo>
                    <a:pt x="70" y="0"/>
                    <a:pt x="37" y="17"/>
                    <a:pt x="21" y="33"/>
                  </a:cubicBezTo>
                  <a:cubicBezTo>
                    <a:pt x="0" y="70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21" y="157"/>
                    <a:pt x="21" y="173"/>
                    <a:pt x="37" y="190"/>
                  </a:cubicBezTo>
                  <a:cubicBezTo>
                    <a:pt x="56" y="203"/>
                    <a:pt x="78" y="208"/>
                    <a:pt x="100" y="208"/>
                  </a:cubicBezTo>
                  <a:cubicBezTo>
                    <a:pt x="135" y="208"/>
                    <a:pt x="169" y="194"/>
                    <a:pt x="190" y="173"/>
                  </a:cubicBezTo>
                  <a:cubicBezTo>
                    <a:pt x="227" y="120"/>
                    <a:pt x="206" y="70"/>
                    <a:pt x="173" y="17"/>
                  </a:cubicBezTo>
                  <a:cubicBezTo>
                    <a:pt x="140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2" name="Google Shape;12232;p31"/>
            <p:cNvSpPr/>
            <p:nvPr/>
          </p:nvSpPr>
          <p:spPr>
            <a:xfrm>
              <a:off x="4363200" y="30919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0" y="83"/>
                  </a:cubicBezTo>
                  <a:cubicBezTo>
                    <a:pt x="0" y="104"/>
                    <a:pt x="0" y="137"/>
                    <a:pt x="17" y="153"/>
                  </a:cubicBezTo>
                  <a:lnTo>
                    <a:pt x="38" y="170"/>
                  </a:lnTo>
                  <a:cubicBezTo>
                    <a:pt x="54" y="186"/>
                    <a:pt x="71" y="207"/>
                    <a:pt x="104" y="207"/>
                  </a:cubicBezTo>
                  <a:cubicBezTo>
                    <a:pt x="112" y="210"/>
                    <a:pt x="121" y="211"/>
                    <a:pt x="129" y="211"/>
                  </a:cubicBezTo>
                  <a:cubicBezTo>
                    <a:pt x="172" y="211"/>
                    <a:pt x="209" y="176"/>
                    <a:pt x="223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3" name="Google Shape;12233;p31"/>
            <p:cNvSpPr/>
            <p:nvPr/>
          </p:nvSpPr>
          <p:spPr>
            <a:xfrm>
              <a:off x="4383400" y="3045575"/>
              <a:ext cx="3025" cy="5175"/>
            </a:xfrm>
            <a:custGeom>
              <a:avLst/>
              <a:gdLst/>
              <a:ahLst/>
              <a:cxnLst/>
              <a:rect l="l" t="t" r="r" b="b"/>
              <a:pathLst>
                <a:path w="121" h="207" extrusionOk="0">
                  <a:moveTo>
                    <a:pt x="120" y="0"/>
                  </a:moveTo>
                  <a:cubicBezTo>
                    <a:pt x="104" y="0"/>
                    <a:pt x="87" y="17"/>
                    <a:pt x="71" y="17"/>
                  </a:cubicBezTo>
                  <a:cubicBezTo>
                    <a:pt x="17" y="33"/>
                    <a:pt x="1" y="104"/>
                    <a:pt x="17" y="153"/>
                  </a:cubicBezTo>
                  <a:cubicBezTo>
                    <a:pt x="17" y="170"/>
                    <a:pt x="34" y="170"/>
                    <a:pt x="54" y="186"/>
                  </a:cubicBezTo>
                  <a:cubicBezTo>
                    <a:pt x="71" y="207"/>
                    <a:pt x="87" y="207"/>
                    <a:pt x="120" y="207"/>
                  </a:cubicBezTo>
                  <a:lnTo>
                    <a:pt x="1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4" name="Google Shape;12234;p31"/>
            <p:cNvSpPr/>
            <p:nvPr/>
          </p:nvSpPr>
          <p:spPr>
            <a:xfrm>
              <a:off x="4122725" y="310850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96" y="0"/>
                  </a:moveTo>
                  <a:cubicBezTo>
                    <a:pt x="65" y="0"/>
                    <a:pt x="35" y="12"/>
                    <a:pt x="17" y="40"/>
                  </a:cubicBezTo>
                  <a:cubicBezTo>
                    <a:pt x="1" y="60"/>
                    <a:pt x="1" y="77"/>
                    <a:pt x="1" y="110"/>
                  </a:cubicBezTo>
                  <a:lnTo>
                    <a:pt x="1" y="143"/>
                  </a:lnTo>
                  <a:lnTo>
                    <a:pt x="34" y="180"/>
                  </a:ln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3"/>
                  </a:cubicBezTo>
                  <a:cubicBezTo>
                    <a:pt x="207" y="143"/>
                    <a:pt x="207" y="110"/>
                    <a:pt x="207" y="93"/>
                  </a:cubicBezTo>
                  <a:cubicBezTo>
                    <a:pt x="207" y="60"/>
                    <a:pt x="190" y="40"/>
                    <a:pt x="174" y="23"/>
                  </a:cubicBezTo>
                  <a:cubicBezTo>
                    <a:pt x="150" y="8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5" name="Google Shape;12235;p31"/>
            <p:cNvSpPr/>
            <p:nvPr/>
          </p:nvSpPr>
          <p:spPr>
            <a:xfrm>
              <a:off x="4383000" y="2999200"/>
              <a:ext cx="850" cy="2075"/>
            </a:xfrm>
            <a:custGeom>
              <a:avLst/>
              <a:gdLst/>
              <a:ahLst/>
              <a:cxnLst/>
              <a:rect l="l" t="t" r="r" b="b"/>
              <a:pathLst>
                <a:path w="34" h="83" extrusionOk="0">
                  <a:moveTo>
                    <a:pt x="33" y="0"/>
                  </a:moveTo>
                  <a:lnTo>
                    <a:pt x="33" y="0"/>
                  </a:lnTo>
                  <a:cubicBezTo>
                    <a:pt x="33" y="17"/>
                    <a:pt x="17" y="50"/>
                    <a:pt x="0" y="83"/>
                  </a:cubicBezTo>
                  <a:lnTo>
                    <a:pt x="17" y="66"/>
                  </a:lnTo>
                  <a:cubicBezTo>
                    <a:pt x="33" y="50"/>
                    <a:pt x="33" y="17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6" name="Google Shape;12236;p31"/>
            <p:cNvSpPr/>
            <p:nvPr/>
          </p:nvSpPr>
          <p:spPr>
            <a:xfrm>
              <a:off x="4369275" y="30662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67" y="0"/>
                    <a:pt x="17" y="33"/>
                    <a:pt x="1" y="83"/>
                  </a:cubicBezTo>
                  <a:lnTo>
                    <a:pt x="1" y="153"/>
                  </a:lnTo>
                  <a:cubicBezTo>
                    <a:pt x="17" y="153"/>
                    <a:pt x="17" y="169"/>
                    <a:pt x="17" y="169"/>
                  </a:cubicBezTo>
                  <a:cubicBezTo>
                    <a:pt x="34" y="186"/>
                    <a:pt x="67" y="206"/>
                    <a:pt x="83" y="206"/>
                  </a:cubicBezTo>
                  <a:cubicBezTo>
                    <a:pt x="94" y="209"/>
                    <a:pt x="105" y="210"/>
                    <a:pt x="115" y="210"/>
                  </a:cubicBezTo>
                  <a:cubicBezTo>
                    <a:pt x="169" y="210"/>
                    <a:pt x="207" y="175"/>
                    <a:pt x="207" y="120"/>
                  </a:cubicBezTo>
                  <a:cubicBezTo>
                    <a:pt x="207" y="103"/>
                    <a:pt x="207" y="66"/>
                    <a:pt x="186" y="50"/>
                  </a:cubicBezTo>
                  <a:cubicBezTo>
                    <a:pt x="170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7" name="Google Shape;12237;p31"/>
            <p:cNvSpPr/>
            <p:nvPr/>
          </p:nvSpPr>
          <p:spPr>
            <a:xfrm>
              <a:off x="4376500" y="30106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03" y="1"/>
                  </a:moveTo>
                  <a:cubicBezTo>
                    <a:pt x="58" y="1"/>
                    <a:pt x="18" y="44"/>
                    <a:pt x="0" y="91"/>
                  </a:cubicBezTo>
                  <a:lnTo>
                    <a:pt x="0" y="140"/>
                  </a:lnTo>
                  <a:cubicBezTo>
                    <a:pt x="21" y="140"/>
                    <a:pt x="21" y="161"/>
                    <a:pt x="21" y="161"/>
                  </a:cubicBezTo>
                  <a:cubicBezTo>
                    <a:pt x="37" y="194"/>
                    <a:pt x="54" y="210"/>
                    <a:pt x="87" y="210"/>
                  </a:cubicBezTo>
                  <a:cubicBezTo>
                    <a:pt x="124" y="210"/>
                    <a:pt x="140" y="210"/>
                    <a:pt x="173" y="194"/>
                  </a:cubicBezTo>
                  <a:cubicBezTo>
                    <a:pt x="190" y="177"/>
                    <a:pt x="206" y="140"/>
                    <a:pt x="206" y="124"/>
                  </a:cubicBezTo>
                  <a:cubicBezTo>
                    <a:pt x="206" y="91"/>
                    <a:pt x="206" y="74"/>
                    <a:pt x="190" y="37"/>
                  </a:cubicBezTo>
                  <a:cubicBezTo>
                    <a:pt x="173" y="20"/>
                    <a:pt x="157" y="4"/>
                    <a:pt x="124" y="4"/>
                  </a:cubicBezTo>
                  <a:cubicBezTo>
                    <a:pt x="117" y="2"/>
                    <a:pt x="11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8" name="Google Shape;12238;p31"/>
            <p:cNvSpPr/>
            <p:nvPr/>
          </p:nvSpPr>
          <p:spPr>
            <a:xfrm>
              <a:off x="4376500" y="3026600"/>
              <a:ext cx="5700" cy="5225"/>
            </a:xfrm>
            <a:custGeom>
              <a:avLst/>
              <a:gdLst/>
              <a:ahLst/>
              <a:cxnLst/>
              <a:rect l="l" t="t" r="r" b="b"/>
              <a:pathLst>
                <a:path w="228" h="209" extrusionOk="0">
                  <a:moveTo>
                    <a:pt x="103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21" y="54"/>
                    <a:pt x="0" y="87"/>
                    <a:pt x="0" y="120"/>
                  </a:cubicBezTo>
                  <a:lnTo>
                    <a:pt x="21" y="141"/>
                  </a:lnTo>
                  <a:cubicBezTo>
                    <a:pt x="21" y="158"/>
                    <a:pt x="37" y="174"/>
                    <a:pt x="54" y="191"/>
                  </a:cubicBezTo>
                  <a:cubicBezTo>
                    <a:pt x="66" y="203"/>
                    <a:pt x="85" y="209"/>
                    <a:pt x="104" y="209"/>
                  </a:cubicBezTo>
                  <a:cubicBezTo>
                    <a:pt x="135" y="209"/>
                    <a:pt x="170" y="194"/>
                    <a:pt x="190" y="174"/>
                  </a:cubicBezTo>
                  <a:cubicBezTo>
                    <a:pt x="227" y="120"/>
                    <a:pt x="227" y="54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9" name="Google Shape;12239;p31"/>
            <p:cNvSpPr/>
            <p:nvPr/>
          </p:nvSpPr>
          <p:spPr>
            <a:xfrm>
              <a:off x="4370100" y="3052375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0" y="1"/>
                  </a:moveTo>
                  <a:cubicBezTo>
                    <a:pt x="71" y="1"/>
                    <a:pt x="17" y="38"/>
                    <a:pt x="1" y="87"/>
                  </a:cubicBezTo>
                  <a:lnTo>
                    <a:pt x="1" y="141"/>
                  </a:lnTo>
                  <a:cubicBezTo>
                    <a:pt x="1" y="141"/>
                    <a:pt x="17" y="141"/>
                    <a:pt x="17" y="157"/>
                  </a:cubicBezTo>
                  <a:lnTo>
                    <a:pt x="17" y="174"/>
                  </a:lnTo>
                  <a:cubicBezTo>
                    <a:pt x="34" y="190"/>
                    <a:pt x="71" y="207"/>
                    <a:pt x="87" y="207"/>
                  </a:cubicBezTo>
                  <a:cubicBezTo>
                    <a:pt x="97" y="212"/>
                    <a:pt x="107" y="214"/>
                    <a:pt x="116" y="214"/>
                  </a:cubicBezTo>
                  <a:cubicBezTo>
                    <a:pt x="139" y="214"/>
                    <a:pt x="159" y="202"/>
                    <a:pt x="174" y="190"/>
                  </a:cubicBezTo>
                  <a:cubicBezTo>
                    <a:pt x="190" y="174"/>
                    <a:pt x="207" y="157"/>
                    <a:pt x="207" y="120"/>
                  </a:cubicBezTo>
                  <a:cubicBezTo>
                    <a:pt x="223" y="104"/>
                    <a:pt x="207" y="71"/>
                    <a:pt x="207" y="54"/>
                  </a:cubicBezTo>
                  <a:cubicBezTo>
                    <a:pt x="190" y="38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0" name="Google Shape;12240;p31"/>
            <p:cNvSpPr/>
            <p:nvPr/>
          </p:nvSpPr>
          <p:spPr>
            <a:xfrm>
              <a:off x="4371350" y="3038500"/>
              <a:ext cx="5675" cy="5350"/>
            </a:xfrm>
            <a:custGeom>
              <a:avLst/>
              <a:gdLst/>
              <a:ahLst/>
              <a:cxnLst/>
              <a:rect l="l" t="t" r="r" b="b"/>
              <a:pathLst>
                <a:path w="227" h="214" extrusionOk="0">
                  <a:moveTo>
                    <a:pt x="103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7" y="40"/>
                    <a:pt x="21" y="57"/>
                    <a:pt x="0" y="94"/>
                  </a:cubicBezTo>
                  <a:cubicBezTo>
                    <a:pt x="0" y="110"/>
                    <a:pt x="0" y="127"/>
                    <a:pt x="21" y="143"/>
                  </a:cubicBezTo>
                  <a:cubicBezTo>
                    <a:pt x="21" y="143"/>
                    <a:pt x="21" y="160"/>
                    <a:pt x="37" y="160"/>
                  </a:cubicBezTo>
                  <a:cubicBezTo>
                    <a:pt x="37" y="180"/>
                    <a:pt x="70" y="197"/>
                    <a:pt x="103" y="213"/>
                  </a:cubicBezTo>
                  <a:cubicBezTo>
                    <a:pt x="157" y="213"/>
                    <a:pt x="206" y="180"/>
                    <a:pt x="206" y="127"/>
                  </a:cubicBezTo>
                  <a:cubicBezTo>
                    <a:pt x="227" y="94"/>
                    <a:pt x="206" y="57"/>
                    <a:pt x="190" y="40"/>
                  </a:cubicBezTo>
                  <a:cubicBezTo>
                    <a:pt x="173" y="24"/>
                    <a:pt x="157" y="7"/>
                    <a:pt x="124" y="7"/>
                  </a:cubicBezTo>
                  <a:cubicBezTo>
                    <a:pt x="118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1" name="Google Shape;12241;p31"/>
            <p:cNvSpPr/>
            <p:nvPr/>
          </p:nvSpPr>
          <p:spPr>
            <a:xfrm>
              <a:off x="4227550" y="31580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50" y="1"/>
                    <a:pt x="1" y="38"/>
                    <a:pt x="1" y="87"/>
                  </a:cubicBezTo>
                  <a:lnTo>
                    <a:pt x="1" y="157"/>
                  </a:lnTo>
                  <a:cubicBezTo>
                    <a:pt x="1" y="157"/>
                    <a:pt x="1" y="174"/>
                    <a:pt x="17" y="174"/>
                  </a:cubicBezTo>
                  <a:cubicBezTo>
                    <a:pt x="34" y="190"/>
                    <a:pt x="50" y="207"/>
                    <a:pt x="83" y="207"/>
                  </a:cubicBezTo>
                  <a:cubicBezTo>
                    <a:pt x="92" y="210"/>
                    <a:pt x="101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4"/>
                    <a:pt x="207" y="71"/>
                    <a:pt x="186" y="54"/>
                  </a:cubicBezTo>
                  <a:cubicBezTo>
                    <a:pt x="170" y="38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2" name="Google Shape;12242;p31"/>
            <p:cNvSpPr/>
            <p:nvPr/>
          </p:nvSpPr>
          <p:spPr>
            <a:xfrm>
              <a:off x="4385975" y="3192875"/>
              <a:ext cx="450" cy="1675"/>
            </a:xfrm>
            <a:custGeom>
              <a:avLst/>
              <a:gdLst/>
              <a:ahLst/>
              <a:cxnLst/>
              <a:rect l="l" t="t" r="r" b="b"/>
              <a:pathLst>
                <a:path w="18" h="67" extrusionOk="0">
                  <a:moveTo>
                    <a:pt x="17" y="0"/>
                  </a:moveTo>
                  <a:cubicBezTo>
                    <a:pt x="17" y="0"/>
                    <a:pt x="17" y="17"/>
                    <a:pt x="1" y="17"/>
                  </a:cubicBezTo>
                  <a:cubicBezTo>
                    <a:pt x="1" y="33"/>
                    <a:pt x="1" y="50"/>
                    <a:pt x="17" y="66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3" name="Google Shape;12243;p31"/>
            <p:cNvSpPr/>
            <p:nvPr/>
          </p:nvSpPr>
          <p:spPr>
            <a:xfrm>
              <a:off x="4115000" y="3227600"/>
              <a:ext cx="6000" cy="5325"/>
            </a:xfrm>
            <a:custGeom>
              <a:avLst/>
              <a:gdLst/>
              <a:ahLst/>
              <a:cxnLst/>
              <a:rect l="l" t="t" r="r" b="b"/>
              <a:pathLst>
                <a:path w="240" h="213" extrusionOk="0">
                  <a:moveTo>
                    <a:pt x="137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33" y="38"/>
                    <a:pt x="1" y="87"/>
                    <a:pt x="17" y="157"/>
                  </a:cubicBezTo>
                  <a:cubicBezTo>
                    <a:pt x="42" y="194"/>
                    <a:pt x="78" y="213"/>
                    <a:pt x="116" y="213"/>
                  </a:cubicBezTo>
                  <a:cubicBezTo>
                    <a:pt x="128" y="213"/>
                    <a:pt x="141" y="211"/>
                    <a:pt x="153" y="207"/>
                  </a:cubicBezTo>
                  <a:cubicBezTo>
                    <a:pt x="174" y="207"/>
                    <a:pt x="190" y="190"/>
                    <a:pt x="207" y="174"/>
                  </a:cubicBezTo>
                  <a:cubicBezTo>
                    <a:pt x="223" y="157"/>
                    <a:pt x="240" y="104"/>
                    <a:pt x="223" y="71"/>
                  </a:cubicBezTo>
                  <a:cubicBezTo>
                    <a:pt x="207" y="38"/>
                    <a:pt x="174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4" name="Google Shape;12244;p31"/>
            <p:cNvSpPr/>
            <p:nvPr/>
          </p:nvSpPr>
          <p:spPr>
            <a:xfrm>
              <a:off x="4174675" y="32568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04" y="0"/>
                  </a:moveTo>
                  <a:cubicBezTo>
                    <a:pt x="71" y="0"/>
                    <a:pt x="34" y="17"/>
                    <a:pt x="1" y="33"/>
                  </a:cubicBezTo>
                  <a:cubicBezTo>
                    <a:pt x="71" y="50"/>
                    <a:pt x="120" y="66"/>
                    <a:pt x="190" y="83"/>
                  </a:cubicBezTo>
                  <a:cubicBezTo>
                    <a:pt x="190" y="66"/>
                    <a:pt x="174" y="66"/>
                    <a:pt x="174" y="50"/>
                  </a:cubicBezTo>
                  <a:cubicBezTo>
                    <a:pt x="157" y="33"/>
                    <a:pt x="120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5" name="Google Shape;12245;p31"/>
            <p:cNvSpPr/>
            <p:nvPr/>
          </p:nvSpPr>
          <p:spPr>
            <a:xfrm>
              <a:off x="4006350" y="2982800"/>
              <a:ext cx="3450" cy="4775"/>
            </a:xfrm>
            <a:custGeom>
              <a:avLst/>
              <a:gdLst/>
              <a:ahLst/>
              <a:cxnLst/>
              <a:rect l="l" t="t" r="r" b="b"/>
              <a:pathLst>
                <a:path w="138" h="191" extrusionOk="0">
                  <a:moveTo>
                    <a:pt x="104" y="1"/>
                  </a:moveTo>
                  <a:cubicBezTo>
                    <a:pt x="67" y="71"/>
                    <a:pt x="34" y="120"/>
                    <a:pt x="1" y="174"/>
                  </a:cubicBezTo>
                  <a:cubicBezTo>
                    <a:pt x="17" y="190"/>
                    <a:pt x="34" y="190"/>
                    <a:pt x="50" y="190"/>
                  </a:cubicBezTo>
                  <a:cubicBezTo>
                    <a:pt x="67" y="190"/>
                    <a:pt x="104" y="174"/>
                    <a:pt x="121" y="157"/>
                  </a:cubicBezTo>
                  <a:cubicBezTo>
                    <a:pt x="137" y="120"/>
                    <a:pt x="137" y="104"/>
                    <a:pt x="137" y="71"/>
                  </a:cubicBezTo>
                  <a:cubicBezTo>
                    <a:pt x="137" y="54"/>
                    <a:pt x="121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6" name="Google Shape;12246;p31"/>
            <p:cNvSpPr/>
            <p:nvPr/>
          </p:nvSpPr>
          <p:spPr>
            <a:xfrm>
              <a:off x="4361550" y="3029600"/>
              <a:ext cx="4250" cy="4425"/>
            </a:xfrm>
            <a:custGeom>
              <a:avLst/>
              <a:gdLst/>
              <a:ahLst/>
              <a:cxnLst/>
              <a:rect l="l" t="t" r="r" b="b"/>
              <a:pathLst>
                <a:path w="170" h="177" extrusionOk="0">
                  <a:moveTo>
                    <a:pt x="137" y="0"/>
                  </a:moveTo>
                  <a:cubicBezTo>
                    <a:pt x="83" y="54"/>
                    <a:pt x="50" y="104"/>
                    <a:pt x="0" y="157"/>
                  </a:cubicBezTo>
                  <a:cubicBezTo>
                    <a:pt x="17" y="174"/>
                    <a:pt x="33" y="174"/>
                    <a:pt x="50" y="174"/>
                  </a:cubicBezTo>
                  <a:cubicBezTo>
                    <a:pt x="59" y="176"/>
                    <a:pt x="68" y="177"/>
                    <a:pt x="77" y="177"/>
                  </a:cubicBezTo>
                  <a:cubicBezTo>
                    <a:pt x="132" y="177"/>
                    <a:pt x="170" y="133"/>
                    <a:pt x="170" y="87"/>
                  </a:cubicBezTo>
                  <a:cubicBezTo>
                    <a:pt x="170" y="71"/>
                    <a:pt x="170" y="38"/>
                    <a:pt x="153" y="21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7" name="Google Shape;12247;p31"/>
            <p:cNvSpPr/>
            <p:nvPr/>
          </p:nvSpPr>
          <p:spPr>
            <a:xfrm>
              <a:off x="4230125" y="3221525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3" y="0"/>
                  </a:moveTo>
                  <a:cubicBezTo>
                    <a:pt x="51" y="0"/>
                    <a:pt x="14" y="33"/>
                    <a:pt x="1" y="91"/>
                  </a:cubicBezTo>
                  <a:lnTo>
                    <a:pt x="1" y="140"/>
                  </a:lnTo>
                  <a:cubicBezTo>
                    <a:pt x="17" y="140"/>
                    <a:pt x="17" y="157"/>
                    <a:pt x="17" y="157"/>
                  </a:cubicBezTo>
                  <a:cubicBezTo>
                    <a:pt x="34" y="178"/>
                    <a:pt x="67" y="194"/>
                    <a:pt x="83" y="194"/>
                  </a:cubicBezTo>
                  <a:cubicBezTo>
                    <a:pt x="95" y="197"/>
                    <a:pt x="107" y="198"/>
                    <a:pt x="117" y="198"/>
                  </a:cubicBezTo>
                  <a:cubicBezTo>
                    <a:pt x="170" y="198"/>
                    <a:pt x="207" y="166"/>
                    <a:pt x="207" y="107"/>
                  </a:cubicBezTo>
                  <a:cubicBezTo>
                    <a:pt x="207" y="91"/>
                    <a:pt x="207" y="54"/>
                    <a:pt x="186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1" y="2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8" name="Google Shape;12248;p31"/>
            <p:cNvSpPr/>
            <p:nvPr/>
          </p:nvSpPr>
          <p:spPr>
            <a:xfrm>
              <a:off x="4021825" y="2963950"/>
              <a:ext cx="3425" cy="3425"/>
            </a:xfrm>
            <a:custGeom>
              <a:avLst/>
              <a:gdLst/>
              <a:ahLst/>
              <a:cxnLst/>
              <a:rect l="l" t="t" r="r" b="b"/>
              <a:pathLst>
                <a:path w="137" h="137" extrusionOk="0">
                  <a:moveTo>
                    <a:pt x="136" y="0"/>
                  </a:moveTo>
                  <a:cubicBezTo>
                    <a:pt x="87" y="50"/>
                    <a:pt x="50" y="87"/>
                    <a:pt x="0" y="120"/>
                  </a:cubicBezTo>
                  <a:cubicBezTo>
                    <a:pt x="17" y="136"/>
                    <a:pt x="33" y="136"/>
                    <a:pt x="50" y="136"/>
                  </a:cubicBezTo>
                  <a:cubicBezTo>
                    <a:pt x="66" y="120"/>
                    <a:pt x="103" y="120"/>
                    <a:pt x="120" y="87"/>
                  </a:cubicBezTo>
                  <a:cubicBezTo>
                    <a:pt x="136" y="70"/>
                    <a:pt x="136" y="50"/>
                    <a:pt x="136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9" name="Google Shape;12249;p31"/>
            <p:cNvSpPr/>
            <p:nvPr/>
          </p:nvSpPr>
          <p:spPr>
            <a:xfrm>
              <a:off x="4383000" y="3058875"/>
              <a:ext cx="3425" cy="5175"/>
            </a:xfrm>
            <a:custGeom>
              <a:avLst/>
              <a:gdLst/>
              <a:ahLst/>
              <a:cxnLst/>
              <a:rect l="l" t="t" r="r" b="b"/>
              <a:pathLst>
                <a:path w="137" h="207" extrusionOk="0">
                  <a:moveTo>
                    <a:pt x="103" y="0"/>
                  </a:moveTo>
                  <a:cubicBezTo>
                    <a:pt x="70" y="0"/>
                    <a:pt x="50" y="17"/>
                    <a:pt x="33" y="33"/>
                  </a:cubicBezTo>
                  <a:cubicBezTo>
                    <a:pt x="17" y="66"/>
                    <a:pt x="0" y="87"/>
                    <a:pt x="0" y="120"/>
                  </a:cubicBezTo>
                  <a:cubicBezTo>
                    <a:pt x="17" y="120"/>
                    <a:pt x="17" y="136"/>
                    <a:pt x="17" y="136"/>
                  </a:cubicBezTo>
                  <a:cubicBezTo>
                    <a:pt x="17" y="153"/>
                    <a:pt x="33" y="169"/>
                    <a:pt x="50" y="190"/>
                  </a:cubicBezTo>
                  <a:cubicBezTo>
                    <a:pt x="70" y="206"/>
                    <a:pt x="103" y="206"/>
                    <a:pt x="136" y="206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0" name="Google Shape;12250;p31"/>
            <p:cNvSpPr/>
            <p:nvPr/>
          </p:nvSpPr>
          <p:spPr>
            <a:xfrm>
              <a:off x="4308675" y="30485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7" y="33"/>
                    <a:pt x="17" y="50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90"/>
                    <a:pt x="71" y="206"/>
                    <a:pt x="87" y="206"/>
                  </a:cubicBezTo>
                  <a:cubicBezTo>
                    <a:pt x="157" y="206"/>
                    <a:pt x="207" y="169"/>
                    <a:pt x="207" y="120"/>
                  </a:cubicBezTo>
                  <a:cubicBezTo>
                    <a:pt x="223" y="87"/>
                    <a:pt x="207" y="66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1" name="Google Shape;12251;p31"/>
            <p:cNvSpPr/>
            <p:nvPr/>
          </p:nvSpPr>
          <p:spPr>
            <a:xfrm>
              <a:off x="4296200" y="30412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cubicBezTo>
                    <a:pt x="17" y="153"/>
                    <a:pt x="17" y="153"/>
                    <a:pt x="38" y="173"/>
                  </a:cubicBezTo>
                  <a:cubicBezTo>
                    <a:pt x="54" y="190"/>
                    <a:pt x="71" y="206"/>
                    <a:pt x="104" y="206"/>
                  </a:cubicBezTo>
                  <a:cubicBezTo>
                    <a:pt x="120" y="206"/>
                    <a:pt x="157" y="206"/>
                    <a:pt x="174" y="190"/>
                  </a:cubicBezTo>
                  <a:cubicBezTo>
                    <a:pt x="190" y="173"/>
                    <a:pt x="207" y="136"/>
                    <a:pt x="223" y="120"/>
                  </a:cubicBezTo>
                  <a:cubicBezTo>
                    <a:pt x="223" y="87"/>
                    <a:pt x="207" y="70"/>
                    <a:pt x="190" y="33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2" name="Google Shape;12252;p31"/>
            <p:cNvSpPr/>
            <p:nvPr/>
          </p:nvSpPr>
          <p:spPr>
            <a:xfrm>
              <a:off x="4257550" y="30406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6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17" y="23"/>
                    <a:pt x="0" y="73"/>
                    <a:pt x="17" y="143"/>
                  </a:cubicBezTo>
                  <a:cubicBezTo>
                    <a:pt x="33" y="183"/>
                    <a:pt x="74" y="203"/>
                    <a:pt x="116" y="203"/>
                  </a:cubicBezTo>
                  <a:cubicBezTo>
                    <a:pt x="130" y="203"/>
                    <a:pt x="144" y="201"/>
                    <a:pt x="157" y="196"/>
                  </a:cubicBezTo>
                  <a:cubicBezTo>
                    <a:pt x="207" y="176"/>
                    <a:pt x="244" y="110"/>
                    <a:pt x="223" y="56"/>
                  </a:cubicBezTo>
                  <a:cubicBezTo>
                    <a:pt x="198" y="19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3" name="Google Shape;12253;p31"/>
            <p:cNvSpPr/>
            <p:nvPr/>
          </p:nvSpPr>
          <p:spPr>
            <a:xfrm>
              <a:off x="4242500" y="3074750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4" y="0"/>
                  </a:moveTo>
                  <a:cubicBezTo>
                    <a:pt x="71" y="0"/>
                    <a:pt x="38" y="17"/>
                    <a:pt x="21" y="70"/>
                  </a:cubicBezTo>
                  <a:lnTo>
                    <a:pt x="1" y="87"/>
                  </a:lnTo>
                  <a:cubicBezTo>
                    <a:pt x="1" y="103"/>
                    <a:pt x="1" y="120"/>
                    <a:pt x="21" y="136"/>
                  </a:cubicBezTo>
                  <a:cubicBezTo>
                    <a:pt x="21" y="173"/>
                    <a:pt x="38" y="190"/>
                    <a:pt x="71" y="190"/>
                  </a:cubicBezTo>
                  <a:cubicBezTo>
                    <a:pt x="71" y="206"/>
                    <a:pt x="87" y="206"/>
                    <a:pt x="87" y="206"/>
                  </a:cubicBezTo>
                  <a:cubicBezTo>
                    <a:pt x="157" y="206"/>
                    <a:pt x="207" y="173"/>
                    <a:pt x="207" y="120"/>
                  </a:cubicBezTo>
                  <a:cubicBezTo>
                    <a:pt x="227" y="87"/>
                    <a:pt x="207" y="70"/>
                    <a:pt x="190" y="33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4" name="Google Shape;12254;p31"/>
            <p:cNvSpPr/>
            <p:nvPr/>
          </p:nvSpPr>
          <p:spPr>
            <a:xfrm>
              <a:off x="4282900" y="30472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11" y="0"/>
                  </a:moveTo>
                  <a:cubicBezTo>
                    <a:pt x="75" y="0"/>
                    <a:pt x="40" y="15"/>
                    <a:pt x="17" y="39"/>
                  </a:cubicBezTo>
                  <a:cubicBezTo>
                    <a:pt x="1" y="72"/>
                    <a:pt x="1" y="88"/>
                    <a:pt x="1" y="121"/>
                  </a:cubicBezTo>
                  <a:lnTo>
                    <a:pt x="1" y="142"/>
                  </a:lnTo>
                  <a:cubicBezTo>
                    <a:pt x="17" y="158"/>
                    <a:pt x="17" y="175"/>
                    <a:pt x="34" y="191"/>
                  </a:cubicBezTo>
                  <a:cubicBezTo>
                    <a:pt x="54" y="204"/>
                    <a:pt x="77" y="209"/>
                    <a:pt x="99" y="209"/>
                  </a:cubicBezTo>
                  <a:cubicBezTo>
                    <a:pt x="135" y="209"/>
                    <a:pt x="170" y="195"/>
                    <a:pt x="190" y="175"/>
                  </a:cubicBezTo>
                  <a:cubicBezTo>
                    <a:pt x="207" y="158"/>
                    <a:pt x="207" y="121"/>
                    <a:pt x="207" y="88"/>
                  </a:cubicBezTo>
                  <a:cubicBezTo>
                    <a:pt x="207" y="72"/>
                    <a:pt x="190" y="39"/>
                    <a:pt x="174" y="18"/>
                  </a:cubicBezTo>
                  <a:cubicBezTo>
                    <a:pt x="154" y="6"/>
                    <a:pt x="132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5" name="Google Shape;12255;p31"/>
            <p:cNvSpPr/>
            <p:nvPr/>
          </p:nvSpPr>
          <p:spPr>
            <a:xfrm>
              <a:off x="4291450" y="3069175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5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22" y="34"/>
                    <a:pt x="1" y="50"/>
                    <a:pt x="1" y="87"/>
                  </a:cubicBezTo>
                  <a:lnTo>
                    <a:pt x="1" y="137"/>
                  </a:lnTo>
                  <a:lnTo>
                    <a:pt x="22" y="153"/>
                  </a:lnTo>
                  <a:cubicBezTo>
                    <a:pt x="38" y="190"/>
                    <a:pt x="55" y="190"/>
                    <a:pt x="87" y="207"/>
                  </a:cubicBezTo>
                  <a:cubicBezTo>
                    <a:pt x="141" y="207"/>
                    <a:pt x="191" y="170"/>
                    <a:pt x="207" y="120"/>
                  </a:cubicBezTo>
                  <a:cubicBezTo>
                    <a:pt x="207" y="87"/>
                    <a:pt x="207" y="50"/>
                    <a:pt x="191" y="34"/>
                  </a:cubicBezTo>
                  <a:cubicBezTo>
                    <a:pt x="174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6" name="Google Shape;12256;p31"/>
            <p:cNvSpPr/>
            <p:nvPr/>
          </p:nvSpPr>
          <p:spPr>
            <a:xfrm>
              <a:off x="4256300" y="305442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94" y="1"/>
                  </a:moveTo>
                  <a:cubicBezTo>
                    <a:pt x="51" y="1"/>
                    <a:pt x="15" y="34"/>
                    <a:pt x="1" y="92"/>
                  </a:cubicBezTo>
                  <a:cubicBezTo>
                    <a:pt x="1" y="108"/>
                    <a:pt x="1" y="125"/>
                    <a:pt x="17" y="141"/>
                  </a:cubicBezTo>
                  <a:lnTo>
                    <a:pt x="17" y="162"/>
                  </a:lnTo>
                  <a:cubicBezTo>
                    <a:pt x="34" y="178"/>
                    <a:pt x="67" y="195"/>
                    <a:pt x="88" y="211"/>
                  </a:cubicBezTo>
                  <a:cubicBezTo>
                    <a:pt x="154" y="211"/>
                    <a:pt x="207" y="178"/>
                    <a:pt x="207" y="125"/>
                  </a:cubicBezTo>
                  <a:cubicBezTo>
                    <a:pt x="224" y="92"/>
                    <a:pt x="207" y="59"/>
                    <a:pt x="191" y="38"/>
                  </a:cubicBezTo>
                  <a:cubicBezTo>
                    <a:pt x="170" y="22"/>
                    <a:pt x="154" y="5"/>
                    <a:pt x="121" y="5"/>
                  </a:cubicBezTo>
                  <a:cubicBezTo>
                    <a:pt x="111" y="2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7" name="Google Shape;12257;p31"/>
            <p:cNvSpPr/>
            <p:nvPr/>
          </p:nvSpPr>
          <p:spPr>
            <a:xfrm>
              <a:off x="4263125" y="301495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4" y="1"/>
                    <a:pt x="17" y="34"/>
                    <a:pt x="0" y="92"/>
                  </a:cubicBezTo>
                  <a:lnTo>
                    <a:pt x="0" y="125"/>
                  </a:lnTo>
                  <a:cubicBezTo>
                    <a:pt x="0" y="125"/>
                    <a:pt x="0" y="141"/>
                    <a:pt x="21" y="141"/>
                  </a:cubicBezTo>
                  <a:lnTo>
                    <a:pt x="21" y="158"/>
                  </a:lnTo>
                  <a:cubicBezTo>
                    <a:pt x="37" y="195"/>
                    <a:pt x="70" y="195"/>
                    <a:pt x="87" y="211"/>
                  </a:cubicBezTo>
                  <a:cubicBezTo>
                    <a:pt x="124" y="211"/>
                    <a:pt x="157" y="195"/>
                    <a:pt x="173" y="195"/>
                  </a:cubicBezTo>
                  <a:cubicBezTo>
                    <a:pt x="190" y="174"/>
                    <a:pt x="206" y="141"/>
                    <a:pt x="206" y="125"/>
                  </a:cubicBezTo>
                  <a:cubicBezTo>
                    <a:pt x="206" y="92"/>
                    <a:pt x="206" y="71"/>
                    <a:pt x="190" y="55"/>
                  </a:cubicBezTo>
                  <a:cubicBezTo>
                    <a:pt x="190" y="22"/>
                    <a:pt x="157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8" name="Google Shape;12258;p31"/>
            <p:cNvSpPr/>
            <p:nvPr/>
          </p:nvSpPr>
          <p:spPr>
            <a:xfrm>
              <a:off x="4262300" y="30286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4" y="0"/>
                  </a:moveTo>
                  <a:cubicBezTo>
                    <a:pt x="53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17" y="141"/>
                    <a:pt x="17" y="161"/>
                    <a:pt x="17" y="161"/>
                  </a:cubicBezTo>
                  <a:cubicBezTo>
                    <a:pt x="33" y="194"/>
                    <a:pt x="54" y="194"/>
                    <a:pt x="87" y="211"/>
                  </a:cubicBezTo>
                  <a:cubicBezTo>
                    <a:pt x="136" y="211"/>
                    <a:pt x="206" y="178"/>
                    <a:pt x="206" y="124"/>
                  </a:cubicBezTo>
                  <a:cubicBezTo>
                    <a:pt x="206" y="91"/>
                    <a:pt x="206" y="58"/>
                    <a:pt x="190" y="37"/>
                  </a:cubicBezTo>
                  <a:cubicBezTo>
                    <a:pt x="173" y="21"/>
                    <a:pt x="157" y="4"/>
                    <a:pt x="120" y="4"/>
                  </a:cubicBezTo>
                  <a:cubicBezTo>
                    <a:pt x="111" y="2"/>
                    <a:pt x="103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9" name="Google Shape;12259;p31"/>
            <p:cNvSpPr/>
            <p:nvPr/>
          </p:nvSpPr>
          <p:spPr>
            <a:xfrm>
              <a:off x="4208175" y="3048875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5" y="0"/>
                  </a:moveTo>
                  <a:cubicBezTo>
                    <a:pt x="54" y="0"/>
                    <a:pt x="14" y="33"/>
                    <a:pt x="1" y="91"/>
                  </a:cubicBezTo>
                  <a:lnTo>
                    <a:pt x="1" y="141"/>
                  </a:lnTo>
                  <a:cubicBezTo>
                    <a:pt x="17" y="178"/>
                    <a:pt x="54" y="194"/>
                    <a:pt x="87" y="194"/>
                  </a:cubicBezTo>
                  <a:cubicBezTo>
                    <a:pt x="99" y="197"/>
                    <a:pt x="110" y="198"/>
                    <a:pt x="121" y="198"/>
                  </a:cubicBezTo>
                  <a:cubicBezTo>
                    <a:pt x="173" y="198"/>
                    <a:pt x="207" y="166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0" name="Google Shape;12260;p31"/>
            <p:cNvSpPr/>
            <p:nvPr/>
          </p:nvSpPr>
          <p:spPr>
            <a:xfrm>
              <a:off x="4210350" y="303335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4" y="1"/>
                  </a:moveTo>
                  <a:cubicBezTo>
                    <a:pt x="112" y="1"/>
                    <a:pt x="99" y="3"/>
                    <a:pt x="87" y="7"/>
                  </a:cubicBezTo>
                  <a:cubicBezTo>
                    <a:pt x="17" y="24"/>
                    <a:pt x="0" y="94"/>
                    <a:pt x="17" y="143"/>
                  </a:cubicBezTo>
                  <a:cubicBezTo>
                    <a:pt x="17" y="160"/>
                    <a:pt x="33" y="160"/>
                    <a:pt x="50" y="180"/>
                  </a:cubicBezTo>
                  <a:cubicBezTo>
                    <a:pt x="64" y="192"/>
                    <a:pt x="93" y="204"/>
                    <a:pt x="121" y="204"/>
                  </a:cubicBezTo>
                  <a:cubicBezTo>
                    <a:pt x="132" y="204"/>
                    <a:pt x="143" y="202"/>
                    <a:pt x="153" y="197"/>
                  </a:cubicBezTo>
                  <a:cubicBezTo>
                    <a:pt x="190" y="180"/>
                    <a:pt x="223" y="143"/>
                    <a:pt x="223" y="110"/>
                  </a:cubicBezTo>
                  <a:lnTo>
                    <a:pt x="223" y="57"/>
                  </a:lnTo>
                  <a:cubicBezTo>
                    <a:pt x="198" y="19"/>
                    <a:pt x="162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1" name="Google Shape;12261;p31"/>
            <p:cNvSpPr/>
            <p:nvPr/>
          </p:nvSpPr>
          <p:spPr>
            <a:xfrm>
              <a:off x="4206425" y="30639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0" y="0"/>
                  </a:moveTo>
                  <a:cubicBezTo>
                    <a:pt x="37" y="0"/>
                    <a:pt x="1" y="33"/>
                    <a:pt x="1" y="91"/>
                  </a:cubicBezTo>
                  <a:lnTo>
                    <a:pt x="1" y="141"/>
                  </a:lnTo>
                  <a:lnTo>
                    <a:pt x="21" y="157"/>
                  </a:lnTo>
                  <a:cubicBezTo>
                    <a:pt x="38" y="174"/>
                    <a:pt x="54" y="194"/>
                    <a:pt x="87" y="211"/>
                  </a:cubicBezTo>
                  <a:cubicBezTo>
                    <a:pt x="124" y="211"/>
                    <a:pt x="141" y="194"/>
                    <a:pt x="157" y="174"/>
                  </a:cubicBezTo>
                  <a:cubicBezTo>
                    <a:pt x="190" y="174"/>
                    <a:pt x="207" y="141"/>
                    <a:pt x="207" y="124"/>
                  </a:cubicBezTo>
                  <a:cubicBezTo>
                    <a:pt x="207" y="91"/>
                    <a:pt x="207" y="54"/>
                    <a:pt x="190" y="37"/>
                  </a:cubicBezTo>
                  <a:cubicBezTo>
                    <a:pt x="174" y="21"/>
                    <a:pt x="141" y="4"/>
                    <a:pt x="124" y="4"/>
                  </a:cubicBezTo>
                  <a:cubicBezTo>
                    <a:pt x="112" y="2"/>
                    <a:pt x="101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2" name="Google Shape;12262;p31"/>
            <p:cNvSpPr/>
            <p:nvPr/>
          </p:nvSpPr>
          <p:spPr>
            <a:xfrm>
              <a:off x="4202600" y="30777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2" y="1"/>
                  </a:moveTo>
                  <a:cubicBezTo>
                    <a:pt x="83" y="1"/>
                    <a:pt x="54" y="14"/>
                    <a:pt x="34" y="32"/>
                  </a:cubicBezTo>
                  <a:cubicBezTo>
                    <a:pt x="17" y="69"/>
                    <a:pt x="1" y="85"/>
                    <a:pt x="17" y="118"/>
                  </a:cubicBezTo>
                  <a:lnTo>
                    <a:pt x="17" y="135"/>
                  </a:lnTo>
                  <a:cubicBezTo>
                    <a:pt x="17" y="155"/>
                    <a:pt x="34" y="172"/>
                    <a:pt x="50" y="188"/>
                  </a:cubicBezTo>
                  <a:cubicBezTo>
                    <a:pt x="67" y="203"/>
                    <a:pt x="90" y="211"/>
                    <a:pt x="113" y="211"/>
                  </a:cubicBezTo>
                  <a:cubicBezTo>
                    <a:pt x="141" y="211"/>
                    <a:pt x="170" y="199"/>
                    <a:pt x="191" y="172"/>
                  </a:cubicBezTo>
                  <a:cubicBezTo>
                    <a:pt x="207" y="155"/>
                    <a:pt x="224" y="118"/>
                    <a:pt x="224" y="102"/>
                  </a:cubicBezTo>
                  <a:cubicBezTo>
                    <a:pt x="224" y="69"/>
                    <a:pt x="207" y="52"/>
                    <a:pt x="174" y="32"/>
                  </a:cubicBezTo>
                  <a:cubicBezTo>
                    <a:pt x="157" y="9"/>
                    <a:pt x="135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3" name="Google Shape;12263;p31"/>
            <p:cNvSpPr/>
            <p:nvPr/>
          </p:nvSpPr>
          <p:spPr>
            <a:xfrm>
              <a:off x="4209000" y="31274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4" y="0"/>
                  </a:moveTo>
                  <a:cubicBezTo>
                    <a:pt x="59" y="0"/>
                    <a:pt x="19" y="47"/>
                    <a:pt x="1" y="90"/>
                  </a:cubicBezTo>
                  <a:lnTo>
                    <a:pt x="1" y="143"/>
                  </a:lnTo>
                  <a:cubicBezTo>
                    <a:pt x="21" y="143"/>
                    <a:pt x="21" y="160"/>
                    <a:pt x="21" y="160"/>
                  </a:cubicBezTo>
                  <a:cubicBezTo>
                    <a:pt x="38" y="193"/>
                    <a:pt x="71" y="193"/>
                    <a:pt x="87" y="209"/>
                  </a:cubicBezTo>
                  <a:cubicBezTo>
                    <a:pt x="157" y="209"/>
                    <a:pt x="207" y="176"/>
                    <a:pt x="207" y="127"/>
                  </a:cubicBezTo>
                  <a:cubicBezTo>
                    <a:pt x="207" y="90"/>
                    <a:pt x="207" y="57"/>
                    <a:pt x="190" y="40"/>
                  </a:cubicBezTo>
                  <a:cubicBezTo>
                    <a:pt x="174" y="24"/>
                    <a:pt x="157" y="3"/>
                    <a:pt x="124" y="3"/>
                  </a:cubicBezTo>
                  <a:cubicBezTo>
                    <a:pt x="118" y="1"/>
                    <a:pt x="11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4" name="Google Shape;12264;p31"/>
            <p:cNvSpPr/>
            <p:nvPr/>
          </p:nvSpPr>
          <p:spPr>
            <a:xfrm>
              <a:off x="4267450" y="3060900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07" y="0"/>
                  </a:moveTo>
                  <a:cubicBezTo>
                    <a:pt x="95" y="0"/>
                    <a:pt x="83" y="2"/>
                    <a:pt x="70" y="6"/>
                  </a:cubicBezTo>
                  <a:cubicBezTo>
                    <a:pt x="17" y="39"/>
                    <a:pt x="0" y="88"/>
                    <a:pt x="17" y="142"/>
                  </a:cubicBezTo>
                  <a:cubicBezTo>
                    <a:pt x="31" y="183"/>
                    <a:pt x="82" y="216"/>
                    <a:pt x="130" y="216"/>
                  </a:cubicBezTo>
                  <a:cubicBezTo>
                    <a:pt x="139" y="216"/>
                    <a:pt x="148" y="215"/>
                    <a:pt x="157" y="212"/>
                  </a:cubicBezTo>
                  <a:cubicBezTo>
                    <a:pt x="206" y="175"/>
                    <a:pt x="239" y="125"/>
                    <a:pt x="206" y="72"/>
                  </a:cubicBezTo>
                  <a:cubicBezTo>
                    <a:pt x="193" y="32"/>
                    <a:pt x="156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5" name="Google Shape;12265;p31"/>
            <p:cNvSpPr/>
            <p:nvPr/>
          </p:nvSpPr>
          <p:spPr>
            <a:xfrm>
              <a:off x="4286300" y="3033400"/>
              <a:ext cx="5700" cy="5050"/>
            </a:xfrm>
            <a:custGeom>
              <a:avLst/>
              <a:gdLst/>
              <a:ahLst/>
              <a:cxnLst/>
              <a:rect l="l" t="t" r="r" b="b"/>
              <a:pathLst>
                <a:path w="228" h="202" extrusionOk="0">
                  <a:moveTo>
                    <a:pt x="98" y="1"/>
                  </a:moveTo>
                  <a:cubicBezTo>
                    <a:pt x="55" y="1"/>
                    <a:pt x="18" y="34"/>
                    <a:pt x="1" y="92"/>
                  </a:cubicBezTo>
                  <a:cubicBezTo>
                    <a:pt x="1" y="108"/>
                    <a:pt x="1" y="125"/>
                    <a:pt x="21" y="141"/>
                  </a:cubicBezTo>
                  <a:lnTo>
                    <a:pt x="21" y="158"/>
                  </a:lnTo>
                  <a:cubicBezTo>
                    <a:pt x="38" y="178"/>
                    <a:pt x="71" y="195"/>
                    <a:pt x="87" y="195"/>
                  </a:cubicBezTo>
                  <a:cubicBezTo>
                    <a:pt x="98" y="200"/>
                    <a:pt x="109" y="202"/>
                    <a:pt x="119" y="202"/>
                  </a:cubicBezTo>
                  <a:cubicBezTo>
                    <a:pt x="142" y="202"/>
                    <a:pt x="162" y="190"/>
                    <a:pt x="174" y="178"/>
                  </a:cubicBezTo>
                  <a:cubicBezTo>
                    <a:pt x="190" y="158"/>
                    <a:pt x="207" y="141"/>
                    <a:pt x="207" y="108"/>
                  </a:cubicBezTo>
                  <a:cubicBezTo>
                    <a:pt x="228" y="92"/>
                    <a:pt x="207" y="55"/>
                    <a:pt x="190" y="38"/>
                  </a:cubicBezTo>
                  <a:cubicBezTo>
                    <a:pt x="174" y="22"/>
                    <a:pt x="157" y="5"/>
                    <a:pt x="124" y="5"/>
                  </a:cubicBezTo>
                  <a:cubicBezTo>
                    <a:pt x="115" y="2"/>
                    <a:pt x="106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6" name="Google Shape;12266;p31"/>
            <p:cNvSpPr/>
            <p:nvPr/>
          </p:nvSpPr>
          <p:spPr>
            <a:xfrm>
              <a:off x="4211175" y="309970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103" y="0"/>
                    <a:pt x="70" y="0"/>
                    <a:pt x="54" y="16"/>
                  </a:cubicBezTo>
                  <a:cubicBezTo>
                    <a:pt x="17" y="33"/>
                    <a:pt x="17" y="49"/>
                    <a:pt x="0" y="82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53"/>
                  </a:lnTo>
                  <a:cubicBezTo>
                    <a:pt x="37" y="186"/>
                    <a:pt x="70" y="206"/>
                    <a:pt x="87" y="206"/>
                  </a:cubicBezTo>
                  <a:cubicBezTo>
                    <a:pt x="157" y="206"/>
                    <a:pt x="206" y="169"/>
                    <a:pt x="206" y="120"/>
                  </a:cubicBezTo>
                  <a:cubicBezTo>
                    <a:pt x="223" y="82"/>
                    <a:pt x="206" y="66"/>
                    <a:pt x="190" y="33"/>
                  </a:cubicBezTo>
                  <a:cubicBezTo>
                    <a:pt x="173" y="16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7" name="Google Shape;12267;p31"/>
            <p:cNvSpPr/>
            <p:nvPr/>
          </p:nvSpPr>
          <p:spPr>
            <a:xfrm>
              <a:off x="4209925" y="31137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3" y="1"/>
                  </a:moveTo>
                  <a:cubicBezTo>
                    <a:pt x="51" y="1"/>
                    <a:pt x="14" y="33"/>
                    <a:pt x="1" y="91"/>
                  </a:cubicBezTo>
                  <a:lnTo>
                    <a:pt x="1" y="124"/>
                  </a:lnTo>
                  <a:lnTo>
                    <a:pt x="17" y="141"/>
                  </a:lnTo>
                  <a:lnTo>
                    <a:pt x="17" y="162"/>
                  </a:lnTo>
                  <a:cubicBezTo>
                    <a:pt x="34" y="194"/>
                    <a:pt x="67" y="194"/>
                    <a:pt x="87" y="211"/>
                  </a:cubicBezTo>
                  <a:cubicBezTo>
                    <a:pt x="120" y="211"/>
                    <a:pt x="153" y="194"/>
                    <a:pt x="170" y="194"/>
                  </a:cubicBezTo>
                  <a:cubicBezTo>
                    <a:pt x="190" y="178"/>
                    <a:pt x="207" y="141"/>
                    <a:pt x="207" y="124"/>
                  </a:cubicBezTo>
                  <a:cubicBezTo>
                    <a:pt x="223" y="91"/>
                    <a:pt x="207" y="75"/>
                    <a:pt x="207" y="58"/>
                  </a:cubicBezTo>
                  <a:cubicBezTo>
                    <a:pt x="190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8" name="Google Shape;12268;p31"/>
            <p:cNvSpPr/>
            <p:nvPr/>
          </p:nvSpPr>
          <p:spPr>
            <a:xfrm>
              <a:off x="4364550" y="3078050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13" y="0"/>
                  </a:moveTo>
                  <a:cubicBezTo>
                    <a:pt x="104" y="0"/>
                    <a:pt x="95" y="1"/>
                    <a:pt x="87" y="4"/>
                  </a:cubicBezTo>
                  <a:cubicBezTo>
                    <a:pt x="33" y="41"/>
                    <a:pt x="0" y="91"/>
                    <a:pt x="17" y="144"/>
                  </a:cubicBezTo>
                  <a:cubicBezTo>
                    <a:pt x="30" y="185"/>
                    <a:pt x="80" y="215"/>
                    <a:pt x="125" y="215"/>
                  </a:cubicBezTo>
                  <a:cubicBezTo>
                    <a:pt x="134" y="215"/>
                    <a:pt x="144" y="213"/>
                    <a:pt x="153" y="210"/>
                  </a:cubicBezTo>
                  <a:cubicBezTo>
                    <a:pt x="206" y="194"/>
                    <a:pt x="239" y="124"/>
                    <a:pt x="223" y="74"/>
                  </a:cubicBezTo>
                  <a:cubicBezTo>
                    <a:pt x="195" y="30"/>
                    <a:pt x="154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9" name="Google Shape;12269;p31"/>
            <p:cNvSpPr/>
            <p:nvPr/>
          </p:nvSpPr>
          <p:spPr>
            <a:xfrm>
              <a:off x="4204775" y="298095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0" y="0"/>
                  </a:moveTo>
                  <a:cubicBezTo>
                    <a:pt x="67" y="0"/>
                    <a:pt x="45" y="14"/>
                    <a:pt x="34" y="25"/>
                  </a:cubicBezTo>
                  <a:cubicBezTo>
                    <a:pt x="17" y="42"/>
                    <a:pt x="1" y="58"/>
                    <a:pt x="1" y="91"/>
                  </a:cubicBezTo>
                  <a:lnTo>
                    <a:pt x="1" y="145"/>
                  </a:lnTo>
                  <a:cubicBezTo>
                    <a:pt x="17" y="178"/>
                    <a:pt x="50" y="194"/>
                    <a:pt x="87" y="194"/>
                  </a:cubicBezTo>
                  <a:lnTo>
                    <a:pt x="104" y="194"/>
                  </a:lnTo>
                  <a:cubicBezTo>
                    <a:pt x="111" y="197"/>
                    <a:pt x="119" y="199"/>
                    <a:pt x="126" y="199"/>
                  </a:cubicBezTo>
                  <a:cubicBezTo>
                    <a:pt x="168" y="199"/>
                    <a:pt x="207" y="154"/>
                    <a:pt x="207" y="112"/>
                  </a:cubicBezTo>
                  <a:cubicBezTo>
                    <a:pt x="207" y="91"/>
                    <a:pt x="207" y="58"/>
                    <a:pt x="190" y="42"/>
                  </a:cubicBezTo>
                  <a:cubicBezTo>
                    <a:pt x="170" y="25"/>
                    <a:pt x="153" y="9"/>
                    <a:pt x="120" y="9"/>
                  </a:cubicBezTo>
                  <a:cubicBezTo>
                    <a:pt x="110" y="3"/>
                    <a:pt x="100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0" name="Google Shape;12270;p31"/>
            <p:cNvSpPr/>
            <p:nvPr/>
          </p:nvSpPr>
          <p:spPr>
            <a:xfrm>
              <a:off x="4203425" y="299695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95" y="0"/>
                  </a:moveTo>
                  <a:cubicBezTo>
                    <a:pt x="41" y="0"/>
                    <a:pt x="1" y="44"/>
                    <a:pt x="1" y="90"/>
                  </a:cubicBezTo>
                  <a:lnTo>
                    <a:pt x="1" y="140"/>
                  </a:lnTo>
                  <a:lnTo>
                    <a:pt x="17" y="156"/>
                  </a:lnTo>
                  <a:cubicBezTo>
                    <a:pt x="38" y="193"/>
                    <a:pt x="55" y="193"/>
                    <a:pt x="88" y="210"/>
                  </a:cubicBezTo>
                  <a:cubicBezTo>
                    <a:pt x="141" y="210"/>
                    <a:pt x="191" y="173"/>
                    <a:pt x="207" y="123"/>
                  </a:cubicBezTo>
                  <a:cubicBezTo>
                    <a:pt x="207" y="90"/>
                    <a:pt x="207" y="53"/>
                    <a:pt x="191" y="37"/>
                  </a:cubicBezTo>
                  <a:cubicBezTo>
                    <a:pt x="174" y="20"/>
                    <a:pt x="141" y="4"/>
                    <a:pt x="121" y="4"/>
                  </a:cubicBezTo>
                  <a:cubicBezTo>
                    <a:pt x="112" y="1"/>
                    <a:pt x="103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1" name="Google Shape;12271;p31"/>
            <p:cNvSpPr/>
            <p:nvPr/>
          </p:nvSpPr>
          <p:spPr>
            <a:xfrm>
              <a:off x="4206950" y="296915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9" y="0"/>
                  </a:moveTo>
                  <a:cubicBezTo>
                    <a:pt x="80" y="0"/>
                    <a:pt x="51" y="13"/>
                    <a:pt x="33" y="31"/>
                  </a:cubicBezTo>
                  <a:cubicBezTo>
                    <a:pt x="17" y="68"/>
                    <a:pt x="0" y="85"/>
                    <a:pt x="17" y="118"/>
                  </a:cubicBezTo>
                  <a:lnTo>
                    <a:pt x="17" y="134"/>
                  </a:lnTo>
                  <a:cubicBezTo>
                    <a:pt x="17" y="151"/>
                    <a:pt x="33" y="171"/>
                    <a:pt x="50" y="188"/>
                  </a:cubicBezTo>
                  <a:cubicBezTo>
                    <a:pt x="66" y="204"/>
                    <a:pt x="103" y="204"/>
                    <a:pt x="120" y="204"/>
                  </a:cubicBezTo>
                  <a:cubicBezTo>
                    <a:pt x="153" y="204"/>
                    <a:pt x="169" y="188"/>
                    <a:pt x="186" y="171"/>
                  </a:cubicBezTo>
                  <a:cubicBezTo>
                    <a:pt x="206" y="151"/>
                    <a:pt x="223" y="118"/>
                    <a:pt x="223" y="101"/>
                  </a:cubicBezTo>
                  <a:cubicBezTo>
                    <a:pt x="223" y="68"/>
                    <a:pt x="206" y="48"/>
                    <a:pt x="169" y="31"/>
                  </a:cubicBezTo>
                  <a:cubicBezTo>
                    <a:pt x="154" y="9"/>
                    <a:pt x="132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2" name="Google Shape;12272;p31"/>
            <p:cNvSpPr/>
            <p:nvPr/>
          </p:nvSpPr>
          <p:spPr>
            <a:xfrm>
              <a:off x="4211575" y="3020875"/>
              <a:ext cx="5700" cy="5350"/>
            </a:xfrm>
            <a:custGeom>
              <a:avLst/>
              <a:gdLst/>
              <a:ahLst/>
              <a:cxnLst/>
              <a:rect l="l" t="t" r="r" b="b"/>
              <a:pathLst>
                <a:path w="228" h="214" extrusionOk="0">
                  <a:moveTo>
                    <a:pt x="114" y="1"/>
                  </a:moveTo>
                  <a:cubicBezTo>
                    <a:pt x="85" y="1"/>
                    <a:pt x="56" y="13"/>
                    <a:pt x="38" y="40"/>
                  </a:cubicBezTo>
                  <a:cubicBezTo>
                    <a:pt x="21" y="61"/>
                    <a:pt x="1" y="94"/>
                    <a:pt x="1" y="110"/>
                  </a:cubicBezTo>
                  <a:cubicBezTo>
                    <a:pt x="1" y="127"/>
                    <a:pt x="21" y="143"/>
                    <a:pt x="21" y="143"/>
                  </a:cubicBezTo>
                  <a:cubicBezTo>
                    <a:pt x="21" y="164"/>
                    <a:pt x="38" y="180"/>
                    <a:pt x="54" y="197"/>
                  </a:cubicBezTo>
                  <a:cubicBezTo>
                    <a:pt x="71" y="213"/>
                    <a:pt x="87" y="213"/>
                    <a:pt x="124" y="213"/>
                  </a:cubicBezTo>
                  <a:cubicBezTo>
                    <a:pt x="157" y="213"/>
                    <a:pt x="174" y="197"/>
                    <a:pt x="190" y="180"/>
                  </a:cubicBezTo>
                  <a:cubicBezTo>
                    <a:pt x="207" y="143"/>
                    <a:pt x="227" y="127"/>
                    <a:pt x="227" y="94"/>
                  </a:cubicBezTo>
                  <a:cubicBezTo>
                    <a:pt x="207" y="77"/>
                    <a:pt x="207" y="40"/>
                    <a:pt x="174" y="24"/>
                  </a:cubicBezTo>
                  <a:cubicBezTo>
                    <a:pt x="159" y="9"/>
                    <a:pt x="13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3" name="Google Shape;12273;p31"/>
            <p:cNvSpPr/>
            <p:nvPr/>
          </p:nvSpPr>
          <p:spPr>
            <a:xfrm>
              <a:off x="4243025" y="2979825"/>
              <a:ext cx="4650" cy="4750"/>
            </a:xfrm>
            <a:custGeom>
              <a:avLst/>
              <a:gdLst/>
              <a:ahLst/>
              <a:cxnLst/>
              <a:rect l="l" t="t" r="r" b="b"/>
              <a:pathLst>
                <a:path w="186" h="190" extrusionOk="0">
                  <a:moveTo>
                    <a:pt x="33" y="0"/>
                  </a:moveTo>
                  <a:cubicBezTo>
                    <a:pt x="17" y="17"/>
                    <a:pt x="0" y="33"/>
                    <a:pt x="0" y="70"/>
                  </a:cubicBezTo>
                  <a:lnTo>
                    <a:pt x="0" y="120"/>
                  </a:lnTo>
                  <a:lnTo>
                    <a:pt x="17" y="136"/>
                  </a:lnTo>
                  <a:cubicBezTo>
                    <a:pt x="33" y="173"/>
                    <a:pt x="66" y="190"/>
                    <a:pt x="83" y="190"/>
                  </a:cubicBezTo>
                  <a:cubicBezTo>
                    <a:pt x="136" y="190"/>
                    <a:pt x="169" y="173"/>
                    <a:pt x="186" y="136"/>
                  </a:cubicBezTo>
                  <a:cubicBezTo>
                    <a:pt x="136" y="87"/>
                    <a:pt x="83" y="54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4" name="Google Shape;12274;p31"/>
            <p:cNvSpPr/>
            <p:nvPr/>
          </p:nvSpPr>
          <p:spPr>
            <a:xfrm>
              <a:off x="4099125" y="30261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0" y="0"/>
                  </a:moveTo>
                  <a:cubicBezTo>
                    <a:pt x="54" y="0"/>
                    <a:pt x="17" y="44"/>
                    <a:pt x="17" y="90"/>
                  </a:cubicBezTo>
                  <a:cubicBezTo>
                    <a:pt x="1" y="106"/>
                    <a:pt x="17" y="123"/>
                    <a:pt x="17" y="139"/>
                  </a:cubicBezTo>
                  <a:cubicBezTo>
                    <a:pt x="17" y="160"/>
                    <a:pt x="17" y="160"/>
                    <a:pt x="34" y="160"/>
                  </a:cubicBezTo>
                  <a:cubicBezTo>
                    <a:pt x="50" y="193"/>
                    <a:pt x="67" y="210"/>
                    <a:pt x="104" y="210"/>
                  </a:cubicBezTo>
                  <a:cubicBezTo>
                    <a:pt x="120" y="210"/>
                    <a:pt x="153" y="210"/>
                    <a:pt x="170" y="193"/>
                  </a:cubicBezTo>
                  <a:cubicBezTo>
                    <a:pt x="207" y="177"/>
                    <a:pt x="207" y="139"/>
                    <a:pt x="223" y="123"/>
                  </a:cubicBezTo>
                  <a:cubicBezTo>
                    <a:pt x="223" y="90"/>
                    <a:pt x="223" y="73"/>
                    <a:pt x="207" y="36"/>
                  </a:cubicBezTo>
                  <a:cubicBezTo>
                    <a:pt x="190" y="20"/>
                    <a:pt x="153" y="3"/>
                    <a:pt x="137" y="3"/>
                  </a:cubicBezTo>
                  <a:cubicBezTo>
                    <a:pt x="127" y="1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5" name="Google Shape;12275;p31"/>
            <p:cNvSpPr/>
            <p:nvPr/>
          </p:nvSpPr>
          <p:spPr>
            <a:xfrm>
              <a:off x="4201775" y="30107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1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7" y="34"/>
                    <a:pt x="1" y="71"/>
                    <a:pt x="1" y="88"/>
                  </a:cubicBezTo>
                  <a:cubicBezTo>
                    <a:pt x="1" y="104"/>
                    <a:pt x="1" y="121"/>
                    <a:pt x="17" y="137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3" y="207"/>
                  </a:cubicBezTo>
                  <a:cubicBezTo>
                    <a:pt x="93" y="209"/>
                    <a:pt x="102" y="210"/>
                    <a:pt x="111" y="210"/>
                  </a:cubicBezTo>
                  <a:cubicBezTo>
                    <a:pt x="167" y="210"/>
                    <a:pt x="207" y="167"/>
                    <a:pt x="207" y="121"/>
                  </a:cubicBezTo>
                  <a:cubicBezTo>
                    <a:pt x="224" y="104"/>
                    <a:pt x="207" y="71"/>
                    <a:pt x="187" y="55"/>
                  </a:cubicBezTo>
                  <a:cubicBezTo>
                    <a:pt x="170" y="17"/>
                    <a:pt x="154" y="17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6" name="Google Shape;12276;p31"/>
            <p:cNvSpPr/>
            <p:nvPr/>
          </p:nvSpPr>
          <p:spPr>
            <a:xfrm>
              <a:off x="4102125" y="3089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70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17" y="153"/>
                    <a:pt x="17" y="153"/>
                    <a:pt x="17" y="169"/>
                  </a:cubicBezTo>
                  <a:cubicBezTo>
                    <a:pt x="33" y="190"/>
                    <a:pt x="50" y="206"/>
                    <a:pt x="87" y="206"/>
                  </a:cubicBezTo>
                  <a:cubicBezTo>
                    <a:pt x="136" y="206"/>
                    <a:pt x="206" y="169"/>
                    <a:pt x="206" y="120"/>
                  </a:cubicBezTo>
                  <a:cubicBezTo>
                    <a:pt x="206" y="87"/>
                    <a:pt x="206" y="66"/>
                    <a:pt x="190" y="33"/>
                  </a:cubicBezTo>
                  <a:cubicBezTo>
                    <a:pt x="173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7" name="Google Shape;12277;p31"/>
            <p:cNvSpPr/>
            <p:nvPr/>
          </p:nvSpPr>
          <p:spPr>
            <a:xfrm>
              <a:off x="4199625" y="302740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0" y="0"/>
                  </a:moveTo>
                  <a:cubicBezTo>
                    <a:pt x="49" y="0"/>
                    <a:pt x="14" y="35"/>
                    <a:pt x="0" y="88"/>
                  </a:cubicBezTo>
                  <a:lnTo>
                    <a:pt x="0" y="142"/>
                  </a:lnTo>
                  <a:cubicBezTo>
                    <a:pt x="17" y="142"/>
                    <a:pt x="17" y="159"/>
                    <a:pt x="17" y="159"/>
                  </a:cubicBezTo>
                  <a:cubicBezTo>
                    <a:pt x="33" y="175"/>
                    <a:pt x="66" y="192"/>
                    <a:pt x="87" y="212"/>
                  </a:cubicBezTo>
                  <a:cubicBezTo>
                    <a:pt x="120" y="212"/>
                    <a:pt x="136" y="192"/>
                    <a:pt x="169" y="175"/>
                  </a:cubicBezTo>
                  <a:cubicBezTo>
                    <a:pt x="190" y="175"/>
                    <a:pt x="207" y="142"/>
                    <a:pt x="207" y="126"/>
                  </a:cubicBezTo>
                  <a:cubicBezTo>
                    <a:pt x="207" y="88"/>
                    <a:pt x="207" y="55"/>
                    <a:pt x="190" y="39"/>
                  </a:cubicBezTo>
                  <a:cubicBezTo>
                    <a:pt x="169" y="22"/>
                    <a:pt x="153" y="6"/>
                    <a:pt x="120" y="6"/>
                  </a:cubicBezTo>
                  <a:cubicBezTo>
                    <a:pt x="110" y="2"/>
                    <a:pt x="100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8" name="Google Shape;12278;p31"/>
            <p:cNvSpPr/>
            <p:nvPr/>
          </p:nvSpPr>
          <p:spPr>
            <a:xfrm>
              <a:off x="4095625" y="3040175"/>
              <a:ext cx="5700" cy="5150"/>
            </a:xfrm>
            <a:custGeom>
              <a:avLst/>
              <a:gdLst/>
              <a:ahLst/>
              <a:cxnLst/>
              <a:rect l="l" t="t" r="r" b="b"/>
              <a:pathLst>
                <a:path w="228" h="206" extrusionOk="0">
                  <a:moveTo>
                    <a:pt x="113" y="1"/>
                  </a:moveTo>
                  <a:cubicBezTo>
                    <a:pt x="85" y="1"/>
                    <a:pt x="56" y="14"/>
                    <a:pt x="38" y="43"/>
                  </a:cubicBezTo>
                  <a:cubicBezTo>
                    <a:pt x="21" y="60"/>
                    <a:pt x="0" y="93"/>
                    <a:pt x="0" y="113"/>
                  </a:cubicBezTo>
                  <a:cubicBezTo>
                    <a:pt x="0" y="130"/>
                    <a:pt x="21" y="130"/>
                    <a:pt x="21" y="146"/>
                  </a:cubicBezTo>
                  <a:cubicBezTo>
                    <a:pt x="21" y="163"/>
                    <a:pt x="38" y="179"/>
                    <a:pt x="54" y="179"/>
                  </a:cubicBezTo>
                  <a:cubicBezTo>
                    <a:pt x="69" y="196"/>
                    <a:pt x="92" y="205"/>
                    <a:pt x="115" y="205"/>
                  </a:cubicBezTo>
                  <a:cubicBezTo>
                    <a:pt x="143" y="205"/>
                    <a:pt x="172" y="192"/>
                    <a:pt x="190" y="163"/>
                  </a:cubicBezTo>
                  <a:cubicBezTo>
                    <a:pt x="207" y="146"/>
                    <a:pt x="227" y="113"/>
                    <a:pt x="227" y="93"/>
                  </a:cubicBezTo>
                  <a:cubicBezTo>
                    <a:pt x="207" y="60"/>
                    <a:pt x="207" y="43"/>
                    <a:pt x="174" y="27"/>
                  </a:cubicBezTo>
                  <a:cubicBezTo>
                    <a:pt x="159" y="10"/>
                    <a:pt x="13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9" name="Google Shape;12279;p31"/>
            <p:cNvSpPr/>
            <p:nvPr/>
          </p:nvSpPr>
          <p:spPr>
            <a:xfrm>
              <a:off x="4346500" y="30493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9" y="1"/>
                  </a:moveTo>
                  <a:cubicBezTo>
                    <a:pt x="54" y="1"/>
                    <a:pt x="15" y="44"/>
                    <a:pt x="1" y="91"/>
                  </a:cubicBezTo>
                  <a:cubicBezTo>
                    <a:pt x="1" y="107"/>
                    <a:pt x="1" y="124"/>
                    <a:pt x="17" y="140"/>
                  </a:cubicBezTo>
                  <a:lnTo>
                    <a:pt x="17" y="161"/>
                  </a:lnTo>
                  <a:cubicBezTo>
                    <a:pt x="34" y="194"/>
                    <a:pt x="67" y="210"/>
                    <a:pt x="87" y="210"/>
                  </a:cubicBezTo>
                  <a:cubicBezTo>
                    <a:pt x="153" y="210"/>
                    <a:pt x="207" y="177"/>
                    <a:pt x="207" y="124"/>
                  </a:cubicBezTo>
                  <a:cubicBezTo>
                    <a:pt x="223" y="91"/>
                    <a:pt x="207" y="74"/>
                    <a:pt x="190" y="37"/>
                  </a:cubicBezTo>
                  <a:cubicBezTo>
                    <a:pt x="170" y="21"/>
                    <a:pt x="153" y="4"/>
                    <a:pt x="120" y="4"/>
                  </a:cubicBezTo>
                  <a:cubicBezTo>
                    <a:pt x="113" y="2"/>
                    <a:pt x="106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0" name="Google Shape;12280;p31"/>
            <p:cNvSpPr/>
            <p:nvPr/>
          </p:nvSpPr>
          <p:spPr>
            <a:xfrm>
              <a:off x="4349900" y="30979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103" y="1"/>
                  </a:moveTo>
                  <a:cubicBezTo>
                    <a:pt x="75" y="1"/>
                    <a:pt x="46" y="14"/>
                    <a:pt x="17" y="32"/>
                  </a:cubicBezTo>
                  <a:cubicBezTo>
                    <a:pt x="1" y="69"/>
                    <a:pt x="1" y="85"/>
                    <a:pt x="1" y="118"/>
                  </a:cubicBezTo>
                  <a:cubicBezTo>
                    <a:pt x="1" y="118"/>
                    <a:pt x="1" y="135"/>
                    <a:pt x="17" y="135"/>
                  </a:cubicBezTo>
                  <a:cubicBezTo>
                    <a:pt x="17" y="151"/>
                    <a:pt x="34" y="172"/>
                    <a:pt x="34" y="189"/>
                  </a:cubicBezTo>
                  <a:cubicBezTo>
                    <a:pt x="58" y="203"/>
                    <a:pt x="85" y="212"/>
                    <a:pt x="111" y="212"/>
                  </a:cubicBezTo>
                  <a:cubicBezTo>
                    <a:pt x="143" y="212"/>
                    <a:pt x="172" y="199"/>
                    <a:pt x="190" y="172"/>
                  </a:cubicBezTo>
                  <a:cubicBezTo>
                    <a:pt x="207" y="151"/>
                    <a:pt x="207" y="118"/>
                    <a:pt x="207" y="102"/>
                  </a:cubicBezTo>
                  <a:cubicBezTo>
                    <a:pt x="207" y="69"/>
                    <a:pt x="190" y="48"/>
                    <a:pt x="174" y="32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1" name="Google Shape;12281;p31"/>
            <p:cNvSpPr/>
            <p:nvPr/>
          </p:nvSpPr>
          <p:spPr>
            <a:xfrm>
              <a:off x="4349500" y="311242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98" y="0"/>
                  </a:moveTo>
                  <a:cubicBezTo>
                    <a:pt x="67" y="0"/>
                    <a:pt x="30" y="29"/>
                    <a:pt x="17" y="56"/>
                  </a:cubicBezTo>
                  <a:cubicBezTo>
                    <a:pt x="17" y="72"/>
                    <a:pt x="17" y="72"/>
                    <a:pt x="0" y="89"/>
                  </a:cubicBezTo>
                  <a:cubicBezTo>
                    <a:pt x="0" y="109"/>
                    <a:pt x="0" y="126"/>
                    <a:pt x="17" y="142"/>
                  </a:cubicBezTo>
                  <a:cubicBezTo>
                    <a:pt x="17" y="159"/>
                    <a:pt x="50" y="192"/>
                    <a:pt x="70" y="192"/>
                  </a:cubicBezTo>
                  <a:cubicBezTo>
                    <a:pt x="70" y="192"/>
                    <a:pt x="87" y="213"/>
                    <a:pt x="103" y="213"/>
                  </a:cubicBezTo>
                  <a:cubicBezTo>
                    <a:pt x="153" y="213"/>
                    <a:pt x="206" y="175"/>
                    <a:pt x="223" y="126"/>
                  </a:cubicBezTo>
                  <a:cubicBezTo>
                    <a:pt x="223" y="89"/>
                    <a:pt x="206" y="56"/>
                    <a:pt x="190" y="39"/>
                  </a:cubicBezTo>
                  <a:cubicBezTo>
                    <a:pt x="173" y="23"/>
                    <a:pt x="153" y="6"/>
                    <a:pt x="120" y="6"/>
                  </a:cubicBezTo>
                  <a:cubicBezTo>
                    <a:pt x="113" y="2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2" name="Google Shape;12282;p31"/>
            <p:cNvSpPr/>
            <p:nvPr/>
          </p:nvSpPr>
          <p:spPr>
            <a:xfrm>
              <a:off x="4342575" y="306130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17" y="0"/>
                  </a:moveTo>
                  <a:cubicBezTo>
                    <a:pt x="103" y="0"/>
                    <a:pt x="88" y="3"/>
                    <a:pt x="71" y="6"/>
                  </a:cubicBezTo>
                  <a:cubicBezTo>
                    <a:pt x="17" y="23"/>
                    <a:pt x="1" y="93"/>
                    <a:pt x="17" y="142"/>
                  </a:cubicBezTo>
                  <a:cubicBezTo>
                    <a:pt x="17" y="159"/>
                    <a:pt x="38" y="175"/>
                    <a:pt x="54" y="175"/>
                  </a:cubicBezTo>
                  <a:cubicBezTo>
                    <a:pt x="64" y="198"/>
                    <a:pt x="86" y="207"/>
                    <a:pt x="110" y="207"/>
                  </a:cubicBezTo>
                  <a:cubicBezTo>
                    <a:pt x="126" y="207"/>
                    <a:pt x="143" y="203"/>
                    <a:pt x="158" y="196"/>
                  </a:cubicBezTo>
                  <a:cubicBezTo>
                    <a:pt x="191" y="196"/>
                    <a:pt x="224" y="159"/>
                    <a:pt x="224" y="109"/>
                  </a:cubicBezTo>
                  <a:cubicBezTo>
                    <a:pt x="224" y="93"/>
                    <a:pt x="224" y="72"/>
                    <a:pt x="207" y="72"/>
                  </a:cubicBezTo>
                  <a:cubicBezTo>
                    <a:pt x="194" y="22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3" name="Google Shape;12283;p31"/>
            <p:cNvSpPr/>
            <p:nvPr/>
          </p:nvSpPr>
          <p:spPr>
            <a:xfrm>
              <a:off x="4356800" y="3059275"/>
              <a:ext cx="6000" cy="5300"/>
            </a:xfrm>
            <a:custGeom>
              <a:avLst/>
              <a:gdLst/>
              <a:ahLst/>
              <a:cxnLst/>
              <a:rect l="l" t="t" r="r" b="b"/>
              <a:pathLst>
                <a:path w="240" h="212" extrusionOk="0">
                  <a:moveTo>
                    <a:pt x="67" y="1"/>
                  </a:moveTo>
                  <a:cubicBezTo>
                    <a:pt x="50" y="17"/>
                    <a:pt x="34" y="34"/>
                    <a:pt x="17" y="50"/>
                  </a:cubicBezTo>
                  <a:cubicBezTo>
                    <a:pt x="1" y="87"/>
                    <a:pt x="1" y="104"/>
                    <a:pt x="17" y="137"/>
                  </a:cubicBezTo>
                  <a:cubicBezTo>
                    <a:pt x="31" y="181"/>
                    <a:pt x="81" y="211"/>
                    <a:pt x="126" y="211"/>
                  </a:cubicBezTo>
                  <a:cubicBezTo>
                    <a:pt x="135" y="211"/>
                    <a:pt x="145" y="210"/>
                    <a:pt x="153" y="207"/>
                  </a:cubicBezTo>
                  <a:cubicBezTo>
                    <a:pt x="207" y="174"/>
                    <a:pt x="240" y="120"/>
                    <a:pt x="207" y="71"/>
                  </a:cubicBezTo>
                  <a:cubicBezTo>
                    <a:pt x="207" y="34"/>
                    <a:pt x="170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4" name="Google Shape;12284;p31"/>
            <p:cNvSpPr/>
            <p:nvPr/>
          </p:nvSpPr>
          <p:spPr>
            <a:xfrm>
              <a:off x="4357625" y="3042750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03" y="1"/>
                  </a:moveTo>
                  <a:cubicBezTo>
                    <a:pt x="75" y="1"/>
                    <a:pt x="47" y="14"/>
                    <a:pt x="17" y="43"/>
                  </a:cubicBezTo>
                  <a:cubicBezTo>
                    <a:pt x="1" y="60"/>
                    <a:pt x="1" y="76"/>
                    <a:pt x="1" y="113"/>
                  </a:cubicBezTo>
                  <a:cubicBezTo>
                    <a:pt x="1" y="130"/>
                    <a:pt x="1" y="130"/>
                    <a:pt x="17" y="146"/>
                  </a:cubicBezTo>
                  <a:cubicBezTo>
                    <a:pt x="17" y="163"/>
                    <a:pt x="34" y="163"/>
                    <a:pt x="34" y="179"/>
                  </a:cubicBezTo>
                  <a:cubicBezTo>
                    <a:pt x="58" y="196"/>
                    <a:pt x="86" y="206"/>
                    <a:pt x="112" y="206"/>
                  </a:cubicBezTo>
                  <a:cubicBezTo>
                    <a:pt x="143" y="206"/>
                    <a:pt x="172" y="192"/>
                    <a:pt x="190" y="163"/>
                  </a:cubicBezTo>
                  <a:cubicBezTo>
                    <a:pt x="223" y="130"/>
                    <a:pt x="223" y="60"/>
                    <a:pt x="174" y="27"/>
                  </a:cubicBezTo>
                  <a:cubicBezTo>
                    <a:pt x="150" y="10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5" name="Google Shape;12285;p31"/>
            <p:cNvSpPr/>
            <p:nvPr/>
          </p:nvSpPr>
          <p:spPr>
            <a:xfrm>
              <a:off x="4352475" y="307072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3" y="1"/>
                  </a:moveTo>
                  <a:cubicBezTo>
                    <a:pt x="104" y="1"/>
                    <a:pt x="95" y="2"/>
                    <a:pt x="87" y="5"/>
                  </a:cubicBezTo>
                  <a:cubicBezTo>
                    <a:pt x="34" y="42"/>
                    <a:pt x="1" y="91"/>
                    <a:pt x="34" y="145"/>
                  </a:cubicBezTo>
                  <a:cubicBezTo>
                    <a:pt x="50" y="185"/>
                    <a:pt x="86" y="217"/>
                    <a:pt x="136" y="217"/>
                  </a:cubicBezTo>
                  <a:cubicBezTo>
                    <a:pt x="148" y="217"/>
                    <a:pt x="160" y="215"/>
                    <a:pt x="174" y="211"/>
                  </a:cubicBezTo>
                  <a:cubicBezTo>
                    <a:pt x="223" y="178"/>
                    <a:pt x="240" y="128"/>
                    <a:pt x="223" y="75"/>
                  </a:cubicBezTo>
                  <a:cubicBezTo>
                    <a:pt x="210" y="33"/>
                    <a:pt x="15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6" name="Google Shape;12286;p31"/>
            <p:cNvSpPr/>
            <p:nvPr/>
          </p:nvSpPr>
          <p:spPr>
            <a:xfrm>
              <a:off x="4023050" y="30261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7" y="0"/>
                  </a:moveTo>
                  <a:cubicBezTo>
                    <a:pt x="107" y="0"/>
                    <a:pt x="97" y="1"/>
                    <a:pt x="87" y="4"/>
                  </a:cubicBezTo>
                  <a:cubicBezTo>
                    <a:pt x="38" y="37"/>
                    <a:pt x="1" y="91"/>
                    <a:pt x="17" y="140"/>
                  </a:cubicBezTo>
                  <a:cubicBezTo>
                    <a:pt x="38" y="161"/>
                    <a:pt x="38" y="178"/>
                    <a:pt x="54" y="178"/>
                  </a:cubicBezTo>
                  <a:cubicBezTo>
                    <a:pt x="87" y="211"/>
                    <a:pt x="120" y="211"/>
                    <a:pt x="158" y="211"/>
                  </a:cubicBezTo>
                  <a:cubicBezTo>
                    <a:pt x="207" y="194"/>
                    <a:pt x="224" y="161"/>
                    <a:pt x="224" y="107"/>
                  </a:cubicBezTo>
                  <a:lnTo>
                    <a:pt x="224" y="74"/>
                  </a:lnTo>
                  <a:cubicBezTo>
                    <a:pt x="210" y="30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7" name="Google Shape;12287;p31"/>
            <p:cNvSpPr/>
            <p:nvPr/>
          </p:nvSpPr>
          <p:spPr>
            <a:xfrm>
              <a:off x="4124475" y="30114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8" y="0"/>
                  </a:moveTo>
                  <a:cubicBezTo>
                    <a:pt x="83" y="0"/>
                    <a:pt x="57" y="13"/>
                    <a:pt x="34" y="28"/>
                  </a:cubicBezTo>
                  <a:cubicBezTo>
                    <a:pt x="17" y="44"/>
                    <a:pt x="17" y="61"/>
                    <a:pt x="17" y="94"/>
                  </a:cubicBezTo>
                  <a:cubicBezTo>
                    <a:pt x="1" y="110"/>
                    <a:pt x="17" y="131"/>
                    <a:pt x="17" y="147"/>
                  </a:cubicBezTo>
                  <a:cubicBezTo>
                    <a:pt x="34" y="180"/>
                    <a:pt x="67" y="197"/>
                    <a:pt x="104" y="213"/>
                  </a:cubicBezTo>
                  <a:cubicBezTo>
                    <a:pt x="153" y="213"/>
                    <a:pt x="207" y="180"/>
                    <a:pt x="223" y="131"/>
                  </a:cubicBezTo>
                  <a:cubicBezTo>
                    <a:pt x="223" y="94"/>
                    <a:pt x="223" y="61"/>
                    <a:pt x="207" y="44"/>
                  </a:cubicBezTo>
                  <a:cubicBezTo>
                    <a:pt x="186" y="28"/>
                    <a:pt x="153" y="7"/>
                    <a:pt x="137" y="7"/>
                  </a:cubicBezTo>
                  <a:cubicBezTo>
                    <a:pt x="127" y="2"/>
                    <a:pt x="118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8" name="Google Shape;12288;p31"/>
            <p:cNvSpPr/>
            <p:nvPr/>
          </p:nvSpPr>
          <p:spPr>
            <a:xfrm>
              <a:off x="4119325" y="30578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1" y="0"/>
                  </a:moveTo>
                  <a:cubicBezTo>
                    <a:pt x="55" y="0"/>
                    <a:pt x="17" y="47"/>
                    <a:pt x="17" y="90"/>
                  </a:cubicBezTo>
                  <a:cubicBezTo>
                    <a:pt x="1" y="106"/>
                    <a:pt x="17" y="127"/>
                    <a:pt x="17" y="143"/>
                  </a:cubicBezTo>
                  <a:cubicBezTo>
                    <a:pt x="17" y="143"/>
                    <a:pt x="17" y="160"/>
                    <a:pt x="34" y="160"/>
                  </a:cubicBezTo>
                  <a:cubicBezTo>
                    <a:pt x="50" y="193"/>
                    <a:pt x="67" y="193"/>
                    <a:pt x="104" y="209"/>
                  </a:cubicBezTo>
                  <a:cubicBezTo>
                    <a:pt x="120" y="209"/>
                    <a:pt x="153" y="209"/>
                    <a:pt x="170" y="193"/>
                  </a:cubicBezTo>
                  <a:cubicBezTo>
                    <a:pt x="207" y="176"/>
                    <a:pt x="207" y="143"/>
                    <a:pt x="223" y="127"/>
                  </a:cubicBezTo>
                  <a:cubicBezTo>
                    <a:pt x="223" y="90"/>
                    <a:pt x="223" y="73"/>
                    <a:pt x="207" y="40"/>
                  </a:cubicBezTo>
                  <a:cubicBezTo>
                    <a:pt x="186" y="24"/>
                    <a:pt x="153" y="3"/>
                    <a:pt x="137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9" name="Google Shape;12289;p31"/>
            <p:cNvSpPr/>
            <p:nvPr/>
          </p:nvSpPr>
          <p:spPr>
            <a:xfrm>
              <a:off x="4127050" y="2999850"/>
              <a:ext cx="5200" cy="5100"/>
            </a:xfrm>
            <a:custGeom>
              <a:avLst/>
              <a:gdLst/>
              <a:ahLst/>
              <a:cxnLst/>
              <a:rect l="l" t="t" r="r" b="b"/>
              <a:pathLst>
                <a:path w="208" h="204" extrusionOk="0">
                  <a:moveTo>
                    <a:pt x="96" y="1"/>
                  </a:moveTo>
                  <a:cubicBezTo>
                    <a:pt x="65" y="1"/>
                    <a:pt x="36" y="13"/>
                    <a:pt x="17" y="40"/>
                  </a:cubicBezTo>
                  <a:cubicBezTo>
                    <a:pt x="1" y="57"/>
                    <a:pt x="1" y="77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17" y="160"/>
                    <a:pt x="34" y="180"/>
                  </a:cubicBezTo>
                  <a:cubicBezTo>
                    <a:pt x="57" y="192"/>
                    <a:pt x="72" y="204"/>
                    <a:pt x="92" y="204"/>
                  </a:cubicBezTo>
                  <a:cubicBezTo>
                    <a:pt x="100" y="204"/>
                    <a:pt x="110" y="202"/>
                    <a:pt x="120" y="197"/>
                  </a:cubicBezTo>
                  <a:cubicBezTo>
                    <a:pt x="137" y="197"/>
                    <a:pt x="170" y="180"/>
                    <a:pt x="186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86" y="40"/>
                    <a:pt x="170" y="24"/>
                  </a:cubicBezTo>
                  <a:cubicBezTo>
                    <a:pt x="148" y="9"/>
                    <a:pt x="12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0" name="Google Shape;12290;p31"/>
            <p:cNvSpPr/>
            <p:nvPr/>
          </p:nvSpPr>
          <p:spPr>
            <a:xfrm>
              <a:off x="4340925" y="3075000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10" y="0"/>
                  </a:moveTo>
                  <a:cubicBezTo>
                    <a:pt x="81" y="0"/>
                    <a:pt x="52" y="13"/>
                    <a:pt x="34" y="40"/>
                  </a:cubicBezTo>
                  <a:cubicBezTo>
                    <a:pt x="17" y="60"/>
                    <a:pt x="1" y="93"/>
                    <a:pt x="1" y="110"/>
                  </a:cubicBezTo>
                  <a:cubicBezTo>
                    <a:pt x="1" y="126"/>
                    <a:pt x="17" y="126"/>
                    <a:pt x="17" y="143"/>
                  </a:cubicBezTo>
                  <a:cubicBezTo>
                    <a:pt x="17" y="163"/>
                    <a:pt x="34" y="180"/>
                    <a:pt x="50" y="180"/>
                  </a:cubicBezTo>
                  <a:cubicBezTo>
                    <a:pt x="67" y="196"/>
                    <a:pt x="83" y="213"/>
                    <a:pt x="120" y="213"/>
                  </a:cubicBezTo>
                  <a:cubicBezTo>
                    <a:pt x="153" y="213"/>
                    <a:pt x="170" y="196"/>
                    <a:pt x="186" y="180"/>
                  </a:cubicBezTo>
                  <a:cubicBezTo>
                    <a:pt x="207" y="143"/>
                    <a:pt x="224" y="126"/>
                    <a:pt x="224" y="93"/>
                  </a:cubicBezTo>
                  <a:cubicBezTo>
                    <a:pt x="207" y="77"/>
                    <a:pt x="207" y="40"/>
                    <a:pt x="170" y="23"/>
                  </a:cubicBezTo>
                  <a:cubicBezTo>
                    <a:pt x="155" y="8"/>
                    <a:pt x="133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1" name="Google Shape;12291;p31"/>
            <p:cNvSpPr/>
            <p:nvPr/>
          </p:nvSpPr>
          <p:spPr>
            <a:xfrm>
              <a:off x="4102950" y="30759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0" y="1"/>
                    <a:pt x="17" y="38"/>
                    <a:pt x="0" y="87"/>
                  </a:cubicBezTo>
                  <a:lnTo>
                    <a:pt x="0" y="124"/>
                  </a:lnTo>
                  <a:lnTo>
                    <a:pt x="0" y="141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7" y="190"/>
                    <a:pt x="70" y="207"/>
                    <a:pt x="87" y="207"/>
                  </a:cubicBezTo>
                  <a:cubicBezTo>
                    <a:pt x="120" y="207"/>
                    <a:pt x="140" y="207"/>
                    <a:pt x="173" y="190"/>
                  </a:cubicBezTo>
                  <a:cubicBezTo>
                    <a:pt x="190" y="174"/>
                    <a:pt x="206" y="141"/>
                    <a:pt x="206" y="124"/>
                  </a:cubicBezTo>
                  <a:cubicBezTo>
                    <a:pt x="206" y="87"/>
                    <a:pt x="206" y="71"/>
                    <a:pt x="190" y="54"/>
                  </a:cubicBezTo>
                  <a:cubicBezTo>
                    <a:pt x="190" y="21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2" name="Google Shape;12292;p31"/>
            <p:cNvSpPr/>
            <p:nvPr/>
          </p:nvSpPr>
          <p:spPr>
            <a:xfrm>
              <a:off x="4123150" y="30274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7" y="0"/>
                  </a:moveTo>
                  <a:cubicBezTo>
                    <a:pt x="55" y="0"/>
                    <a:pt x="14" y="45"/>
                    <a:pt x="0" y="87"/>
                  </a:cubicBezTo>
                  <a:cubicBezTo>
                    <a:pt x="0" y="108"/>
                    <a:pt x="0" y="125"/>
                    <a:pt x="17" y="141"/>
                  </a:cubicBezTo>
                  <a:lnTo>
                    <a:pt x="17" y="158"/>
                  </a:lnTo>
                  <a:cubicBezTo>
                    <a:pt x="33" y="191"/>
                    <a:pt x="70" y="211"/>
                    <a:pt x="87" y="211"/>
                  </a:cubicBezTo>
                  <a:cubicBezTo>
                    <a:pt x="157" y="211"/>
                    <a:pt x="206" y="174"/>
                    <a:pt x="206" y="125"/>
                  </a:cubicBezTo>
                  <a:cubicBezTo>
                    <a:pt x="223" y="87"/>
                    <a:pt x="206" y="71"/>
                    <a:pt x="190" y="38"/>
                  </a:cubicBezTo>
                  <a:cubicBezTo>
                    <a:pt x="173" y="21"/>
                    <a:pt x="157" y="5"/>
                    <a:pt x="120" y="5"/>
                  </a:cubicBezTo>
                  <a:cubicBezTo>
                    <a:pt x="112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3" name="Google Shape;12293;p31"/>
            <p:cNvSpPr/>
            <p:nvPr/>
          </p:nvSpPr>
          <p:spPr>
            <a:xfrm>
              <a:off x="4121900" y="30412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3" y="0"/>
                    <a:pt x="50" y="17"/>
                    <a:pt x="34" y="33"/>
                  </a:cubicBezTo>
                  <a:cubicBezTo>
                    <a:pt x="17" y="50"/>
                    <a:pt x="1" y="70"/>
                    <a:pt x="1" y="103"/>
                  </a:cubicBezTo>
                  <a:lnTo>
                    <a:pt x="1" y="153"/>
                  </a:lnTo>
                  <a:cubicBezTo>
                    <a:pt x="1" y="153"/>
                    <a:pt x="1" y="173"/>
                    <a:pt x="17" y="173"/>
                  </a:cubicBezTo>
                  <a:cubicBezTo>
                    <a:pt x="34" y="190"/>
                    <a:pt x="50" y="206"/>
                    <a:pt x="83" y="206"/>
                  </a:cubicBezTo>
                  <a:cubicBezTo>
                    <a:pt x="92" y="209"/>
                    <a:pt x="101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3"/>
                    <a:pt x="207" y="70"/>
                    <a:pt x="186" y="50"/>
                  </a:cubicBezTo>
                  <a:cubicBezTo>
                    <a:pt x="170" y="33"/>
                    <a:pt x="13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4" name="Google Shape;12294;p31"/>
            <p:cNvSpPr/>
            <p:nvPr/>
          </p:nvSpPr>
          <p:spPr>
            <a:xfrm>
              <a:off x="4115825" y="3082475"/>
              <a:ext cx="5600" cy="5125"/>
            </a:xfrm>
            <a:custGeom>
              <a:avLst/>
              <a:gdLst/>
              <a:ahLst/>
              <a:cxnLst/>
              <a:rect l="l" t="t" r="r" b="b"/>
              <a:pathLst>
                <a:path w="224" h="205" extrusionOk="0">
                  <a:moveTo>
                    <a:pt x="104" y="0"/>
                  </a:moveTo>
                  <a:cubicBezTo>
                    <a:pt x="71" y="0"/>
                    <a:pt x="54" y="17"/>
                    <a:pt x="38" y="33"/>
                  </a:cubicBezTo>
                  <a:cubicBezTo>
                    <a:pt x="17" y="50"/>
                    <a:pt x="0" y="87"/>
                    <a:pt x="0" y="104"/>
                  </a:cubicBezTo>
                  <a:cubicBezTo>
                    <a:pt x="0" y="120"/>
                    <a:pt x="0" y="120"/>
                    <a:pt x="17" y="137"/>
                  </a:cubicBezTo>
                  <a:cubicBezTo>
                    <a:pt x="17" y="153"/>
                    <a:pt x="38" y="174"/>
                    <a:pt x="54" y="174"/>
                  </a:cubicBezTo>
                  <a:cubicBezTo>
                    <a:pt x="69" y="196"/>
                    <a:pt x="91" y="205"/>
                    <a:pt x="115" y="205"/>
                  </a:cubicBezTo>
                  <a:cubicBezTo>
                    <a:pt x="143" y="205"/>
                    <a:pt x="172" y="192"/>
                    <a:pt x="190" y="174"/>
                  </a:cubicBezTo>
                  <a:cubicBezTo>
                    <a:pt x="207" y="137"/>
                    <a:pt x="223" y="120"/>
                    <a:pt x="207" y="87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5" name="Google Shape;12295;p31"/>
            <p:cNvSpPr/>
            <p:nvPr/>
          </p:nvSpPr>
          <p:spPr>
            <a:xfrm>
              <a:off x="4122725" y="296292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9" y="0"/>
                  </a:moveTo>
                  <a:cubicBezTo>
                    <a:pt x="114" y="0"/>
                    <a:pt x="100" y="3"/>
                    <a:pt x="87" y="8"/>
                  </a:cubicBezTo>
                  <a:cubicBezTo>
                    <a:pt x="34" y="25"/>
                    <a:pt x="1" y="74"/>
                    <a:pt x="17" y="144"/>
                  </a:cubicBezTo>
                  <a:cubicBezTo>
                    <a:pt x="42" y="181"/>
                    <a:pt x="77" y="202"/>
                    <a:pt x="114" y="202"/>
                  </a:cubicBezTo>
                  <a:cubicBezTo>
                    <a:pt x="127" y="202"/>
                    <a:pt x="140" y="199"/>
                    <a:pt x="153" y="194"/>
                  </a:cubicBezTo>
                  <a:cubicBezTo>
                    <a:pt x="207" y="177"/>
                    <a:pt x="240" y="111"/>
                    <a:pt x="223" y="58"/>
                  </a:cubicBez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6" name="Google Shape;12296;p31"/>
            <p:cNvSpPr/>
            <p:nvPr/>
          </p:nvSpPr>
          <p:spPr>
            <a:xfrm>
              <a:off x="4116225" y="3069075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00" y="0"/>
                  </a:moveTo>
                  <a:cubicBezTo>
                    <a:pt x="90" y="0"/>
                    <a:pt x="81" y="2"/>
                    <a:pt x="71" y="5"/>
                  </a:cubicBezTo>
                  <a:cubicBezTo>
                    <a:pt x="22" y="38"/>
                    <a:pt x="1" y="91"/>
                    <a:pt x="22" y="141"/>
                  </a:cubicBezTo>
                  <a:cubicBezTo>
                    <a:pt x="22" y="157"/>
                    <a:pt x="38" y="174"/>
                    <a:pt x="38" y="194"/>
                  </a:cubicBezTo>
                  <a:cubicBezTo>
                    <a:pt x="71" y="211"/>
                    <a:pt x="104" y="211"/>
                    <a:pt x="158" y="211"/>
                  </a:cubicBezTo>
                  <a:cubicBezTo>
                    <a:pt x="191" y="194"/>
                    <a:pt x="207" y="157"/>
                    <a:pt x="228" y="124"/>
                  </a:cubicBezTo>
                  <a:cubicBezTo>
                    <a:pt x="228" y="108"/>
                    <a:pt x="228" y="91"/>
                    <a:pt x="207" y="71"/>
                  </a:cubicBezTo>
                  <a:cubicBezTo>
                    <a:pt x="194" y="30"/>
                    <a:pt x="14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7" name="Google Shape;12297;p31"/>
            <p:cNvSpPr/>
            <p:nvPr/>
          </p:nvSpPr>
          <p:spPr>
            <a:xfrm>
              <a:off x="4108500" y="2968675"/>
              <a:ext cx="5700" cy="5300"/>
            </a:xfrm>
            <a:custGeom>
              <a:avLst/>
              <a:gdLst/>
              <a:ahLst/>
              <a:cxnLst/>
              <a:rect l="l" t="t" r="r" b="b"/>
              <a:pathLst>
                <a:path w="228" h="212" extrusionOk="0">
                  <a:moveTo>
                    <a:pt x="124" y="1"/>
                  </a:moveTo>
                  <a:cubicBezTo>
                    <a:pt x="87" y="1"/>
                    <a:pt x="38" y="34"/>
                    <a:pt x="21" y="67"/>
                  </a:cubicBezTo>
                  <a:cubicBezTo>
                    <a:pt x="21" y="87"/>
                    <a:pt x="21" y="87"/>
                    <a:pt x="1" y="104"/>
                  </a:cubicBezTo>
                  <a:cubicBezTo>
                    <a:pt x="1" y="120"/>
                    <a:pt x="1" y="137"/>
                    <a:pt x="21" y="153"/>
                  </a:cubicBezTo>
                  <a:cubicBezTo>
                    <a:pt x="21" y="170"/>
                    <a:pt x="54" y="190"/>
                    <a:pt x="71" y="207"/>
                  </a:cubicBezTo>
                  <a:lnTo>
                    <a:pt x="104" y="207"/>
                  </a:lnTo>
                  <a:cubicBezTo>
                    <a:pt x="113" y="210"/>
                    <a:pt x="122" y="211"/>
                    <a:pt x="131" y="211"/>
                  </a:cubicBezTo>
                  <a:cubicBezTo>
                    <a:pt x="173" y="211"/>
                    <a:pt x="210" y="179"/>
                    <a:pt x="228" y="120"/>
                  </a:cubicBezTo>
                  <a:cubicBezTo>
                    <a:pt x="228" y="104"/>
                    <a:pt x="207" y="67"/>
                    <a:pt x="190" y="50"/>
                  </a:cubicBezTo>
                  <a:cubicBezTo>
                    <a:pt x="190" y="34"/>
                    <a:pt x="157" y="17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8" name="Google Shape;12298;p31"/>
            <p:cNvSpPr/>
            <p:nvPr/>
          </p:nvSpPr>
          <p:spPr>
            <a:xfrm>
              <a:off x="4111600" y="3020050"/>
              <a:ext cx="5175" cy="5100"/>
            </a:xfrm>
            <a:custGeom>
              <a:avLst/>
              <a:gdLst/>
              <a:ahLst/>
              <a:cxnLst/>
              <a:rect l="l" t="t" r="r" b="b"/>
              <a:pathLst>
                <a:path w="207" h="204" extrusionOk="0">
                  <a:moveTo>
                    <a:pt x="96" y="1"/>
                  </a:moveTo>
                  <a:cubicBezTo>
                    <a:pt x="64" y="1"/>
                    <a:pt x="35" y="13"/>
                    <a:pt x="17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17" y="160"/>
                    <a:pt x="17" y="176"/>
                    <a:pt x="33" y="176"/>
                  </a:cubicBezTo>
                  <a:cubicBezTo>
                    <a:pt x="57" y="191"/>
                    <a:pt x="72" y="204"/>
                    <a:pt x="92" y="204"/>
                  </a:cubicBezTo>
                  <a:cubicBezTo>
                    <a:pt x="100" y="204"/>
                    <a:pt x="109" y="202"/>
                    <a:pt x="120" y="197"/>
                  </a:cubicBezTo>
                  <a:cubicBezTo>
                    <a:pt x="137" y="197"/>
                    <a:pt x="169" y="197"/>
                    <a:pt x="186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86" y="40"/>
                    <a:pt x="169" y="24"/>
                  </a:cubicBezTo>
                  <a:cubicBezTo>
                    <a:pt x="147" y="9"/>
                    <a:pt x="12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9" name="Google Shape;12299;p31"/>
            <p:cNvSpPr/>
            <p:nvPr/>
          </p:nvSpPr>
          <p:spPr>
            <a:xfrm>
              <a:off x="4113650" y="3006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5" y="0"/>
                  </a:moveTo>
                  <a:cubicBezTo>
                    <a:pt x="87" y="0"/>
                    <a:pt x="71" y="0"/>
                    <a:pt x="55" y="17"/>
                  </a:cubicBezTo>
                  <a:cubicBezTo>
                    <a:pt x="22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22" y="157"/>
                    <a:pt x="22" y="157"/>
                    <a:pt x="22" y="173"/>
                  </a:cubicBezTo>
                  <a:cubicBezTo>
                    <a:pt x="38" y="190"/>
                    <a:pt x="71" y="206"/>
                    <a:pt x="87" y="206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4" y="17"/>
                    <a:pt x="158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0" name="Google Shape;12300;p31"/>
            <p:cNvSpPr/>
            <p:nvPr/>
          </p:nvSpPr>
          <p:spPr>
            <a:xfrm>
              <a:off x="4104275" y="30618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7" y="34"/>
                    <a:pt x="1" y="71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7" y="207"/>
                  </a:cubicBezTo>
                  <a:cubicBezTo>
                    <a:pt x="96" y="209"/>
                    <a:pt x="105" y="210"/>
                    <a:pt x="113" y="210"/>
                  </a:cubicBezTo>
                  <a:cubicBezTo>
                    <a:pt x="167" y="210"/>
                    <a:pt x="207" y="167"/>
                    <a:pt x="207" y="120"/>
                  </a:cubicBezTo>
                  <a:cubicBezTo>
                    <a:pt x="223" y="104"/>
                    <a:pt x="207" y="71"/>
                    <a:pt x="190" y="50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1" name="Google Shape;12301;p31"/>
            <p:cNvSpPr/>
            <p:nvPr/>
          </p:nvSpPr>
          <p:spPr>
            <a:xfrm>
              <a:off x="4113650" y="30957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5" y="0"/>
                  </a:moveTo>
                  <a:cubicBezTo>
                    <a:pt x="71" y="0"/>
                    <a:pt x="22" y="33"/>
                    <a:pt x="1" y="87"/>
                  </a:cubicBezTo>
                  <a:cubicBezTo>
                    <a:pt x="1" y="103"/>
                    <a:pt x="1" y="120"/>
                    <a:pt x="22" y="136"/>
                  </a:cubicBezTo>
                  <a:lnTo>
                    <a:pt x="22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125" y="206"/>
                    <a:pt x="158" y="206"/>
                    <a:pt x="174" y="190"/>
                  </a:cubicBezTo>
                  <a:cubicBezTo>
                    <a:pt x="191" y="173"/>
                    <a:pt x="207" y="157"/>
                    <a:pt x="207" y="120"/>
                  </a:cubicBezTo>
                  <a:cubicBezTo>
                    <a:pt x="228" y="70"/>
                    <a:pt x="191" y="17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2" name="Google Shape;12302;p31"/>
            <p:cNvSpPr/>
            <p:nvPr/>
          </p:nvSpPr>
          <p:spPr>
            <a:xfrm>
              <a:off x="4109425" y="305005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21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7" y="7"/>
                    <a:pt x="34" y="28"/>
                    <a:pt x="17" y="44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31"/>
                    <a:pt x="1" y="131"/>
                    <a:pt x="17" y="147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58" y="195"/>
                    <a:pt x="85" y="203"/>
                    <a:pt x="110" y="203"/>
                  </a:cubicBezTo>
                  <a:cubicBezTo>
                    <a:pt x="141" y="203"/>
                    <a:pt x="170" y="191"/>
                    <a:pt x="191" y="164"/>
                  </a:cubicBezTo>
                  <a:cubicBezTo>
                    <a:pt x="224" y="131"/>
                    <a:pt x="224" y="61"/>
                    <a:pt x="170" y="28"/>
                  </a:cubicBezTo>
                  <a:cubicBezTo>
                    <a:pt x="158" y="13"/>
                    <a:pt x="138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3" name="Google Shape;12303;p31"/>
            <p:cNvSpPr/>
            <p:nvPr/>
          </p:nvSpPr>
          <p:spPr>
            <a:xfrm>
              <a:off x="4109025" y="29544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13" y="1"/>
                  </a:moveTo>
                  <a:cubicBezTo>
                    <a:pt x="80" y="1"/>
                    <a:pt x="48" y="16"/>
                    <a:pt x="17" y="39"/>
                  </a:cubicBezTo>
                  <a:cubicBezTo>
                    <a:pt x="0" y="55"/>
                    <a:pt x="0" y="88"/>
                    <a:pt x="0" y="121"/>
                  </a:cubicBezTo>
                  <a:cubicBezTo>
                    <a:pt x="0" y="121"/>
                    <a:pt x="0" y="142"/>
                    <a:pt x="17" y="142"/>
                  </a:cubicBezTo>
                  <a:cubicBezTo>
                    <a:pt x="17" y="159"/>
                    <a:pt x="33" y="175"/>
                    <a:pt x="33" y="191"/>
                  </a:cubicBezTo>
                  <a:cubicBezTo>
                    <a:pt x="52" y="204"/>
                    <a:pt x="74" y="209"/>
                    <a:pt x="96" y="209"/>
                  </a:cubicBezTo>
                  <a:cubicBezTo>
                    <a:pt x="131" y="209"/>
                    <a:pt x="166" y="195"/>
                    <a:pt x="186" y="175"/>
                  </a:cubicBezTo>
                  <a:cubicBezTo>
                    <a:pt x="207" y="142"/>
                    <a:pt x="207" y="121"/>
                    <a:pt x="207" y="88"/>
                  </a:cubicBezTo>
                  <a:cubicBezTo>
                    <a:pt x="207" y="72"/>
                    <a:pt x="186" y="39"/>
                    <a:pt x="169" y="18"/>
                  </a:cubicBezTo>
                  <a:cubicBezTo>
                    <a:pt x="151" y="6"/>
                    <a:pt x="132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4" name="Google Shape;12304;p31"/>
            <p:cNvSpPr/>
            <p:nvPr/>
          </p:nvSpPr>
          <p:spPr>
            <a:xfrm>
              <a:off x="4109425" y="3033925"/>
              <a:ext cx="5200" cy="5350"/>
            </a:xfrm>
            <a:custGeom>
              <a:avLst/>
              <a:gdLst/>
              <a:ahLst/>
              <a:cxnLst/>
              <a:rect l="l" t="t" r="r" b="b"/>
              <a:pathLst>
                <a:path w="208" h="214" extrusionOk="0">
                  <a:moveTo>
                    <a:pt x="120" y="1"/>
                  </a:moveTo>
                  <a:cubicBezTo>
                    <a:pt x="50" y="1"/>
                    <a:pt x="1" y="34"/>
                    <a:pt x="1" y="87"/>
                  </a:cubicBezTo>
                  <a:lnTo>
                    <a:pt x="1" y="157"/>
                  </a:lnTo>
                  <a:lnTo>
                    <a:pt x="17" y="174"/>
                  </a:lnTo>
                  <a:cubicBezTo>
                    <a:pt x="34" y="190"/>
                    <a:pt x="50" y="207"/>
                    <a:pt x="87" y="207"/>
                  </a:cubicBezTo>
                  <a:cubicBezTo>
                    <a:pt x="97" y="212"/>
                    <a:pt x="105" y="214"/>
                    <a:pt x="113" y="214"/>
                  </a:cubicBezTo>
                  <a:cubicBezTo>
                    <a:pt x="130" y="214"/>
                    <a:pt x="142" y="202"/>
                    <a:pt x="153" y="190"/>
                  </a:cubicBezTo>
                  <a:cubicBezTo>
                    <a:pt x="191" y="174"/>
                    <a:pt x="207" y="157"/>
                    <a:pt x="207" y="120"/>
                  </a:cubicBezTo>
                  <a:cubicBezTo>
                    <a:pt x="207" y="104"/>
                    <a:pt x="207" y="71"/>
                    <a:pt x="191" y="54"/>
                  </a:cubicBezTo>
                  <a:cubicBezTo>
                    <a:pt x="170" y="34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5" name="Google Shape;12305;p31"/>
            <p:cNvSpPr/>
            <p:nvPr/>
          </p:nvSpPr>
          <p:spPr>
            <a:xfrm>
              <a:off x="4317225" y="307097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32" y="0"/>
                  </a:moveTo>
                  <a:cubicBezTo>
                    <a:pt x="117" y="0"/>
                    <a:pt x="102" y="5"/>
                    <a:pt x="87" y="15"/>
                  </a:cubicBezTo>
                  <a:cubicBezTo>
                    <a:pt x="38" y="32"/>
                    <a:pt x="1" y="81"/>
                    <a:pt x="21" y="135"/>
                  </a:cubicBezTo>
                  <a:cubicBezTo>
                    <a:pt x="38" y="151"/>
                    <a:pt x="38" y="168"/>
                    <a:pt x="54" y="184"/>
                  </a:cubicBezTo>
                  <a:cubicBezTo>
                    <a:pt x="77" y="196"/>
                    <a:pt x="102" y="209"/>
                    <a:pt x="127" y="209"/>
                  </a:cubicBezTo>
                  <a:cubicBezTo>
                    <a:pt x="137" y="209"/>
                    <a:pt x="147" y="207"/>
                    <a:pt x="157" y="201"/>
                  </a:cubicBezTo>
                  <a:cubicBezTo>
                    <a:pt x="190" y="184"/>
                    <a:pt x="227" y="151"/>
                    <a:pt x="227" y="118"/>
                  </a:cubicBezTo>
                  <a:lnTo>
                    <a:pt x="227" y="65"/>
                  </a:lnTo>
                  <a:cubicBezTo>
                    <a:pt x="201" y="2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6" name="Google Shape;12306;p31"/>
            <p:cNvSpPr/>
            <p:nvPr/>
          </p:nvSpPr>
          <p:spPr>
            <a:xfrm>
              <a:off x="4277350" y="307327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13" y="0"/>
                  </a:moveTo>
                  <a:cubicBezTo>
                    <a:pt x="82" y="0"/>
                    <a:pt x="53" y="14"/>
                    <a:pt x="33" y="43"/>
                  </a:cubicBezTo>
                  <a:cubicBezTo>
                    <a:pt x="17" y="59"/>
                    <a:pt x="0" y="92"/>
                    <a:pt x="17" y="109"/>
                  </a:cubicBezTo>
                  <a:lnTo>
                    <a:pt x="17" y="146"/>
                  </a:lnTo>
                  <a:cubicBezTo>
                    <a:pt x="17" y="162"/>
                    <a:pt x="33" y="179"/>
                    <a:pt x="50" y="179"/>
                  </a:cubicBezTo>
                  <a:cubicBezTo>
                    <a:pt x="74" y="194"/>
                    <a:pt x="97" y="202"/>
                    <a:pt x="120" y="202"/>
                  </a:cubicBezTo>
                  <a:cubicBezTo>
                    <a:pt x="148" y="202"/>
                    <a:pt x="177" y="190"/>
                    <a:pt x="206" y="162"/>
                  </a:cubicBezTo>
                  <a:cubicBezTo>
                    <a:pt x="239" y="129"/>
                    <a:pt x="223" y="59"/>
                    <a:pt x="190" y="26"/>
                  </a:cubicBezTo>
                  <a:cubicBezTo>
                    <a:pt x="165" y="9"/>
                    <a:pt x="13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7" name="Google Shape;12307;p31"/>
            <p:cNvSpPr/>
            <p:nvPr/>
          </p:nvSpPr>
          <p:spPr>
            <a:xfrm>
              <a:off x="4276925" y="308990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03" y="0"/>
                  </a:moveTo>
                  <a:cubicBezTo>
                    <a:pt x="90" y="0"/>
                    <a:pt x="77" y="4"/>
                    <a:pt x="67" y="13"/>
                  </a:cubicBezTo>
                  <a:cubicBezTo>
                    <a:pt x="50" y="13"/>
                    <a:pt x="34" y="29"/>
                    <a:pt x="17" y="46"/>
                  </a:cubicBezTo>
                  <a:cubicBezTo>
                    <a:pt x="1" y="83"/>
                    <a:pt x="1" y="116"/>
                    <a:pt x="1" y="132"/>
                  </a:cubicBezTo>
                  <a:cubicBezTo>
                    <a:pt x="28" y="176"/>
                    <a:pt x="69" y="207"/>
                    <a:pt x="110" y="207"/>
                  </a:cubicBezTo>
                  <a:cubicBezTo>
                    <a:pt x="119" y="207"/>
                    <a:pt x="128" y="205"/>
                    <a:pt x="137" y="202"/>
                  </a:cubicBezTo>
                  <a:cubicBezTo>
                    <a:pt x="190" y="186"/>
                    <a:pt x="223" y="116"/>
                    <a:pt x="207" y="62"/>
                  </a:cubicBezTo>
                  <a:cubicBezTo>
                    <a:pt x="190" y="29"/>
                    <a:pt x="170" y="13"/>
                    <a:pt x="137" y="13"/>
                  </a:cubicBezTo>
                  <a:cubicBezTo>
                    <a:pt x="128" y="4"/>
                    <a:pt x="11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8" name="Google Shape;12308;p31"/>
            <p:cNvSpPr/>
            <p:nvPr/>
          </p:nvSpPr>
          <p:spPr>
            <a:xfrm>
              <a:off x="4272600" y="3101425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28" y="0"/>
                  </a:moveTo>
                  <a:cubicBezTo>
                    <a:pt x="115" y="0"/>
                    <a:pt x="101" y="4"/>
                    <a:pt x="87" y="13"/>
                  </a:cubicBezTo>
                  <a:cubicBezTo>
                    <a:pt x="17" y="34"/>
                    <a:pt x="0" y="84"/>
                    <a:pt x="17" y="137"/>
                  </a:cubicBezTo>
                  <a:cubicBezTo>
                    <a:pt x="30" y="178"/>
                    <a:pt x="80" y="207"/>
                    <a:pt x="127" y="207"/>
                  </a:cubicBezTo>
                  <a:cubicBezTo>
                    <a:pt x="138" y="207"/>
                    <a:pt x="148" y="206"/>
                    <a:pt x="157" y="203"/>
                  </a:cubicBezTo>
                  <a:cubicBezTo>
                    <a:pt x="207" y="187"/>
                    <a:pt x="240" y="117"/>
                    <a:pt x="223" y="67"/>
                  </a:cubicBezTo>
                  <a:cubicBezTo>
                    <a:pt x="199" y="28"/>
                    <a:pt x="16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9" name="Google Shape;12309;p31"/>
            <p:cNvSpPr/>
            <p:nvPr/>
          </p:nvSpPr>
          <p:spPr>
            <a:xfrm>
              <a:off x="4280325" y="305927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37" y="1"/>
                  </a:moveTo>
                  <a:cubicBezTo>
                    <a:pt x="71" y="1"/>
                    <a:pt x="17" y="34"/>
                    <a:pt x="17" y="87"/>
                  </a:cubicBezTo>
                  <a:cubicBezTo>
                    <a:pt x="1" y="120"/>
                    <a:pt x="17" y="137"/>
                    <a:pt x="17" y="153"/>
                  </a:cubicBezTo>
                  <a:lnTo>
                    <a:pt x="34" y="174"/>
                  </a:lnTo>
                  <a:cubicBezTo>
                    <a:pt x="54" y="190"/>
                    <a:pt x="71" y="207"/>
                    <a:pt x="104" y="207"/>
                  </a:cubicBezTo>
                  <a:cubicBezTo>
                    <a:pt x="113" y="210"/>
                    <a:pt x="122" y="211"/>
                    <a:pt x="131" y="211"/>
                  </a:cubicBezTo>
                  <a:cubicBezTo>
                    <a:pt x="173" y="211"/>
                    <a:pt x="210" y="179"/>
                    <a:pt x="223" y="120"/>
                  </a:cubicBezTo>
                  <a:cubicBezTo>
                    <a:pt x="223" y="104"/>
                    <a:pt x="223" y="71"/>
                    <a:pt x="207" y="50"/>
                  </a:cubicBezTo>
                  <a:cubicBezTo>
                    <a:pt x="190" y="34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0" name="Google Shape;12310;p31"/>
            <p:cNvSpPr/>
            <p:nvPr/>
          </p:nvSpPr>
          <p:spPr>
            <a:xfrm>
              <a:off x="4288875" y="3096975"/>
              <a:ext cx="5700" cy="4950"/>
            </a:xfrm>
            <a:custGeom>
              <a:avLst/>
              <a:gdLst/>
              <a:ahLst/>
              <a:cxnLst/>
              <a:rect l="l" t="t" r="r" b="b"/>
              <a:pathLst>
                <a:path w="228" h="198" extrusionOk="0">
                  <a:moveTo>
                    <a:pt x="104" y="0"/>
                  </a:moveTo>
                  <a:cubicBezTo>
                    <a:pt x="54" y="0"/>
                    <a:pt x="21" y="35"/>
                    <a:pt x="21" y="88"/>
                  </a:cubicBezTo>
                  <a:cubicBezTo>
                    <a:pt x="1" y="109"/>
                    <a:pt x="21" y="125"/>
                    <a:pt x="21" y="142"/>
                  </a:cubicBezTo>
                  <a:cubicBezTo>
                    <a:pt x="21" y="142"/>
                    <a:pt x="21" y="158"/>
                    <a:pt x="38" y="158"/>
                  </a:cubicBezTo>
                  <a:cubicBezTo>
                    <a:pt x="54" y="175"/>
                    <a:pt x="71" y="191"/>
                    <a:pt x="104" y="191"/>
                  </a:cubicBezTo>
                  <a:cubicBezTo>
                    <a:pt x="114" y="195"/>
                    <a:pt x="124" y="197"/>
                    <a:pt x="133" y="197"/>
                  </a:cubicBezTo>
                  <a:cubicBezTo>
                    <a:pt x="175" y="197"/>
                    <a:pt x="211" y="163"/>
                    <a:pt x="228" y="109"/>
                  </a:cubicBezTo>
                  <a:cubicBezTo>
                    <a:pt x="228" y="88"/>
                    <a:pt x="228" y="55"/>
                    <a:pt x="207" y="39"/>
                  </a:cubicBezTo>
                  <a:cubicBezTo>
                    <a:pt x="190" y="22"/>
                    <a:pt x="158" y="6"/>
                    <a:pt x="141" y="6"/>
                  </a:cubicBezTo>
                  <a:cubicBezTo>
                    <a:pt x="128" y="2"/>
                    <a:pt x="11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1" name="Google Shape;12311;p31"/>
            <p:cNvSpPr/>
            <p:nvPr/>
          </p:nvSpPr>
          <p:spPr>
            <a:xfrm>
              <a:off x="4290225" y="3083200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86" y="0"/>
                  </a:moveTo>
                  <a:cubicBezTo>
                    <a:pt x="34" y="0"/>
                    <a:pt x="0" y="33"/>
                    <a:pt x="0" y="91"/>
                  </a:cubicBezTo>
                  <a:lnTo>
                    <a:pt x="0" y="124"/>
                  </a:lnTo>
                  <a:lnTo>
                    <a:pt x="0" y="145"/>
                  </a:lnTo>
                  <a:lnTo>
                    <a:pt x="17" y="161"/>
                  </a:lnTo>
                  <a:cubicBezTo>
                    <a:pt x="33" y="178"/>
                    <a:pt x="50" y="194"/>
                    <a:pt x="87" y="194"/>
                  </a:cubicBezTo>
                  <a:cubicBezTo>
                    <a:pt x="97" y="199"/>
                    <a:pt x="105" y="201"/>
                    <a:pt x="112" y="201"/>
                  </a:cubicBezTo>
                  <a:cubicBezTo>
                    <a:pt x="130" y="201"/>
                    <a:pt x="141" y="189"/>
                    <a:pt x="153" y="178"/>
                  </a:cubicBezTo>
                  <a:cubicBezTo>
                    <a:pt x="190" y="161"/>
                    <a:pt x="207" y="145"/>
                    <a:pt x="207" y="108"/>
                  </a:cubicBezTo>
                  <a:cubicBezTo>
                    <a:pt x="207" y="91"/>
                    <a:pt x="207" y="75"/>
                    <a:pt x="190" y="42"/>
                  </a:cubicBezTo>
                  <a:cubicBezTo>
                    <a:pt x="174" y="21"/>
                    <a:pt x="153" y="4"/>
                    <a:pt x="120" y="4"/>
                  </a:cubicBezTo>
                  <a:cubicBezTo>
                    <a:pt x="108" y="2"/>
                    <a:pt x="97" y="0"/>
                    <a:pt x="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2" name="Google Shape;12312;p31"/>
            <p:cNvSpPr/>
            <p:nvPr/>
          </p:nvSpPr>
          <p:spPr>
            <a:xfrm>
              <a:off x="4271775" y="31158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7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3"/>
                    <a:pt x="0" y="77"/>
                    <a:pt x="17" y="142"/>
                  </a:cubicBezTo>
                  <a:cubicBezTo>
                    <a:pt x="42" y="183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80"/>
                    <a:pt x="240" y="109"/>
                    <a:pt x="223" y="56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3" name="Google Shape;12313;p31"/>
            <p:cNvSpPr/>
            <p:nvPr/>
          </p:nvSpPr>
          <p:spPr>
            <a:xfrm>
              <a:off x="4284650" y="3108750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13" y="0"/>
                  </a:moveTo>
                  <a:cubicBezTo>
                    <a:pt x="98" y="0"/>
                    <a:pt x="82" y="4"/>
                    <a:pt x="67" y="13"/>
                  </a:cubicBezTo>
                  <a:cubicBezTo>
                    <a:pt x="17" y="30"/>
                    <a:pt x="1" y="83"/>
                    <a:pt x="17" y="133"/>
                  </a:cubicBezTo>
                  <a:cubicBezTo>
                    <a:pt x="30" y="187"/>
                    <a:pt x="74" y="209"/>
                    <a:pt x="116" y="209"/>
                  </a:cubicBezTo>
                  <a:cubicBezTo>
                    <a:pt x="129" y="209"/>
                    <a:pt x="142" y="207"/>
                    <a:pt x="153" y="203"/>
                  </a:cubicBezTo>
                  <a:cubicBezTo>
                    <a:pt x="207" y="186"/>
                    <a:pt x="223" y="116"/>
                    <a:pt x="207" y="67"/>
                  </a:cubicBezTo>
                  <a:cubicBezTo>
                    <a:pt x="195" y="28"/>
                    <a:pt x="155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4" name="Google Shape;12314;p31"/>
            <p:cNvSpPr/>
            <p:nvPr/>
          </p:nvSpPr>
          <p:spPr>
            <a:xfrm>
              <a:off x="4283325" y="3122725"/>
              <a:ext cx="5175" cy="4950"/>
            </a:xfrm>
            <a:custGeom>
              <a:avLst/>
              <a:gdLst/>
              <a:ahLst/>
              <a:cxnLst/>
              <a:rect l="l" t="t" r="r" b="b"/>
              <a:pathLst>
                <a:path w="207" h="198" extrusionOk="0">
                  <a:moveTo>
                    <a:pt x="90" y="1"/>
                  </a:moveTo>
                  <a:cubicBezTo>
                    <a:pt x="46" y="1"/>
                    <a:pt x="0" y="36"/>
                    <a:pt x="0" y="89"/>
                  </a:cubicBezTo>
                  <a:lnTo>
                    <a:pt x="0" y="143"/>
                  </a:lnTo>
                  <a:lnTo>
                    <a:pt x="17" y="159"/>
                  </a:lnTo>
                  <a:cubicBezTo>
                    <a:pt x="37" y="176"/>
                    <a:pt x="54" y="192"/>
                    <a:pt x="87" y="192"/>
                  </a:cubicBezTo>
                  <a:cubicBezTo>
                    <a:pt x="97" y="196"/>
                    <a:pt x="107" y="198"/>
                    <a:pt x="118" y="198"/>
                  </a:cubicBezTo>
                  <a:cubicBezTo>
                    <a:pt x="163" y="198"/>
                    <a:pt x="206" y="163"/>
                    <a:pt x="206" y="110"/>
                  </a:cubicBezTo>
                  <a:cubicBezTo>
                    <a:pt x="206" y="89"/>
                    <a:pt x="206" y="56"/>
                    <a:pt x="190" y="40"/>
                  </a:cubicBezTo>
                  <a:cubicBezTo>
                    <a:pt x="173" y="23"/>
                    <a:pt x="157" y="7"/>
                    <a:pt x="120" y="7"/>
                  </a:cubicBezTo>
                  <a:cubicBezTo>
                    <a:pt x="110" y="3"/>
                    <a:pt x="101" y="1"/>
                    <a:pt x="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5" name="Google Shape;12315;p31"/>
            <p:cNvSpPr/>
            <p:nvPr/>
          </p:nvSpPr>
          <p:spPr>
            <a:xfrm>
              <a:off x="4338775" y="3086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50" y="17"/>
                    <a:pt x="33" y="34"/>
                  </a:cubicBezTo>
                  <a:cubicBezTo>
                    <a:pt x="17" y="50"/>
                    <a:pt x="0" y="67"/>
                    <a:pt x="0" y="83"/>
                  </a:cubicBezTo>
                  <a:lnTo>
                    <a:pt x="0" y="137"/>
                  </a:lnTo>
                  <a:cubicBezTo>
                    <a:pt x="17" y="170"/>
                    <a:pt x="50" y="207"/>
                    <a:pt x="87" y="207"/>
                  </a:cubicBezTo>
                  <a:lnTo>
                    <a:pt x="103" y="207"/>
                  </a:lnTo>
                  <a:cubicBezTo>
                    <a:pt x="153" y="207"/>
                    <a:pt x="206" y="170"/>
                    <a:pt x="206" y="120"/>
                  </a:cubicBezTo>
                  <a:cubicBezTo>
                    <a:pt x="206" y="83"/>
                    <a:pt x="206" y="67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6" name="Google Shape;12316;p31"/>
            <p:cNvSpPr/>
            <p:nvPr/>
          </p:nvSpPr>
          <p:spPr>
            <a:xfrm>
              <a:off x="4252400" y="3085300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91" y="0"/>
                  </a:moveTo>
                  <a:cubicBezTo>
                    <a:pt x="69" y="0"/>
                    <a:pt x="49" y="12"/>
                    <a:pt x="37" y="24"/>
                  </a:cubicBezTo>
                  <a:cubicBezTo>
                    <a:pt x="17" y="40"/>
                    <a:pt x="0" y="61"/>
                    <a:pt x="0" y="94"/>
                  </a:cubicBezTo>
                  <a:lnTo>
                    <a:pt x="0" y="143"/>
                  </a:lnTo>
                  <a:cubicBezTo>
                    <a:pt x="0" y="143"/>
                    <a:pt x="0" y="164"/>
                    <a:pt x="17" y="164"/>
                  </a:cubicBezTo>
                  <a:cubicBezTo>
                    <a:pt x="37" y="180"/>
                    <a:pt x="54" y="197"/>
                    <a:pt x="87" y="197"/>
                  </a:cubicBezTo>
                  <a:cubicBezTo>
                    <a:pt x="96" y="200"/>
                    <a:pt x="105" y="201"/>
                    <a:pt x="114" y="201"/>
                  </a:cubicBezTo>
                  <a:cubicBezTo>
                    <a:pt x="156" y="201"/>
                    <a:pt x="193" y="168"/>
                    <a:pt x="206" y="110"/>
                  </a:cubicBezTo>
                  <a:cubicBezTo>
                    <a:pt x="206" y="94"/>
                    <a:pt x="206" y="61"/>
                    <a:pt x="190" y="40"/>
                  </a:cubicBezTo>
                  <a:cubicBezTo>
                    <a:pt x="173" y="24"/>
                    <a:pt x="141" y="7"/>
                    <a:pt x="120" y="7"/>
                  </a:cubicBezTo>
                  <a:cubicBezTo>
                    <a:pt x="110" y="2"/>
                    <a:pt x="101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7" name="Google Shape;12317;p31"/>
            <p:cNvSpPr/>
            <p:nvPr/>
          </p:nvSpPr>
          <p:spPr>
            <a:xfrm>
              <a:off x="4258475" y="31172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1"/>
                  </a:moveTo>
                  <a:cubicBezTo>
                    <a:pt x="83" y="1"/>
                    <a:pt x="50" y="22"/>
                    <a:pt x="34" y="38"/>
                  </a:cubicBezTo>
                  <a:cubicBezTo>
                    <a:pt x="17" y="54"/>
                    <a:pt x="17" y="71"/>
                    <a:pt x="1" y="87"/>
                  </a:cubicBezTo>
                  <a:cubicBezTo>
                    <a:pt x="1" y="104"/>
                    <a:pt x="1" y="125"/>
                    <a:pt x="17" y="141"/>
                  </a:cubicBezTo>
                  <a:cubicBezTo>
                    <a:pt x="34" y="174"/>
                    <a:pt x="50" y="207"/>
                    <a:pt x="104" y="207"/>
                  </a:cubicBezTo>
                  <a:cubicBezTo>
                    <a:pt x="153" y="207"/>
                    <a:pt x="207" y="174"/>
                    <a:pt x="223" y="125"/>
                  </a:cubicBezTo>
                  <a:cubicBezTo>
                    <a:pt x="223" y="104"/>
                    <a:pt x="207" y="71"/>
                    <a:pt x="186" y="54"/>
                  </a:cubicBezTo>
                  <a:cubicBezTo>
                    <a:pt x="170" y="22"/>
                    <a:pt x="153" y="22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8" name="Google Shape;12318;p31"/>
            <p:cNvSpPr/>
            <p:nvPr/>
          </p:nvSpPr>
          <p:spPr>
            <a:xfrm>
              <a:off x="4294025" y="3129175"/>
              <a:ext cx="6125" cy="5375"/>
            </a:xfrm>
            <a:custGeom>
              <a:avLst/>
              <a:gdLst/>
              <a:ahLst/>
              <a:cxnLst/>
              <a:rect l="l" t="t" r="r" b="b"/>
              <a:pathLst>
                <a:path w="245" h="215" extrusionOk="0">
                  <a:moveTo>
                    <a:pt x="117" y="0"/>
                  </a:moveTo>
                  <a:cubicBezTo>
                    <a:pt x="107" y="0"/>
                    <a:pt x="97" y="1"/>
                    <a:pt x="88" y="4"/>
                  </a:cubicBezTo>
                  <a:cubicBezTo>
                    <a:pt x="38" y="37"/>
                    <a:pt x="1" y="91"/>
                    <a:pt x="38" y="140"/>
                  </a:cubicBezTo>
                  <a:cubicBezTo>
                    <a:pt x="52" y="185"/>
                    <a:pt x="88" y="215"/>
                    <a:pt x="130" y="215"/>
                  </a:cubicBezTo>
                  <a:cubicBezTo>
                    <a:pt x="139" y="215"/>
                    <a:pt x="148" y="213"/>
                    <a:pt x="158" y="210"/>
                  </a:cubicBezTo>
                  <a:cubicBezTo>
                    <a:pt x="228" y="177"/>
                    <a:pt x="244" y="124"/>
                    <a:pt x="228" y="74"/>
                  </a:cubicBezTo>
                  <a:cubicBezTo>
                    <a:pt x="211" y="30"/>
                    <a:pt x="163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9" name="Google Shape;12319;p31"/>
            <p:cNvSpPr/>
            <p:nvPr/>
          </p:nvSpPr>
          <p:spPr>
            <a:xfrm>
              <a:off x="4248575" y="3098350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20" y="0"/>
                  </a:moveTo>
                  <a:cubicBezTo>
                    <a:pt x="104" y="0"/>
                    <a:pt x="87" y="0"/>
                    <a:pt x="67" y="17"/>
                  </a:cubicBezTo>
                  <a:cubicBezTo>
                    <a:pt x="17" y="33"/>
                    <a:pt x="1" y="87"/>
                    <a:pt x="17" y="136"/>
                  </a:cubicBezTo>
                  <a:cubicBezTo>
                    <a:pt x="30" y="190"/>
                    <a:pt x="74" y="212"/>
                    <a:pt x="116" y="212"/>
                  </a:cubicBezTo>
                  <a:cubicBezTo>
                    <a:pt x="129" y="212"/>
                    <a:pt x="142" y="210"/>
                    <a:pt x="153" y="207"/>
                  </a:cubicBezTo>
                  <a:cubicBezTo>
                    <a:pt x="170" y="190"/>
                    <a:pt x="170" y="190"/>
                    <a:pt x="190" y="174"/>
                  </a:cubicBezTo>
                  <a:cubicBezTo>
                    <a:pt x="223" y="157"/>
                    <a:pt x="223" y="103"/>
                    <a:pt x="207" y="70"/>
                  </a:cubicBezTo>
                  <a:cubicBezTo>
                    <a:pt x="190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0" name="Google Shape;12320;p31"/>
            <p:cNvSpPr/>
            <p:nvPr/>
          </p:nvSpPr>
          <p:spPr>
            <a:xfrm>
              <a:off x="4269600" y="312870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4" y="0"/>
                  </a:moveTo>
                  <a:cubicBezTo>
                    <a:pt x="83" y="0"/>
                    <a:pt x="54" y="13"/>
                    <a:pt x="34" y="40"/>
                  </a:cubicBezTo>
                  <a:cubicBezTo>
                    <a:pt x="17" y="56"/>
                    <a:pt x="1" y="77"/>
                    <a:pt x="17" y="110"/>
                  </a:cubicBezTo>
                  <a:lnTo>
                    <a:pt x="17" y="143"/>
                  </a:lnTo>
                  <a:cubicBezTo>
                    <a:pt x="17" y="159"/>
                    <a:pt x="34" y="159"/>
                    <a:pt x="50" y="180"/>
                  </a:cubicBezTo>
                  <a:cubicBezTo>
                    <a:pt x="67" y="194"/>
                    <a:pt x="89" y="203"/>
                    <a:pt x="111" y="203"/>
                  </a:cubicBezTo>
                  <a:cubicBezTo>
                    <a:pt x="140" y="203"/>
                    <a:pt x="170" y="189"/>
                    <a:pt x="191" y="159"/>
                  </a:cubicBezTo>
                  <a:cubicBezTo>
                    <a:pt x="207" y="143"/>
                    <a:pt x="223" y="110"/>
                    <a:pt x="223" y="93"/>
                  </a:cubicBezTo>
                  <a:cubicBezTo>
                    <a:pt x="223" y="56"/>
                    <a:pt x="207" y="40"/>
                    <a:pt x="191" y="23"/>
                  </a:cubicBezTo>
                  <a:cubicBezTo>
                    <a:pt x="166" y="8"/>
                    <a:pt x="140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1" name="Google Shape;12321;p31"/>
            <p:cNvSpPr/>
            <p:nvPr/>
          </p:nvSpPr>
          <p:spPr>
            <a:xfrm>
              <a:off x="4266625" y="30799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0" y="0"/>
                    <a:pt x="0" y="33"/>
                    <a:pt x="0" y="87"/>
                  </a:cubicBezTo>
                  <a:lnTo>
                    <a:pt x="0" y="136"/>
                  </a:lnTo>
                  <a:cubicBezTo>
                    <a:pt x="0" y="153"/>
                    <a:pt x="17" y="153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93" y="209"/>
                    <a:pt x="100" y="210"/>
                    <a:pt x="107" y="210"/>
                  </a:cubicBezTo>
                  <a:cubicBezTo>
                    <a:pt x="150" y="210"/>
                    <a:pt x="192" y="166"/>
                    <a:pt x="206" y="120"/>
                  </a:cubicBezTo>
                  <a:cubicBezTo>
                    <a:pt x="206" y="87"/>
                    <a:pt x="206" y="70"/>
                    <a:pt x="190" y="50"/>
                  </a:cubicBezTo>
                  <a:cubicBezTo>
                    <a:pt x="169" y="17"/>
                    <a:pt x="136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2" name="Google Shape;12322;p31"/>
            <p:cNvSpPr/>
            <p:nvPr/>
          </p:nvSpPr>
          <p:spPr>
            <a:xfrm>
              <a:off x="4262300" y="3091800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17" y="1"/>
                  </a:moveTo>
                  <a:cubicBezTo>
                    <a:pt x="107" y="1"/>
                    <a:pt x="96" y="3"/>
                    <a:pt x="87" y="7"/>
                  </a:cubicBezTo>
                  <a:cubicBezTo>
                    <a:pt x="33" y="23"/>
                    <a:pt x="0" y="89"/>
                    <a:pt x="17" y="143"/>
                  </a:cubicBezTo>
                  <a:cubicBezTo>
                    <a:pt x="33" y="159"/>
                    <a:pt x="33" y="176"/>
                    <a:pt x="54" y="176"/>
                  </a:cubicBezTo>
                  <a:cubicBezTo>
                    <a:pt x="87" y="213"/>
                    <a:pt x="120" y="213"/>
                    <a:pt x="157" y="213"/>
                  </a:cubicBezTo>
                  <a:cubicBezTo>
                    <a:pt x="206" y="192"/>
                    <a:pt x="223" y="159"/>
                    <a:pt x="223" y="110"/>
                  </a:cubicBezTo>
                  <a:lnTo>
                    <a:pt x="223" y="73"/>
                  </a:lnTo>
                  <a:cubicBezTo>
                    <a:pt x="209" y="33"/>
                    <a:pt x="161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3" name="Google Shape;12323;p31"/>
            <p:cNvSpPr/>
            <p:nvPr/>
          </p:nvSpPr>
          <p:spPr>
            <a:xfrm>
              <a:off x="4261050" y="310562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7" y="1"/>
                  </a:moveTo>
                  <a:cubicBezTo>
                    <a:pt x="72" y="1"/>
                    <a:pt x="38" y="15"/>
                    <a:pt x="17" y="35"/>
                  </a:cubicBezTo>
                  <a:cubicBezTo>
                    <a:pt x="1" y="52"/>
                    <a:pt x="1" y="89"/>
                    <a:pt x="1" y="122"/>
                  </a:cubicBezTo>
                  <a:lnTo>
                    <a:pt x="1" y="138"/>
                  </a:lnTo>
                  <a:cubicBezTo>
                    <a:pt x="17" y="155"/>
                    <a:pt x="17" y="175"/>
                    <a:pt x="34" y="192"/>
                  </a:cubicBezTo>
                  <a:cubicBezTo>
                    <a:pt x="50" y="208"/>
                    <a:pt x="83" y="208"/>
                    <a:pt x="120" y="208"/>
                  </a:cubicBezTo>
                  <a:cubicBezTo>
                    <a:pt x="137" y="208"/>
                    <a:pt x="170" y="192"/>
                    <a:pt x="186" y="175"/>
                  </a:cubicBezTo>
                  <a:cubicBezTo>
                    <a:pt x="207" y="138"/>
                    <a:pt x="207" y="122"/>
                    <a:pt x="207" y="89"/>
                  </a:cubicBezTo>
                  <a:cubicBezTo>
                    <a:pt x="207" y="72"/>
                    <a:pt x="186" y="35"/>
                    <a:pt x="170" y="19"/>
                  </a:cubicBezTo>
                  <a:cubicBezTo>
                    <a:pt x="151" y="6"/>
                    <a:pt x="129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4" name="Google Shape;12324;p31"/>
            <p:cNvSpPr/>
            <p:nvPr/>
          </p:nvSpPr>
          <p:spPr>
            <a:xfrm>
              <a:off x="4256725" y="3068625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6" y="0"/>
                  </a:moveTo>
                  <a:cubicBezTo>
                    <a:pt x="106" y="0"/>
                    <a:pt x="97" y="2"/>
                    <a:pt x="87" y="6"/>
                  </a:cubicBezTo>
                  <a:cubicBezTo>
                    <a:pt x="17" y="39"/>
                    <a:pt x="0" y="89"/>
                    <a:pt x="17" y="142"/>
                  </a:cubicBezTo>
                  <a:cubicBezTo>
                    <a:pt x="31" y="184"/>
                    <a:pt x="82" y="216"/>
                    <a:pt x="127" y="216"/>
                  </a:cubicBezTo>
                  <a:cubicBezTo>
                    <a:pt x="136" y="216"/>
                    <a:pt x="145" y="215"/>
                    <a:pt x="153" y="212"/>
                  </a:cubicBezTo>
                  <a:cubicBezTo>
                    <a:pt x="207" y="175"/>
                    <a:pt x="240" y="126"/>
                    <a:pt x="223" y="72"/>
                  </a:cubicBezTo>
                  <a:cubicBezTo>
                    <a:pt x="197" y="32"/>
                    <a:pt x="156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5" name="Google Shape;12325;p31"/>
            <p:cNvSpPr/>
            <p:nvPr/>
          </p:nvSpPr>
          <p:spPr>
            <a:xfrm>
              <a:off x="4328475" y="3067850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0"/>
                  </a:moveTo>
                  <a:cubicBezTo>
                    <a:pt x="33" y="37"/>
                    <a:pt x="0" y="87"/>
                    <a:pt x="17" y="140"/>
                  </a:cubicBezTo>
                  <a:cubicBezTo>
                    <a:pt x="44" y="181"/>
                    <a:pt x="85" y="210"/>
                    <a:pt x="126" y="210"/>
                  </a:cubicBezTo>
                  <a:cubicBezTo>
                    <a:pt x="135" y="210"/>
                    <a:pt x="144" y="209"/>
                    <a:pt x="153" y="206"/>
                  </a:cubicBezTo>
                  <a:cubicBezTo>
                    <a:pt x="169" y="190"/>
                    <a:pt x="190" y="190"/>
                    <a:pt x="206" y="173"/>
                  </a:cubicBezTo>
                  <a:cubicBezTo>
                    <a:pt x="223" y="140"/>
                    <a:pt x="239" y="103"/>
                    <a:pt x="223" y="70"/>
                  </a:cubicBezTo>
                  <a:cubicBezTo>
                    <a:pt x="206" y="37"/>
                    <a:pt x="169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6" name="Google Shape;12326;p31"/>
            <p:cNvSpPr/>
            <p:nvPr/>
          </p:nvSpPr>
          <p:spPr>
            <a:xfrm>
              <a:off x="4325475" y="30953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0" y="0"/>
                  </a:moveTo>
                  <a:cubicBezTo>
                    <a:pt x="88" y="0"/>
                    <a:pt x="54" y="14"/>
                    <a:pt x="33" y="35"/>
                  </a:cubicBezTo>
                  <a:cubicBezTo>
                    <a:pt x="17" y="51"/>
                    <a:pt x="0" y="88"/>
                    <a:pt x="0" y="121"/>
                  </a:cubicBezTo>
                  <a:cubicBezTo>
                    <a:pt x="0" y="121"/>
                    <a:pt x="0" y="138"/>
                    <a:pt x="17" y="138"/>
                  </a:cubicBezTo>
                  <a:cubicBezTo>
                    <a:pt x="17" y="154"/>
                    <a:pt x="33" y="175"/>
                    <a:pt x="50" y="191"/>
                  </a:cubicBezTo>
                  <a:cubicBezTo>
                    <a:pt x="66" y="208"/>
                    <a:pt x="83" y="208"/>
                    <a:pt x="120" y="208"/>
                  </a:cubicBezTo>
                  <a:cubicBezTo>
                    <a:pt x="153" y="208"/>
                    <a:pt x="170" y="191"/>
                    <a:pt x="186" y="175"/>
                  </a:cubicBezTo>
                  <a:cubicBezTo>
                    <a:pt x="207" y="138"/>
                    <a:pt x="223" y="121"/>
                    <a:pt x="207" y="88"/>
                  </a:cubicBezTo>
                  <a:cubicBezTo>
                    <a:pt x="207" y="72"/>
                    <a:pt x="186" y="35"/>
                    <a:pt x="170" y="18"/>
                  </a:cubicBezTo>
                  <a:cubicBezTo>
                    <a:pt x="157" y="6"/>
                    <a:pt x="13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7" name="Google Shape;12327;p31"/>
            <p:cNvSpPr/>
            <p:nvPr/>
          </p:nvSpPr>
          <p:spPr>
            <a:xfrm>
              <a:off x="4327525" y="308142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104" y="1"/>
                  </a:moveTo>
                  <a:cubicBezTo>
                    <a:pt x="86" y="1"/>
                    <a:pt x="66" y="14"/>
                    <a:pt x="55" y="26"/>
                  </a:cubicBezTo>
                  <a:cubicBezTo>
                    <a:pt x="38" y="42"/>
                    <a:pt x="22" y="59"/>
                    <a:pt x="1" y="92"/>
                  </a:cubicBezTo>
                  <a:cubicBezTo>
                    <a:pt x="1" y="113"/>
                    <a:pt x="1" y="129"/>
                    <a:pt x="22" y="146"/>
                  </a:cubicBezTo>
                  <a:cubicBezTo>
                    <a:pt x="22" y="146"/>
                    <a:pt x="22" y="162"/>
                    <a:pt x="38" y="162"/>
                  </a:cubicBezTo>
                  <a:cubicBezTo>
                    <a:pt x="55" y="179"/>
                    <a:pt x="71" y="195"/>
                    <a:pt x="104" y="195"/>
                  </a:cubicBezTo>
                  <a:cubicBezTo>
                    <a:pt x="114" y="199"/>
                    <a:pt x="124" y="201"/>
                    <a:pt x="134" y="201"/>
                  </a:cubicBezTo>
                  <a:cubicBezTo>
                    <a:pt x="175" y="201"/>
                    <a:pt x="211" y="166"/>
                    <a:pt x="228" y="113"/>
                  </a:cubicBezTo>
                  <a:cubicBezTo>
                    <a:pt x="228" y="92"/>
                    <a:pt x="207" y="59"/>
                    <a:pt x="191" y="42"/>
                  </a:cubicBezTo>
                  <a:cubicBezTo>
                    <a:pt x="174" y="26"/>
                    <a:pt x="158" y="9"/>
                    <a:pt x="125" y="9"/>
                  </a:cubicBezTo>
                  <a:cubicBezTo>
                    <a:pt x="118" y="3"/>
                    <a:pt x="11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8" name="Google Shape;12328;p31"/>
            <p:cNvSpPr/>
            <p:nvPr/>
          </p:nvSpPr>
          <p:spPr>
            <a:xfrm>
              <a:off x="4323300" y="31094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0" y="1"/>
                  </a:moveTo>
                  <a:cubicBezTo>
                    <a:pt x="55" y="1"/>
                    <a:pt x="15" y="47"/>
                    <a:pt x="1" y="90"/>
                  </a:cubicBezTo>
                  <a:lnTo>
                    <a:pt x="1" y="144"/>
                  </a:lnTo>
                  <a:cubicBezTo>
                    <a:pt x="17" y="144"/>
                    <a:pt x="17" y="160"/>
                    <a:pt x="17" y="160"/>
                  </a:cubicBezTo>
                  <a:cubicBezTo>
                    <a:pt x="34" y="193"/>
                    <a:pt x="67" y="210"/>
                    <a:pt x="87" y="210"/>
                  </a:cubicBezTo>
                  <a:cubicBezTo>
                    <a:pt x="120" y="210"/>
                    <a:pt x="137" y="210"/>
                    <a:pt x="170" y="193"/>
                  </a:cubicBezTo>
                  <a:cubicBezTo>
                    <a:pt x="191" y="177"/>
                    <a:pt x="207" y="144"/>
                    <a:pt x="207" y="127"/>
                  </a:cubicBezTo>
                  <a:cubicBezTo>
                    <a:pt x="207" y="90"/>
                    <a:pt x="207" y="74"/>
                    <a:pt x="191" y="41"/>
                  </a:cubicBezTo>
                  <a:cubicBezTo>
                    <a:pt x="170" y="24"/>
                    <a:pt x="153" y="4"/>
                    <a:pt x="120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9" name="Google Shape;12329;p31"/>
            <p:cNvSpPr/>
            <p:nvPr/>
          </p:nvSpPr>
          <p:spPr>
            <a:xfrm>
              <a:off x="4335775" y="311680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3" y="0"/>
                    <a:pt x="67" y="0"/>
                    <a:pt x="34" y="17"/>
                  </a:cubicBezTo>
                  <a:cubicBezTo>
                    <a:pt x="17" y="38"/>
                    <a:pt x="1" y="54"/>
                    <a:pt x="1" y="87"/>
                  </a:cubicBezTo>
                  <a:lnTo>
                    <a:pt x="1" y="141"/>
                  </a:lnTo>
                  <a:lnTo>
                    <a:pt x="17" y="157"/>
                  </a:lnTo>
                  <a:cubicBezTo>
                    <a:pt x="34" y="190"/>
                    <a:pt x="50" y="207"/>
                    <a:pt x="83" y="207"/>
                  </a:cubicBezTo>
                  <a:cubicBezTo>
                    <a:pt x="137" y="207"/>
                    <a:pt x="207" y="174"/>
                    <a:pt x="207" y="120"/>
                  </a:cubicBezTo>
                  <a:cubicBezTo>
                    <a:pt x="207" y="87"/>
                    <a:pt x="207" y="70"/>
                    <a:pt x="186" y="38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0" name="Google Shape;12330;p31"/>
            <p:cNvSpPr/>
            <p:nvPr/>
          </p:nvSpPr>
          <p:spPr>
            <a:xfrm>
              <a:off x="4296625" y="3115875"/>
              <a:ext cx="5675" cy="5275"/>
            </a:xfrm>
            <a:custGeom>
              <a:avLst/>
              <a:gdLst/>
              <a:ahLst/>
              <a:cxnLst/>
              <a:rect l="l" t="t" r="r" b="b"/>
              <a:pathLst>
                <a:path w="227" h="211" extrusionOk="0">
                  <a:moveTo>
                    <a:pt x="97" y="0"/>
                  </a:moveTo>
                  <a:cubicBezTo>
                    <a:pt x="54" y="0"/>
                    <a:pt x="17" y="33"/>
                    <a:pt x="0" y="91"/>
                  </a:cubicBezTo>
                  <a:cubicBezTo>
                    <a:pt x="0" y="107"/>
                    <a:pt x="0" y="124"/>
                    <a:pt x="21" y="140"/>
                  </a:cubicBezTo>
                  <a:cubicBezTo>
                    <a:pt x="21" y="140"/>
                    <a:pt x="21" y="157"/>
                    <a:pt x="37" y="157"/>
                  </a:cubicBezTo>
                  <a:cubicBezTo>
                    <a:pt x="37" y="178"/>
                    <a:pt x="70" y="194"/>
                    <a:pt x="103" y="211"/>
                  </a:cubicBezTo>
                  <a:cubicBezTo>
                    <a:pt x="157" y="211"/>
                    <a:pt x="206" y="178"/>
                    <a:pt x="206" y="107"/>
                  </a:cubicBezTo>
                  <a:cubicBezTo>
                    <a:pt x="227" y="91"/>
                    <a:pt x="206" y="54"/>
                    <a:pt x="190" y="37"/>
                  </a:cubicBezTo>
                  <a:cubicBezTo>
                    <a:pt x="173" y="21"/>
                    <a:pt x="157" y="4"/>
                    <a:pt x="124" y="4"/>
                  </a:cubicBezTo>
                  <a:cubicBezTo>
                    <a:pt x="115" y="2"/>
                    <a:pt x="106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1" name="Google Shape;12331;p31"/>
            <p:cNvSpPr/>
            <p:nvPr/>
          </p:nvSpPr>
          <p:spPr>
            <a:xfrm>
              <a:off x="4337025" y="31026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70" y="1"/>
                    <a:pt x="17" y="34"/>
                    <a:pt x="17" y="87"/>
                  </a:cubicBezTo>
                  <a:cubicBezTo>
                    <a:pt x="0" y="104"/>
                    <a:pt x="17" y="137"/>
                    <a:pt x="17" y="137"/>
                  </a:cubicBezTo>
                  <a:cubicBezTo>
                    <a:pt x="17" y="153"/>
                    <a:pt x="17" y="153"/>
                    <a:pt x="33" y="170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2" y="210"/>
                    <a:pt x="121" y="211"/>
                    <a:pt x="130" y="211"/>
                  </a:cubicBezTo>
                  <a:cubicBezTo>
                    <a:pt x="173" y="211"/>
                    <a:pt x="209" y="178"/>
                    <a:pt x="223" y="120"/>
                  </a:cubicBezTo>
                  <a:cubicBezTo>
                    <a:pt x="223" y="104"/>
                    <a:pt x="223" y="67"/>
                    <a:pt x="206" y="50"/>
                  </a:cubicBezTo>
                  <a:cubicBezTo>
                    <a:pt x="190" y="17"/>
                    <a:pt x="157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2" name="Google Shape;12332;p31"/>
            <p:cNvSpPr/>
            <p:nvPr/>
          </p:nvSpPr>
          <p:spPr>
            <a:xfrm>
              <a:off x="4318575" y="30587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11" y="1"/>
                  </a:moveTo>
                  <a:cubicBezTo>
                    <a:pt x="83" y="1"/>
                    <a:pt x="54" y="13"/>
                    <a:pt x="33" y="40"/>
                  </a:cubicBezTo>
                  <a:cubicBezTo>
                    <a:pt x="17" y="57"/>
                    <a:pt x="0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3" y="176"/>
                    <a:pt x="50" y="176"/>
                  </a:cubicBezTo>
                  <a:cubicBezTo>
                    <a:pt x="70" y="197"/>
                    <a:pt x="103" y="213"/>
                    <a:pt x="120" y="213"/>
                  </a:cubicBezTo>
                  <a:cubicBezTo>
                    <a:pt x="153" y="197"/>
                    <a:pt x="173" y="197"/>
                    <a:pt x="190" y="160"/>
                  </a:cubicBezTo>
                  <a:cubicBezTo>
                    <a:pt x="206" y="143"/>
                    <a:pt x="223" y="127"/>
                    <a:pt x="223" y="94"/>
                  </a:cubicBezTo>
                  <a:cubicBezTo>
                    <a:pt x="223" y="57"/>
                    <a:pt x="206" y="40"/>
                    <a:pt x="173" y="24"/>
                  </a:cubicBezTo>
                  <a:cubicBezTo>
                    <a:pt x="157" y="9"/>
                    <a:pt x="13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3" name="Google Shape;12333;p31"/>
            <p:cNvSpPr/>
            <p:nvPr/>
          </p:nvSpPr>
          <p:spPr>
            <a:xfrm>
              <a:off x="4332275" y="30545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0"/>
                  </a:moveTo>
                  <a:cubicBezTo>
                    <a:pt x="104" y="0"/>
                    <a:pt x="71" y="17"/>
                    <a:pt x="54" y="17"/>
                  </a:cubicBezTo>
                  <a:cubicBezTo>
                    <a:pt x="17" y="33"/>
                    <a:pt x="1" y="70"/>
                    <a:pt x="1" y="87"/>
                  </a:cubicBezTo>
                  <a:cubicBezTo>
                    <a:pt x="1" y="103"/>
                    <a:pt x="1" y="136"/>
                    <a:pt x="17" y="157"/>
                  </a:cubicBezTo>
                  <a:lnTo>
                    <a:pt x="17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99" y="209"/>
                    <a:pt x="110" y="211"/>
                    <a:pt x="121" y="211"/>
                  </a:cubicBezTo>
                  <a:cubicBezTo>
                    <a:pt x="173" y="211"/>
                    <a:pt x="207" y="178"/>
                    <a:pt x="207" y="120"/>
                  </a:cubicBezTo>
                  <a:cubicBezTo>
                    <a:pt x="223" y="103"/>
                    <a:pt x="207" y="70"/>
                    <a:pt x="190" y="54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4" name="Google Shape;12334;p31"/>
            <p:cNvSpPr/>
            <p:nvPr/>
          </p:nvSpPr>
          <p:spPr>
            <a:xfrm>
              <a:off x="4303100" y="30763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9" y="0"/>
                  </a:moveTo>
                  <a:cubicBezTo>
                    <a:pt x="115" y="0"/>
                    <a:pt x="100" y="3"/>
                    <a:pt x="87" y="8"/>
                  </a:cubicBezTo>
                  <a:cubicBezTo>
                    <a:pt x="34" y="25"/>
                    <a:pt x="1" y="91"/>
                    <a:pt x="17" y="144"/>
                  </a:cubicBezTo>
                  <a:cubicBezTo>
                    <a:pt x="34" y="161"/>
                    <a:pt x="34" y="161"/>
                    <a:pt x="50" y="177"/>
                  </a:cubicBezTo>
                  <a:cubicBezTo>
                    <a:pt x="72" y="199"/>
                    <a:pt x="91" y="208"/>
                    <a:pt x="111" y="208"/>
                  </a:cubicBezTo>
                  <a:cubicBezTo>
                    <a:pt x="125" y="208"/>
                    <a:pt x="139" y="203"/>
                    <a:pt x="153" y="194"/>
                  </a:cubicBezTo>
                  <a:cubicBezTo>
                    <a:pt x="207" y="177"/>
                    <a:pt x="223" y="144"/>
                    <a:pt x="223" y="111"/>
                  </a:cubicBezTo>
                  <a:lnTo>
                    <a:pt x="223" y="58"/>
                  </a:lnTo>
                  <a:cubicBezTo>
                    <a:pt x="211" y="21"/>
                    <a:pt x="170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5" name="Google Shape;12335;p31"/>
            <p:cNvSpPr/>
            <p:nvPr/>
          </p:nvSpPr>
          <p:spPr>
            <a:xfrm>
              <a:off x="4303100" y="3089375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87" y="1"/>
                  </a:moveTo>
                  <a:cubicBezTo>
                    <a:pt x="71" y="17"/>
                    <a:pt x="34" y="17"/>
                    <a:pt x="17" y="50"/>
                  </a:cubicBezTo>
                  <a:cubicBezTo>
                    <a:pt x="1" y="67"/>
                    <a:pt x="1" y="83"/>
                    <a:pt x="1" y="120"/>
                  </a:cubicBezTo>
                  <a:lnTo>
                    <a:pt x="1" y="153"/>
                  </a:lnTo>
                  <a:cubicBezTo>
                    <a:pt x="17" y="153"/>
                    <a:pt x="17" y="170"/>
                    <a:pt x="34" y="186"/>
                  </a:cubicBezTo>
                  <a:cubicBezTo>
                    <a:pt x="58" y="203"/>
                    <a:pt x="85" y="212"/>
                    <a:pt x="111" y="212"/>
                  </a:cubicBezTo>
                  <a:cubicBezTo>
                    <a:pt x="141" y="212"/>
                    <a:pt x="170" y="199"/>
                    <a:pt x="190" y="170"/>
                  </a:cubicBezTo>
                  <a:cubicBezTo>
                    <a:pt x="207" y="153"/>
                    <a:pt x="207" y="120"/>
                    <a:pt x="207" y="104"/>
                  </a:cubicBezTo>
                  <a:cubicBezTo>
                    <a:pt x="207" y="67"/>
                    <a:pt x="190" y="50"/>
                    <a:pt x="174" y="34"/>
                  </a:cubicBezTo>
                  <a:cubicBezTo>
                    <a:pt x="153" y="17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6" name="Google Shape;12336;p31"/>
            <p:cNvSpPr/>
            <p:nvPr/>
          </p:nvSpPr>
          <p:spPr>
            <a:xfrm>
              <a:off x="4306500" y="30648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20" y="0"/>
                  </a:moveTo>
                  <a:cubicBezTo>
                    <a:pt x="71" y="0"/>
                    <a:pt x="17" y="33"/>
                    <a:pt x="1" y="87"/>
                  </a:cubicBezTo>
                  <a:cubicBezTo>
                    <a:pt x="1" y="104"/>
                    <a:pt x="1" y="137"/>
                    <a:pt x="17" y="157"/>
                  </a:cubicBezTo>
                  <a:lnTo>
                    <a:pt x="17" y="174"/>
                  </a:lnTo>
                  <a:cubicBezTo>
                    <a:pt x="38" y="190"/>
                    <a:pt x="71" y="207"/>
                    <a:pt x="87" y="207"/>
                  </a:cubicBezTo>
                  <a:cubicBezTo>
                    <a:pt x="97" y="211"/>
                    <a:pt x="107" y="213"/>
                    <a:pt x="117" y="213"/>
                  </a:cubicBezTo>
                  <a:cubicBezTo>
                    <a:pt x="140" y="213"/>
                    <a:pt x="162" y="202"/>
                    <a:pt x="174" y="190"/>
                  </a:cubicBezTo>
                  <a:cubicBezTo>
                    <a:pt x="191" y="174"/>
                    <a:pt x="207" y="157"/>
                    <a:pt x="207" y="120"/>
                  </a:cubicBezTo>
                  <a:cubicBezTo>
                    <a:pt x="223" y="104"/>
                    <a:pt x="207" y="71"/>
                    <a:pt x="191" y="54"/>
                  </a:cubicBezTo>
                  <a:cubicBezTo>
                    <a:pt x="174" y="33"/>
                    <a:pt x="158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7" name="Google Shape;12337;p31"/>
            <p:cNvSpPr/>
            <p:nvPr/>
          </p:nvSpPr>
          <p:spPr>
            <a:xfrm>
              <a:off x="4247650" y="311190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7" y="0"/>
                  </a:moveTo>
                  <a:cubicBezTo>
                    <a:pt x="76" y="0"/>
                    <a:pt x="61" y="13"/>
                    <a:pt x="38" y="27"/>
                  </a:cubicBezTo>
                  <a:cubicBezTo>
                    <a:pt x="21" y="44"/>
                    <a:pt x="1" y="60"/>
                    <a:pt x="1" y="93"/>
                  </a:cubicBezTo>
                  <a:lnTo>
                    <a:pt x="1" y="147"/>
                  </a:lnTo>
                  <a:lnTo>
                    <a:pt x="21" y="163"/>
                  </a:lnTo>
                  <a:cubicBezTo>
                    <a:pt x="38" y="196"/>
                    <a:pt x="54" y="196"/>
                    <a:pt x="87" y="213"/>
                  </a:cubicBezTo>
                  <a:cubicBezTo>
                    <a:pt x="141" y="213"/>
                    <a:pt x="207" y="180"/>
                    <a:pt x="207" y="130"/>
                  </a:cubicBezTo>
                  <a:cubicBezTo>
                    <a:pt x="207" y="93"/>
                    <a:pt x="207" y="60"/>
                    <a:pt x="190" y="44"/>
                  </a:cubicBezTo>
                  <a:cubicBezTo>
                    <a:pt x="174" y="27"/>
                    <a:pt x="157" y="7"/>
                    <a:pt x="124" y="7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8" name="Google Shape;12338;p31"/>
            <p:cNvSpPr/>
            <p:nvPr/>
          </p:nvSpPr>
          <p:spPr>
            <a:xfrm>
              <a:off x="4300950" y="31029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3" y="1"/>
                  </a:moveTo>
                  <a:cubicBezTo>
                    <a:pt x="48" y="1"/>
                    <a:pt x="0" y="33"/>
                    <a:pt x="0" y="92"/>
                  </a:cubicBezTo>
                  <a:lnTo>
                    <a:pt x="0" y="141"/>
                  </a:lnTo>
                  <a:lnTo>
                    <a:pt x="17" y="158"/>
                  </a:lnTo>
                  <a:cubicBezTo>
                    <a:pt x="33" y="178"/>
                    <a:pt x="54" y="195"/>
                    <a:pt x="87" y="211"/>
                  </a:cubicBezTo>
                  <a:cubicBezTo>
                    <a:pt x="120" y="211"/>
                    <a:pt x="136" y="195"/>
                    <a:pt x="173" y="178"/>
                  </a:cubicBezTo>
                  <a:cubicBezTo>
                    <a:pt x="190" y="178"/>
                    <a:pt x="206" y="141"/>
                    <a:pt x="206" y="125"/>
                  </a:cubicBezTo>
                  <a:cubicBezTo>
                    <a:pt x="223" y="55"/>
                    <a:pt x="17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9" name="Google Shape;12339;p31"/>
            <p:cNvSpPr/>
            <p:nvPr/>
          </p:nvSpPr>
          <p:spPr>
            <a:xfrm>
              <a:off x="4310025" y="31155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7" y="0"/>
                  </a:moveTo>
                  <a:cubicBezTo>
                    <a:pt x="71" y="0"/>
                    <a:pt x="37" y="15"/>
                    <a:pt x="17" y="35"/>
                  </a:cubicBezTo>
                  <a:cubicBezTo>
                    <a:pt x="0" y="51"/>
                    <a:pt x="0" y="89"/>
                    <a:pt x="0" y="121"/>
                  </a:cubicBezTo>
                  <a:lnTo>
                    <a:pt x="0" y="138"/>
                  </a:lnTo>
                  <a:cubicBezTo>
                    <a:pt x="0" y="154"/>
                    <a:pt x="17" y="171"/>
                    <a:pt x="33" y="192"/>
                  </a:cubicBezTo>
                  <a:cubicBezTo>
                    <a:pt x="52" y="204"/>
                    <a:pt x="71" y="209"/>
                    <a:pt x="90" y="209"/>
                  </a:cubicBezTo>
                  <a:cubicBezTo>
                    <a:pt x="122" y="209"/>
                    <a:pt x="155" y="194"/>
                    <a:pt x="186" y="171"/>
                  </a:cubicBezTo>
                  <a:cubicBezTo>
                    <a:pt x="206" y="138"/>
                    <a:pt x="206" y="121"/>
                    <a:pt x="206" y="89"/>
                  </a:cubicBezTo>
                  <a:cubicBezTo>
                    <a:pt x="206" y="68"/>
                    <a:pt x="186" y="35"/>
                    <a:pt x="169" y="18"/>
                  </a:cubicBezTo>
                  <a:cubicBezTo>
                    <a:pt x="150" y="6"/>
                    <a:pt x="128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0" name="Google Shape;12340;p31"/>
            <p:cNvSpPr/>
            <p:nvPr/>
          </p:nvSpPr>
          <p:spPr>
            <a:xfrm>
              <a:off x="4315175" y="30863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4"/>
                    <a:pt x="17" y="140"/>
                  </a:cubicBezTo>
                  <a:cubicBezTo>
                    <a:pt x="17" y="173"/>
                    <a:pt x="50" y="206"/>
                    <a:pt x="83" y="206"/>
                  </a:cubicBezTo>
                  <a:cubicBezTo>
                    <a:pt x="93" y="209"/>
                    <a:pt x="103" y="211"/>
                    <a:pt x="113" y="211"/>
                  </a:cubicBezTo>
                  <a:cubicBezTo>
                    <a:pt x="168" y="211"/>
                    <a:pt x="206" y="166"/>
                    <a:pt x="206" y="124"/>
                  </a:cubicBezTo>
                  <a:cubicBezTo>
                    <a:pt x="223" y="103"/>
                    <a:pt x="206" y="70"/>
                    <a:pt x="186" y="54"/>
                  </a:cubicBezTo>
                  <a:cubicBezTo>
                    <a:pt x="169" y="21"/>
                    <a:pt x="153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1" name="Google Shape;12341;p31"/>
            <p:cNvSpPr/>
            <p:nvPr/>
          </p:nvSpPr>
          <p:spPr>
            <a:xfrm>
              <a:off x="4313425" y="31013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20" y="1"/>
                  </a:moveTo>
                  <a:cubicBezTo>
                    <a:pt x="70" y="1"/>
                    <a:pt x="0" y="38"/>
                    <a:pt x="0" y="88"/>
                  </a:cubicBezTo>
                  <a:lnTo>
                    <a:pt x="0" y="141"/>
                  </a:lnTo>
                  <a:cubicBezTo>
                    <a:pt x="0" y="158"/>
                    <a:pt x="17" y="158"/>
                    <a:pt x="17" y="174"/>
                  </a:cubicBezTo>
                  <a:cubicBezTo>
                    <a:pt x="33" y="191"/>
                    <a:pt x="50" y="207"/>
                    <a:pt x="87" y="207"/>
                  </a:cubicBezTo>
                  <a:cubicBezTo>
                    <a:pt x="96" y="212"/>
                    <a:pt x="105" y="214"/>
                    <a:pt x="112" y="214"/>
                  </a:cubicBezTo>
                  <a:cubicBezTo>
                    <a:pt x="131" y="214"/>
                    <a:pt x="147" y="202"/>
                    <a:pt x="173" y="191"/>
                  </a:cubicBezTo>
                  <a:cubicBezTo>
                    <a:pt x="190" y="174"/>
                    <a:pt x="206" y="158"/>
                    <a:pt x="206" y="121"/>
                  </a:cubicBezTo>
                  <a:cubicBezTo>
                    <a:pt x="206" y="104"/>
                    <a:pt x="206" y="71"/>
                    <a:pt x="190" y="55"/>
                  </a:cubicBezTo>
                  <a:cubicBezTo>
                    <a:pt x="173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2" name="Google Shape;12342;p31"/>
            <p:cNvSpPr/>
            <p:nvPr/>
          </p:nvSpPr>
          <p:spPr>
            <a:xfrm>
              <a:off x="4291050" y="3237800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17" y="42"/>
                    <a:pt x="0" y="91"/>
                    <a:pt x="17" y="145"/>
                  </a:cubicBezTo>
                  <a:cubicBezTo>
                    <a:pt x="17" y="161"/>
                    <a:pt x="38" y="178"/>
                    <a:pt x="54" y="178"/>
                  </a:cubicBezTo>
                  <a:cubicBezTo>
                    <a:pt x="66" y="202"/>
                    <a:pt x="96" y="217"/>
                    <a:pt x="125" y="217"/>
                  </a:cubicBezTo>
                  <a:cubicBezTo>
                    <a:pt x="136" y="217"/>
                    <a:pt x="147" y="215"/>
                    <a:pt x="157" y="211"/>
                  </a:cubicBezTo>
                  <a:cubicBezTo>
                    <a:pt x="190" y="194"/>
                    <a:pt x="223" y="161"/>
                    <a:pt x="223" y="124"/>
                  </a:cubicBezTo>
                  <a:cubicBezTo>
                    <a:pt x="223" y="108"/>
                    <a:pt x="223" y="91"/>
                    <a:pt x="207" y="75"/>
                  </a:cubicBezTo>
                  <a:cubicBezTo>
                    <a:pt x="193" y="31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3" name="Google Shape;12343;p31"/>
            <p:cNvSpPr/>
            <p:nvPr/>
          </p:nvSpPr>
          <p:spPr>
            <a:xfrm>
              <a:off x="4144175" y="3202525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12" y="0"/>
                  </a:moveTo>
                  <a:cubicBezTo>
                    <a:pt x="84" y="0"/>
                    <a:pt x="55" y="14"/>
                    <a:pt x="37" y="43"/>
                  </a:cubicBezTo>
                  <a:cubicBezTo>
                    <a:pt x="17" y="59"/>
                    <a:pt x="0" y="92"/>
                    <a:pt x="0" y="113"/>
                  </a:cubicBezTo>
                  <a:cubicBezTo>
                    <a:pt x="0" y="129"/>
                    <a:pt x="0" y="129"/>
                    <a:pt x="17" y="146"/>
                  </a:cubicBezTo>
                  <a:cubicBezTo>
                    <a:pt x="17" y="162"/>
                    <a:pt x="37" y="179"/>
                    <a:pt x="54" y="179"/>
                  </a:cubicBezTo>
                  <a:cubicBezTo>
                    <a:pt x="69" y="196"/>
                    <a:pt x="91" y="205"/>
                    <a:pt x="115" y="205"/>
                  </a:cubicBezTo>
                  <a:cubicBezTo>
                    <a:pt x="143" y="205"/>
                    <a:pt x="172" y="192"/>
                    <a:pt x="190" y="162"/>
                  </a:cubicBezTo>
                  <a:cubicBezTo>
                    <a:pt x="223" y="129"/>
                    <a:pt x="223" y="59"/>
                    <a:pt x="173" y="26"/>
                  </a:cubicBezTo>
                  <a:cubicBezTo>
                    <a:pt x="158" y="10"/>
                    <a:pt x="136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4" name="Google Shape;12344;p31"/>
            <p:cNvSpPr/>
            <p:nvPr/>
          </p:nvSpPr>
          <p:spPr>
            <a:xfrm>
              <a:off x="4133850" y="3190375"/>
              <a:ext cx="6125" cy="5250"/>
            </a:xfrm>
            <a:custGeom>
              <a:avLst/>
              <a:gdLst/>
              <a:ahLst/>
              <a:cxnLst/>
              <a:rect l="l" t="t" r="r" b="b"/>
              <a:pathLst>
                <a:path w="245" h="210" extrusionOk="0">
                  <a:moveTo>
                    <a:pt x="134" y="0"/>
                  </a:moveTo>
                  <a:cubicBezTo>
                    <a:pt x="118" y="0"/>
                    <a:pt x="103" y="4"/>
                    <a:pt x="88" y="14"/>
                  </a:cubicBezTo>
                  <a:cubicBezTo>
                    <a:pt x="38" y="30"/>
                    <a:pt x="1" y="84"/>
                    <a:pt x="38" y="133"/>
                  </a:cubicBezTo>
                  <a:cubicBezTo>
                    <a:pt x="51" y="187"/>
                    <a:pt x="83" y="209"/>
                    <a:pt x="121" y="209"/>
                  </a:cubicBezTo>
                  <a:cubicBezTo>
                    <a:pt x="133" y="209"/>
                    <a:pt x="145" y="207"/>
                    <a:pt x="158" y="203"/>
                  </a:cubicBezTo>
                  <a:cubicBezTo>
                    <a:pt x="224" y="187"/>
                    <a:pt x="244" y="117"/>
                    <a:pt x="224" y="63"/>
                  </a:cubicBezTo>
                  <a:cubicBezTo>
                    <a:pt x="212" y="27"/>
                    <a:pt x="174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5" name="Google Shape;12345;p31"/>
            <p:cNvSpPr/>
            <p:nvPr/>
          </p:nvSpPr>
          <p:spPr>
            <a:xfrm>
              <a:off x="4157975" y="31984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34" y="34"/>
                    <a:pt x="17" y="50"/>
                    <a:pt x="17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17" y="153"/>
                    <a:pt x="17" y="153"/>
                    <a:pt x="34" y="153"/>
                  </a:cubicBezTo>
                  <a:cubicBezTo>
                    <a:pt x="50" y="190"/>
                    <a:pt x="67" y="207"/>
                    <a:pt x="104" y="207"/>
                  </a:cubicBezTo>
                  <a:cubicBezTo>
                    <a:pt x="153" y="207"/>
                    <a:pt x="207" y="174"/>
                    <a:pt x="223" y="120"/>
                  </a:cubicBezTo>
                  <a:cubicBezTo>
                    <a:pt x="223" y="87"/>
                    <a:pt x="207" y="71"/>
                    <a:pt x="186" y="34"/>
                  </a:cubicBezTo>
                  <a:cubicBezTo>
                    <a:pt x="186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6" name="Google Shape;12346;p31"/>
            <p:cNvSpPr/>
            <p:nvPr/>
          </p:nvSpPr>
          <p:spPr>
            <a:xfrm>
              <a:off x="4105100" y="32186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6" y="0"/>
                  </a:moveTo>
                  <a:cubicBezTo>
                    <a:pt x="91" y="0"/>
                    <a:pt x="57" y="14"/>
                    <a:pt x="34" y="35"/>
                  </a:cubicBezTo>
                  <a:cubicBezTo>
                    <a:pt x="17" y="51"/>
                    <a:pt x="1" y="88"/>
                    <a:pt x="17" y="121"/>
                  </a:cubicBezTo>
                  <a:lnTo>
                    <a:pt x="17" y="138"/>
                  </a:lnTo>
                  <a:cubicBezTo>
                    <a:pt x="17" y="154"/>
                    <a:pt x="34" y="171"/>
                    <a:pt x="54" y="191"/>
                  </a:cubicBezTo>
                  <a:cubicBezTo>
                    <a:pt x="71" y="208"/>
                    <a:pt x="104" y="208"/>
                    <a:pt x="120" y="208"/>
                  </a:cubicBezTo>
                  <a:cubicBezTo>
                    <a:pt x="157" y="208"/>
                    <a:pt x="174" y="191"/>
                    <a:pt x="190" y="171"/>
                  </a:cubicBezTo>
                  <a:cubicBezTo>
                    <a:pt x="223" y="138"/>
                    <a:pt x="223" y="121"/>
                    <a:pt x="223" y="88"/>
                  </a:cubicBezTo>
                  <a:cubicBezTo>
                    <a:pt x="223" y="68"/>
                    <a:pt x="207" y="35"/>
                    <a:pt x="190" y="18"/>
                  </a:cubicBezTo>
                  <a:cubicBezTo>
                    <a:pt x="170" y="6"/>
                    <a:pt x="14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7" name="Google Shape;12347;p31"/>
            <p:cNvSpPr/>
            <p:nvPr/>
          </p:nvSpPr>
          <p:spPr>
            <a:xfrm>
              <a:off x="4139425" y="3230725"/>
              <a:ext cx="5700" cy="5225"/>
            </a:xfrm>
            <a:custGeom>
              <a:avLst/>
              <a:gdLst/>
              <a:ahLst/>
              <a:cxnLst/>
              <a:rect l="l" t="t" r="r" b="b"/>
              <a:pathLst>
                <a:path w="228" h="209" extrusionOk="0">
                  <a:moveTo>
                    <a:pt x="118" y="1"/>
                  </a:moveTo>
                  <a:cubicBezTo>
                    <a:pt x="102" y="1"/>
                    <a:pt x="86" y="5"/>
                    <a:pt x="71" y="16"/>
                  </a:cubicBezTo>
                  <a:cubicBezTo>
                    <a:pt x="21" y="32"/>
                    <a:pt x="1" y="82"/>
                    <a:pt x="21" y="135"/>
                  </a:cubicBezTo>
                  <a:cubicBezTo>
                    <a:pt x="34" y="185"/>
                    <a:pt x="74" y="209"/>
                    <a:pt x="116" y="209"/>
                  </a:cubicBezTo>
                  <a:cubicBezTo>
                    <a:pt x="130" y="209"/>
                    <a:pt x="144" y="206"/>
                    <a:pt x="157" y="201"/>
                  </a:cubicBezTo>
                  <a:cubicBezTo>
                    <a:pt x="207" y="185"/>
                    <a:pt x="227" y="119"/>
                    <a:pt x="207" y="65"/>
                  </a:cubicBezTo>
                  <a:cubicBezTo>
                    <a:pt x="195" y="30"/>
                    <a:pt x="158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8" name="Google Shape;12348;p31"/>
            <p:cNvSpPr/>
            <p:nvPr/>
          </p:nvSpPr>
          <p:spPr>
            <a:xfrm>
              <a:off x="4156650" y="32124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6" y="1"/>
                  </a:moveTo>
                  <a:cubicBezTo>
                    <a:pt x="54" y="1"/>
                    <a:pt x="14" y="36"/>
                    <a:pt x="0" y="91"/>
                  </a:cubicBezTo>
                  <a:cubicBezTo>
                    <a:pt x="0" y="91"/>
                    <a:pt x="0" y="108"/>
                    <a:pt x="17" y="128"/>
                  </a:cubicBezTo>
                  <a:lnTo>
                    <a:pt x="17" y="145"/>
                  </a:lnTo>
                  <a:cubicBezTo>
                    <a:pt x="17" y="145"/>
                    <a:pt x="17" y="161"/>
                    <a:pt x="33" y="161"/>
                  </a:cubicBezTo>
                  <a:cubicBezTo>
                    <a:pt x="54" y="194"/>
                    <a:pt x="70" y="194"/>
                    <a:pt x="103" y="211"/>
                  </a:cubicBezTo>
                  <a:cubicBezTo>
                    <a:pt x="120" y="211"/>
                    <a:pt x="157" y="194"/>
                    <a:pt x="173" y="194"/>
                  </a:cubicBezTo>
                  <a:cubicBezTo>
                    <a:pt x="190" y="178"/>
                    <a:pt x="206" y="145"/>
                    <a:pt x="223" y="128"/>
                  </a:cubicBezTo>
                  <a:cubicBezTo>
                    <a:pt x="223" y="91"/>
                    <a:pt x="206" y="75"/>
                    <a:pt x="206" y="58"/>
                  </a:cubicBezTo>
                  <a:cubicBezTo>
                    <a:pt x="190" y="25"/>
                    <a:pt x="157" y="5"/>
                    <a:pt x="120" y="5"/>
                  </a:cubicBezTo>
                  <a:cubicBezTo>
                    <a:pt x="112" y="2"/>
                    <a:pt x="104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9" name="Google Shape;12349;p31"/>
            <p:cNvSpPr/>
            <p:nvPr/>
          </p:nvSpPr>
          <p:spPr>
            <a:xfrm>
              <a:off x="4155825" y="32262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9" y="1"/>
                  </a:moveTo>
                  <a:cubicBezTo>
                    <a:pt x="54" y="1"/>
                    <a:pt x="14" y="44"/>
                    <a:pt x="0" y="91"/>
                  </a:cubicBezTo>
                  <a:cubicBezTo>
                    <a:pt x="0" y="107"/>
                    <a:pt x="0" y="124"/>
                    <a:pt x="17" y="140"/>
                  </a:cubicBezTo>
                  <a:lnTo>
                    <a:pt x="17" y="157"/>
                  </a:lnTo>
                  <a:cubicBezTo>
                    <a:pt x="33" y="194"/>
                    <a:pt x="66" y="194"/>
                    <a:pt x="87" y="210"/>
                  </a:cubicBezTo>
                  <a:cubicBezTo>
                    <a:pt x="153" y="210"/>
                    <a:pt x="206" y="173"/>
                    <a:pt x="206" y="124"/>
                  </a:cubicBezTo>
                  <a:cubicBezTo>
                    <a:pt x="223" y="91"/>
                    <a:pt x="206" y="54"/>
                    <a:pt x="190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3" y="2"/>
                    <a:pt x="106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0" name="Google Shape;12350;p31"/>
            <p:cNvSpPr/>
            <p:nvPr/>
          </p:nvSpPr>
          <p:spPr>
            <a:xfrm>
              <a:off x="4020900" y="3041575"/>
              <a:ext cx="5700" cy="5250"/>
            </a:xfrm>
            <a:custGeom>
              <a:avLst/>
              <a:gdLst/>
              <a:ahLst/>
              <a:cxnLst/>
              <a:rect l="l" t="t" r="r" b="b"/>
              <a:pathLst>
                <a:path w="228" h="210" extrusionOk="0">
                  <a:moveTo>
                    <a:pt x="103" y="1"/>
                  </a:moveTo>
                  <a:cubicBezTo>
                    <a:pt x="58" y="1"/>
                    <a:pt x="18" y="44"/>
                    <a:pt x="0" y="90"/>
                  </a:cubicBezTo>
                  <a:cubicBezTo>
                    <a:pt x="0" y="107"/>
                    <a:pt x="0" y="123"/>
                    <a:pt x="21" y="140"/>
                  </a:cubicBezTo>
                  <a:cubicBezTo>
                    <a:pt x="37" y="177"/>
                    <a:pt x="54" y="210"/>
                    <a:pt x="103" y="210"/>
                  </a:cubicBezTo>
                  <a:cubicBezTo>
                    <a:pt x="157" y="210"/>
                    <a:pt x="206" y="177"/>
                    <a:pt x="227" y="123"/>
                  </a:cubicBezTo>
                  <a:cubicBezTo>
                    <a:pt x="227" y="90"/>
                    <a:pt x="206" y="74"/>
                    <a:pt x="190" y="37"/>
                  </a:cubicBezTo>
                  <a:cubicBezTo>
                    <a:pt x="173" y="20"/>
                    <a:pt x="157" y="4"/>
                    <a:pt x="124" y="4"/>
                  </a:cubicBezTo>
                  <a:cubicBezTo>
                    <a:pt x="117" y="2"/>
                    <a:pt x="11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1" name="Google Shape;12351;p31"/>
            <p:cNvSpPr/>
            <p:nvPr/>
          </p:nvSpPr>
          <p:spPr>
            <a:xfrm>
              <a:off x="4147150" y="3188850"/>
              <a:ext cx="5700" cy="4975"/>
            </a:xfrm>
            <a:custGeom>
              <a:avLst/>
              <a:gdLst/>
              <a:ahLst/>
              <a:cxnLst/>
              <a:rect l="l" t="t" r="r" b="b"/>
              <a:pathLst>
                <a:path w="228" h="199" extrusionOk="0">
                  <a:moveTo>
                    <a:pt x="98" y="0"/>
                  </a:moveTo>
                  <a:cubicBezTo>
                    <a:pt x="55" y="0"/>
                    <a:pt x="18" y="33"/>
                    <a:pt x="1" y="91"/>
                  </a:cubicBezTo>
                  <a:cubicBezTo>
                    <a:pt x="1" y="108"/>
                    <a:pt x="1" y="124"/>
                    <a:pt x="21" y="145"/>
                  </a:cubicBezTo>
                  <a:lnTo>
                    <a:pt x="21" y="161"/>
                  </a:lnTo>
                  <a:cubicBezTo>
                    <a:pt x="38" y="178"/>
                    <a:pt x="71" y="194"/>
                    <a:pt x="87" y="194"/>
                  </a:cubicBezTo>
                  <a:cubicBezTo>
                    <a:pt x="99" y="197"/>
                    <a:pt x="111" y="198"/>
                    <a:pt x="121" y="198"/>
                  </a:cubicBezTo>
                  <a:cubicBezTo>
                    <a:pt x="173" y="198"/>
                    <a:pt x="207" y="166"/>
                    <a:pt x="207" y="108"/>
                  </a:cubicBezTo>
                  <a:cubicBezTo>
                    <a:pt x="228" y="91"/>
                    <a:pt x="207" y="58"/>
                    <a:pt x="190" y="42"/>
                  </a:cubicBezTo>
                  <a:cubicBezTo>
                    <a:pt x="174" y="21"/>
                    <a:pt x="158" y="4"/>
                    <a:pt x="125" y="4"/>
                  </a:cubicBezTo>
                  <a:cubicBezTo>
                    <a:pt x="115" y="2"/>
                    <a:pt x="106" y="0"/>
                    <a:pt x="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2" name="Google Shape;12352;p31"/>
            <p:cNvSpPr/>
            <p:nvPr/>
          </p:nvSpPr>
          <p:spPr>
            <a:xfrm>
              <a:off x="4143350" y="321915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14" y="0"/>
                  </a:moveTo>
                  <a:cubicBezTo>
                    <a:pt x="103" y="0"/>
                    <a:pt x="95" y="5"/>
                    <a:pt x="87" y="13"/>
                  </a:cubicBezTo>
                  <a:cubicBezTo>
                    <a:pt x="50" y="13"/>
                    <a:pt x="33" y="29"/>
                    <a:pt x="17" y="4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29" y="189"/>
                    <a:pt x="72" y="209"/>
                    <a:pt x="114" y="209"/>
                  </a:cubicBezTo>
                  <a:cubicBezTo>
                    <a:pt x="127" y="209"/>
                    <a:pt x="141" y="207"/>
                    <a:pt x="153" y="202"/>
                  </a:cubicBezTo>
                  <a:cubicBezTo>
                    <a:pt x="206" y="186"/>
                    <a:pt x="239" y="116"/>
                    <a:pt x="206" y="66"/>
                  </a:cubicBezTo>
                  <a:cubicBezTo>
                    <a:pt x="206" y="29"/>
                    <a:pt x="173" y="13"/>
                    <a:pt x="153" y="13"/>
                  </a:cubicBezTo>
                  <a:cubicBezTo>
                    <a:pt x="136" y="5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3" name="Google Shape;12353;p31"/>
            <p:cNvSpPr/>
            <p:nvPr/>
          </p:nvSpPr>
          <p:spPr>
            <a:xfrm>
              <a:off x="4111600" y="317680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4" y="0"/>
                  </a:moveTo>
                  <a:cubicBezTo>
                    <a:pt x="111" y="0"/>
                    <a:pt x="97" y="3"/>
                    <a:pt x="83" y="8"/>
                  </a:cubicBezTo>
                  <a:cubicBezTo>
                    <a:pt x="33" y="25"/>
                    <a:pt x="0" y="91"/>
                    <a:pt x="17" y="144"/>
                  </a:cubicBezTo>
                  <a:cubicBezTo>
                    <a:pt x="41" y="181"/>
                    <a:pt x="77" y="202"/>
                    <a:pt x="114" y="202"/>
                  </a:cubicBezTo>
                  <a:cubicBezTo>
                    <a:pt x="127" y="202"/>
                    <a:pt x="140" y="199"/>
                    <a:pt x="153" y="194"/>
                  </a:cubicBezTo>
                  <a:cubicBezTo>
                    <a:pt x="207" y="177"/>
                    <a:pt x="240" y="128"/>
                    <a:pt x="223" y="58"/>
                  </a:cubicBezTo>
                  <a:cubicBezTo>
                    <a:pt x="196" y="21"/>
                    <a:pt x="16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4" name="Google Shape;12354;p31"/>
            <p:cNvSpPr/>
            <p:nvPr/>
          </p:nvSpPr>
          <p:spPr>
            <a:xfrm>
              <a:off x="4109425" y="3189625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12" y="1"/>
                  </a:moveTo>
                  <a:cubicBezTo>
                    <a:pt x="81" y="1"/>
                    <a:pt x="52" y="14"/>
                    <a:pt x="34" y="44"/>
                  </a:cubicBezTo>
                  <a:cubicBezTo>
                    <a:pt x="17" y="60"/>
                    <a:pt x="1" y="93"/>
                    <a:pt x="17" y="114"/>
                  </a:cubicBezTo>
                  <a:lnTo>
                    <a:pt x="17" y="147"/>
                  </a:lnTo>
                  <a:cubicBezTo>
                    <a:pt x="17" y="163"/>
                    <a:pt x="34" y="180"/>
                    <a:pt x="50" y="180"/>
                  </a:cubicBezTo>
                  <a:cubicBezTo>
                    <a:pt x="67" y="196"/>
                    <a:pt x="90" y="206"/>
                    <a:pt x="113" y="206"/>
                  </a:cubicBezTo>
                  <a:cubicBezTo>
                    <a:pt x="141" y="206"/>
                    <a:pt x="170" y="192"/>
                    <a:pt x="191" y="163"/>
                  </a:cubicBezTo>
                  <a:cubicBezTo>
                    <a:pt x="207" y="147"/>
                    <a:pt x="224" y="130"/>
                    <a:pt x="224" y="93"/>
                  </a:cubicBezTo>
                  <a:cubicBezTo>
                    <a:pt x="224" y="60"/>
                    <a:pt x="207" y="44"/>
                    <a:pt x="191" y="27"/>
                  </a:cubicBezTo>
                  <a:cubicBezTo>
                    <a:pt x="166" y="10"/>
                    <a:pt x="138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5" name="Google Shape;12355;p31"/>
            <p:cNvSpPr/>
            <p:nvPr/>
          </p:nvSpPr>
          <p:spPr>
            <a:xfrm>
              <a:off x="4109425" y="32040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0" y="0"/>
                  </a:moveTo>
                  <a:cubicBezTo>
                    <a:pt x="67" y="0"/>
                    <a:pt x="17" y="17"/>
                    <a:pt x="1" y="70"/>
                  </a:cubicBezTo>
                  <a:lnTo>
                    <a:pt x="1" y="87"/>
                  </a:lnTo>
                  <a:lnTo>
                    <a:pt x="1" y="136"/>
                  </a:lnTo>
                  <a:cubicBezTo>
                    <a:pt x="17" y="174"/>
                    <a:pt x="34" y="190"/>
                    <a:pt x="50" y="207"/>
                  </a:cubicBezTo>
                  <a:lnTo>
                    <a:pt x="87" y="207"/>
                  </a:lnTo>
                  <a:cubicBezTo>
                    <a:pt x="94" y="209"/>
                    <a:pt x="101" y="210"/>
                    <a:pt x="107" y="210"/>
                  </a:cubicBezTo>
                  <a:cubicBezTo>
                    <a:pt x="151" y="210"/>
                    <a:pt x="193" y="166"/>
                    <a:pt x="207" y="120"/>
                  </a:cubicBezTo>
                  <a:cubicBezTo>
                    <a:pt x="207" y="87"/>
                    <a:pt x="207" y="70"/>
                    <a:pt x="191" y="54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6" name="Google Shape;12356;p31"/>
            <p:cNvSpPr/>
            <p:nvPr/>
          </p:nvSpPr>
          <p:spPr>
            <a:xfrm>
              <a:off x="4118825" y="3214550"/>
              <a:ext cx="5675" cy="5350"/>
            </a:xfrm>
            <a:custGeom>
              <a:avLst/>
              <a:gdLst/>
              <a:ahLst/>
              <a:cxnLst/>
              <a:rect l="l" t="t" r="r" b="b"/>
              <a:pathLst>
                <a:path w="227" h="214" extrusionOk="0">
                  <a:moveTo>
                    <a:pt x="103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21" y="44"/>
                    <a:pt x="21" y="61"/>
                    <a:pt x="0" y="94"/>
                  </a:cubicBezTo>
                  <a:cubicBezTo>
                    <a:pt x="0" y="110"/>
                    <a:pt x="0" y="127"/>
                    <a:pt x="21" y="147"/>
                  </a:cubicBezTo>
                  <a:lnTo>
                    <a:pt x="21" y="164"/>
                  </a:lnTo>
                  <a:cubicBezTo>
                    <a:pt x="37" y="180"/>
                    <a:pt x="70" y="197"/>
                    <a:pt x="87" y="213"/>
                  </a:cubicBezTo>
                  <a:cubicBezTo>
                    <a:pt x="157" y="213"/>
                    <a:pt x="206" y="180"/>
                    <a:pt x="206" y="127"/>
                  </a:cubicBezTo>
                  <a:cubicBezTo>
                    <a:pt x="227" y="94"/>
                    <a:pt x="206" y="61"/>
                    <a:pt x="190" y="44"/>
                  </a:cubicBezTo>
                  <a:cubicBezTo>
                    <a:pt x="173" y="24"/>
                    <a:pt x="157" y="7"/>
                    <a:pt x="124" y="7"/>
                  </a:cubicBezTo>
                  <a:cubicBezTo>
                    <a:pt x="118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7" name="Google Shape;12357;p31"/>
            <p:cNvSpPr/>
            <p:nvPr/>
          </p:nvSpPr>
          <p:spPr>
            <a:xfrm>
              <a:off x="4129125" y="3221100"/>
              <a:ext cx="5700" cy="5450"/>
            </a:xfrm>
            <a:custGeom>
              <a:avLst/>
              <a:gdLst/>
              <a:ahLst/>
              <a:cxnLst/>
              <a:rect l="l" t="t" r="r" b="b"/>
              <a:pathLst>
                <a:path w="228" h="218" extrusionOk="0">
                  <a:moveTo>
                    <a:pt x="115" y="1"/>
                  </a:moveTo>
                  <a:cubicBezTo>
                    <a:pt x="106" y="1"/>
                    <a:pt x="96" y="2"/>
                    <a:pt x="87" y="5"/>
                  </a:cubicBezTo>
                  <a:cubicBezTo>
                    <a:pt x="21" y="38"/>
                    <a:pt x="0" y="91"/>
                    <a:pt x="21" y="141"/>
                  </a:cubicBezTo>
                  <a:cubicBezTo>
                    <a:pt x="21" y="157"/>
                    <a:pt x="37" y="174"/>
                    <a:pt x="54" y="174"/>
                  </a:cubicBezTo>
                  <a:cubicBezTo>
                    <a:pt x="66" y="201"/>
                    <a:pt x="98" y="217"/>
                    <a:pt x="128" y="217"/>
                  </a:cubicBezTo>
                  <a:cubicBezTo>
                    <a:pt x="138" y="217"/>
                    <a:pt x="148" y="215"/>
                    <a:pt x="157" y="211"/>
                  </a:cubicBezTo>
                  <a:cubicBezTo>
                    <a:pt x="190" y="195"/>
                    <a:pt x="227" y="157"/>
                    <a:pt x="227" y="124"/>
                  </a:cubicBezTo>
                  <a:cubicBezTo>
                    <a:pt x="227" y="108"/>
                    <a:pt x="227" y="91"/>
                    <a:pt x="206" y="71"/>
                  </a:cubicBezTo>
                  <a:cubicBezTo>
                    <a:pt x="193" y="30"/>
                    <a:pt x="157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8" name="Google Shape;12358;p31"/>
            <p:cNvSpPr/>
            <p:nvPr/>
          </p:nvSpPr>
          <p:spPr>
            <a:xfrm>
              <a:off x="4133050" y="32091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0" y="1"/>
                  </a:moveTo>
                  <a:cubicBezTo>
                    <a:pt x="70" y="1"/>
                    <a:pt x="17" y="34"/>
                    <a:pt x="0" y="87"/>
                  </a:cubicBezTo>
                  <a:cubicBezTo>
                    <a:pt x="0" y="104"/>
                    <a:pt x="0" y="120"/>
                    <a:pt x="17" y="137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5" y="209"/>
                    <a:pt x="104" y="210"/>
                    <a:pt x="112" y="210"/>
                  </a:cubicBezTo>
                  <a:cubicBezTo>
                    <a:pt x="166" y="210"/>
                    <a:pt x="206" y="167"/>
                    <a:pt x="206" y="120"/>
                  </a:cubicBezTo>
                  <a:cubicBezTo>
                    <a:pt x="223" y="104"/>
                    <a:pt x="206" y="71"/>
                    <a:pt x="190" y="54"/>
                  </a:cubicBezTo>
                  <a:cubicBezTo>
                    <a:pt x="173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9" name="Google Shape;12359;p31"/>
            <p:cNvSpPr/>
            <p:nvPr/>
          </p:nvSpPr>
          <p:spPr>
            <a:xfrm>
              <a:off x="4127475" y="3234875"/>
              <a:ext cx="5600" cy="5225"/>
            </a:xfrm>
            <a:custGeom>
              <a:avLst/>
              <a:gdLst/>
              <a:ahLst/>
              <a:cxnLst/>
              <a:rect l="l" t="t" r="r" b="b"/>
              <a:pathLst>
                <a:path w="224" h="209" extrusionOk="0">
                  <a:moveTo>
                    <a:pt x="120" y="1"/>
                  </a:moveTo>
                  <a:cubicBezTo>
                    <a:pt x="88" y="1"/>
                    <a:pt x="54" y="15"/>
                    <a:pt x="33" y="35"/>
                  </a:cubicBezTo>
                  <a:cubicBezTo>
                    <a:pt x="17" y="72"/>
                    <a:pt x="0" y="89"/>
                    <a:pt x="0" y="122"/>
                  </a:cubicBezTo>
                  <a:cubicBezTo>
                    <a:pt x="17" y="122"/>
                    <a:pt x="17" y="138"/>
                    <a:pt x="17" y="138"/>
                  </a:cubicBezTo>
                  <a:cubicBezTo>
                    <a:pt x="17" y="159"/>
                    <a:pt x="33" y="175"/>
                    <a:pt x="50" y="192"/>
                  </a:cubicBezTo>
                  <a:cubicBezTo>
                    <a:pt x="66" y="208"/>
                    <a:pt x="103" y="208"/>
                    <a:pt x="120" y="208"/>
                  </a:cubicBezTo>
                  <a:cubicBezTo>
                    <a:pt x="153" y="208"/>
                    <a:pt x="169" y="192"/>
                    <a:pt x="190" y="175"/>
                  </a:cubicBezTo>
                  <a:cubicBezTo>
                    <a:pt x="207" y="159"/>
                    <a:pt x="223" y="122"/>
                    <a:pt x="223" y="89"/>
                  </a:cubicBezTo>
                  <a:cubicBezTo>
                    <a:pt x="207" y="72"/>
                    <a:pt x="207" y="35"/>
                    <a:pt x="169" y="19"/>
                  </a:cubicBezTo>
                  <a:cubicBezTo>
                    <a:pt x="157" y="6"/>
                    <a:pt x="139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0" name="Google Shape;12360;p31"/>
            <p:cNvSpPr/>
            <p:nvPr/>
          </p:nvSpPr>
          <p:spPr>
            <a:xfrm>
              <a:off x="4123550" y="319810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5" y="0"/>
                  </a:moveTo>
                  <a:cubicBezTo>
                    <a:pt x="100" y="0"/>
                    <a:pt x="85" y="5"/>
                    <a:pt x="71" y="14"/>
                  </a:cubicBezTo>
                  <a:cubicBezTo>
                    <a:pt x="17" y="30"/>
                    <a:pt x="1" y="84"/>
                    <a:pt x="17" y="133"/>
                  </a:cubicBezTo>
                  <a:cubicBezTo>
                    <a:pt x="34" y="177"/>
                    <a:pt x="82" y="208"/>
                    <a:pt x="128" y="208"/>
                  </a:cubicBezTo>
                  <a:cubicBezTo>
                    <a:pt x="138" y="208"/>
                    <a:pt x="148" y="206"/>
                    <a:pt x="157" y="203"/>
                  </a:cubicBezTo>
                  <a:cubicBezTo>
                    <a:pt x="207" y="187"/>
                    <a:pt x="223" y="117"/>
                    <a:pt x="207" y="63"/>
                  </a:cubicBezTo>
                  <a:cubicBezTo>
                    <a:pt x="195" y="28"/>
                    <a:pt x="155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1" name="Google Shape;12361;p31"/>
            <p:cNvSpPr/>
            <p:nvPr/>
          </p:nvSpPr>
          <p:spPr>
            <a:xfrm>
              <a:off x="4136450" y="31768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97" y="1"/>
                  </a:moveTo>
                  <a:cubicBezTo>
                    <a:pt x="55" y="1"/>
                    <a:pt x="14" y="46"/>
                    <a:pt x="0" y="88"/>
                  </a:cubicBezTo>
                  <a:cubicBezTo>
                    <a:pt x="0" y="108"/>
                    <a:pt x="0" y="125"/>
                    <a:pt x="17" y="141"/>
                  </a:cubicBezTo>
                  <a:lnTo>
                    <a:pt x="17" y="158"/>
                  </a:lnTo>
                  <a:cubicBezTo>
                    <a:pt x="37" y="191"/>
                    <a:pt x="70" y="211"/>
                    <a:pt x="87" y="211"/>
                  </a:cubicBezTo>
                  <a:cubicBezTo>
                    <a:pt x="157" y="211"/>
                    <a:pt x="206" y="174"/>
                    <a:pt x="206" y="125"/>
                  </a:cubicBezTo>
                  <a:cubicBezTo>
                    <a:pt x="223" y="88"/>
                    <a:pt x="206" y="71"/>
                    <a:pt x="190" y="38"/>
                  </a:cubicBezTo>
                  <a:cubicBezTo>
                    <a:pt x="173" y="22"/>
                    <a:pt x="157" y="5"/>
                    <a:pt x="120" y="5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2" name="Google Shape;12362;p31"/>
            <p:cNvSpPr/>
            <p:nvPr/>
          </p:nvSpPr>
          <p:spPr>
            <a:xfrm>
              <a:off x="4190150" y="32547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03" y="1"/>
                  </a:moveTo>
                  <a:cubicBezTo>
                    <a:pt x="70" y="1"/>
                    <a:pt x="33" y="17"/>
                    <a:pt x="17" y="34"/>
                  </a:cubicBezTo>
                  <a:cubicBezTo>
                    <a:pt x="0" y="67"/>
                    <a:pt x="0" y="87"/>
                    <a:pt x="0" y="120"/>
                  </a:cubicBezTo>
                  <a:lnTo>
                    <a:pt x="0" y="137"/>
                  </a:lnTo>
                  <a:cubicBezTo>
                    <a:pt x="17" y="153"/>
                    <a:pt x="17" y="170"/>
                    <a:pt x="33" y="190"/>
                  </a:cubicBezTo>
                  <a:cubicBezTo>
                    <a:pt x="57" y="205"/>
                    <a:pt x="83" y="213"/>
                    <a:pt x="109" y="213"/>
                  </a:cubicBezTo>
                  <a:cubicBezTo>
                    <a:pt x="141" y="213"/>
                    <a:pt x="171" y="200"/>
                    <a:pt x="190" y="170"/>
                  </a:cubicBezTo>
                  <a:cubicBezTo>
                    <a:pt x="223" y="120"/>
                    <a:pt x="223" y="67"/>
                    <a:pt x="173" y="17"/>
                  </a:cubicBezTo>
                  <a:cubicBezTo>
                    <a:pt x="157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3" name="Google Shape;12363;p31"/>
            <p:cNvSpPr/>
            <p:nvPr/>
          </p:nvSpPr>
          <p:spPr>
            <a:xfrm>
              <a:off x="4192300" y="322457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8" y="0"/>
                  </a:moveTo>
                  <a:cubicBezTo>
                    <a:pt x="72" y="0"/>
                    <a:pt x="38" y="15"/>
                    <a:pt x="17" y="35"/>
                  </a:cubicBezTo>
                  <a:cubicBezTo>
                    <a:pt x="1" y="72"/>
                    <a:pt x="1" y="89"/>
                    <a:pt x="1" y="122"/>
                  </a:cubicBezTo>
                  <a:lnTo>
                    <a:pt x="1" y="138"/>
                  </a:lnTo>
                  <a:cubicBezTo>
                    <a:pt x="17" y="159"/>
                    <a:pt x="17" y="175"/>
                    <a:pt x="34" y="192"/>
                  </a:cubicBezTo>
                  <a:cubicBezTo>
                    <a:pt x="50" y="208"/>
                    <a:pt x="87" y="208"/>
                    <a:pt x="120" y="208"/>
                  </a:cubicBezTo>
                  <a:cubicBezTo>
                    <a:pt x="137" y="208"/>
                    <a:pt x="174" y="192"/>
                    <a:pt x="190" y="175"/>
                  </a:cubicBezTo>
                  <a:cubicBezTo>
                    <a:pt x="207" y="159"/>
                    <a:pt x="207" y="122"/>
                    <a:pt x="207" y="89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3" y="6"/>
                    <a:pt x="13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4" name="Google Shape;12364;p31"/>
            <p:cNvSpPr/>
            <p:nvPr/>
          </p:nvSpPr>
          <p:spPr>
            <a:xfrm>
              <a:off x="4184150" y="320045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6" y="0"/>
                  </a:moveTo>
                  <a:cubicBezTo>
                    <a:pt x="101" y="0"/>
                    <a:pt x="84" y="2"/>
                    <a:pt x="67" y="6"/>
                  </a:cubicBezTo>
                  <a:cubicBezTo>
                    <a:pt x="17" y="23"/>
                    <a:pt x="1" y="72"/>
                    <a:pt x="17" y="142"/>
                  </a:cubicBezTo>
                  <a:cubicBezTo>
                    <a:pt x="17" y="142"/>
                    <a:pt x="34" y="159"/>
                    <a:pt x="34" y="175"/>
                  </a:cubicBezTo>
                  <a:cubicBezTo>
                    <a:pt x="58" y="190"/>
                    <a:pt x="92" y="203"/>
                    <a:pt x="121" y="203"/>
                  </a:cubicBezTo>
                  <a:cubicBezTo>
                    <a:pt x="133" y="203"/>
                    <a:pt x="144" y="201"/>
                    <a:pt x="154" y="196"/>
                  </a:cubicBezTo>
                  <a:cubicBezTo>
                    <a:pt x="191" y="175"/>
                    <a:pt x="207" y="142"/>
                    <a:pt x="224" y="109"/>
                  </a:cubicBezTo>
                  <a:cubicBezTo>
                    <a:pt x="224" y="93"/>
                    <a:pt x="224" y="72"/>
                    <a:pt x="207" y="56"/>
                  </a:cubicBezTo>
                  <a:cubicBezTo>
                    <a:pt x="195" y="19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5" name="Google Shape;12365;p31"/>
            <p:cNvSpPr/>
            <p:nvPr/>
          </p:nvSpPr>
          <p:spPr>
            <a:xfrm>
              <a:off x="4185400" y="3187950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3" y="1"/>
                  </a:moveTo>
                  <a:cubicBezTo>
                    <a:pt x="75" y="1"/>
                    <a:pt x="46" y="13"/>
                    <a:pt x="17" y="40"/>
                  </a:cubicBezTo>
                  <a:cubicBezTo>
                    <a:pt x="0" y="57"/>
                    <a:pt x="0" y="94"/>
                    <a:pt x="0" y="111"/>
                  </a:cubicBezTo>
                  <a:cubicBezTo>
                    <a:pt x="0" y="127"/>
                    <a:pt x="0" y="127"/>
                    <a:pt x="17" y="144"/>
                  </a:cubicBezTo>
                  <a:cubicBezTo>
                    <a:pt x="17" y="160"/>
                    <a:pt x="38" y="181"/>
                    <a:pt x="38" y="181"/>
                  </a:cubicBezTo>
                  <a:cubicBezTo>
                    <a:pt x="71" y="197"/>
                    <a:pt x="87" y="214"/>
                    <a:pt x="120" y="214"/>
                  </a:cubicBezTo>
                  <a:cubicBezTo>
                    <a:pt x="157" y="214"/>
                    <a:pt x="174" y="197"/>
                    <a:pt x="190" y="160"/>
                  </a:cubicBezTo>
                  <a:cubicBezTo>
                    <a:pt x="207" y="144"/>
                    <a:pt x="207" y="127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6" name="Google Shape;12366;p31"/>
            <p:cNvSpPr/>
            <p:nvPr/>
          </p:nvSpPr>
          <p:spPr>
            <a:xfrm>
              <a:off x="4190150" y="323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20" y="1"/>
                  </a:moveTo>
                  <a:cubicBezTo>
                    <a:pt x="54" y="1"/>
                    <a:pt x="0" y="34"/>
                    <a:pt x="0" y="83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0"/>
                  </a:cubicBezTo>
                  <a:cubicBezTo>
                    <a:pt x="33" y="186"/>
                    <a:pt x="54" y="207"/>
                    <a:pt x="87" y="207"/>
                  </a:cubicBezTo>
                  <a:cubicBezTo>
                    <a:pt x="103" y="207"/>
                    <a:pt x="136" y="207"/>
                    <a:pt x="157" y="186"/>
                  </a:cubicBezTo>
                  <a:cubicBezTo>
                    <a:pt x="190" y="170"/>
                    <a:pt x="206" y="137"/>
                    <a:pt x="206" y="120"/>
                  </a:cubicBezTo>
                  <a:cubicBezTo>
                    <a:pt x="206" y="83"/>
                    <a:pt x="206" y="67"/>
                    <a:pt x="190" y="34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7" name="Google Shape;12367;p31"/>
            <p:cNvSpPr/>
            <p:nvPr/>
          </p:nvSpPr>
          <p:spPr>
            <a:xfrm>
              <a:off x="4163125" y="318637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4" y="0"/>
                  </a:moveTo>
                  <a:cubicBezTo>
                    <a:pt x="67" y="0"/>
                    <a:pt x="50" y="17"/>
                    <a:pt x="34" y="54"/>
                  </a:cubicBezTo>
                  <a:cubicBezTo>
                    <a:pt x="17" y="70"/>
                    <a:pt x="1" y="87"/>
                    <a:pt x="1" y="120"/>
                  </a:cubicBezTo>
                  <a:lnTo>
                    <a:pt x="17" y="141"/>
                  </a:lnTo>
                  <a:cubicBezTo>
                    <a:pt x="17" y="157"/>
                    <a:pt x="34" y="174"/>
                    <a:pt x="50" y="190"/>
                  </a:cubicBezTo>
                  <a:cubicBezTo>
                    <a:pt x="65" y="205"/>
                    <a:pt x="88" y="213"/>
                    <a:pt x="111" y="213"/>
                  </a:cubicBezTo>
                  <a:cubicBezTo>
                    <a:pt x="139" y="213"/>
                    <a:pt x="168" y="201"/>
                    <a:pt x="186" y="174"/>
                  </a:cubicBezTo>
                  <a:cubicBezTo>
                    <a:pt x="224" y="120"/>
                    <a:pt x="224" y="70"/>
                    <a:pt x="170" y="37"/>
                  </a:cubicBezTo>
                  <a:cubicBezTo>
                    <a:pt x="153" y="17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8" name="Google Shape;12368;p31"/>
            <p:cNvSpPr/>
            <p:nvPr/>
          </p:nvSpPr>
          <p:spPr>
            <a:xfrm>
              <a:off x="4202200" y="32460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66" y="1"/>
                    <a:pt x="50" y="21"/>
                  </a:cubicBezTo>
                  <a:cubicBezTo>
                    <a:pt x="33" y="38"/>
                    <a:pt x="17" y="71"/>
                    <a:pt x="17" y="87"/>
                  </a:cubicBezTo>
                  <a:cubicBezTo>
                    <a:pt x="0" y="104"/>
                    <a:pt x="17" y="124"/>
                    <a:pt x="17" y="141"/>
                  </a:cubicBezTo>
                  <a:cubicBezTo>
                    <a:pt x="17" y="157"/>
                    <a:pt x="17" y="157"/>
                    <a:pt x="33" y="174"/>
                  </a:cubicBezTo>
                  <a:cubicBezTo>
                    <a:pt x="50" y="190"/>
                    <a:pt x="66" y="207"/>
                    <a:pt x="104" y="207"/>
                  </a:cubicBezTo>
                  <a:cubicBezTo>
                    <a:pt x="153" y="207"/>
                    <a:pt x="207" y="174"/>
                    <a:pt x="223" y="124"/>
                  </a:cubicBezTo>
                  <a:cubicBezTo>
                    <a:pt x="223" y="87"/>
                    <a:pt x="223" y="71"/>
                    <a:pt x="207" y="38"/>
                  </a:cubicBezTo>
                  <a:cubicBezTo>
                    <a:pt x="190" y="2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9" name="Google Shape;12369;p31"/>
            <p:cNvSpPr/>
            <p:nvPr/>
          </p:nvSpPr>
          <p:spPr>
            <a:xfrm>
              <a:off x="4195300" y="3197100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20" y="0"/>
                  </a:moveTo>
                  <a:cubicBezTo>
                    <a:pt x="103" y="0"/>
                    <a:pt x="87" y="0"/>
                    <a:pt x="70" y="21"/>
                  </a:cubicBezTo>
                  <a:cubicBezTo>
                    <a:pt x="17" y="37"/>
                    <a:pt x="0" y="87"/>
                    <a:pt x="17" y="140"/>
                  </a:cubicBezTo>
                  <a:cubicBezTo>
                    <a:pt x="29" y="190"/>
                    <a:pt x="72" y="214"/>
                    <a:pt x="115" y="214"/>
                  </a:cubicBezTo>
                  <a:cubicBezTo>
                    <a:pt x="129" y="214"/>
                    <a:pt x="144" y="211"/>
                    <a:pt x="157" y="206"/>
                  </a:cubicBezTo>
                  <a:cubicBezTo>
                    <a:pt x="173" y="206"/>
                    <a:pt x="190" y="190"/>
                    <a:pt x="190" y="173"/>
                  </a:cubicBezTo>
                  <a:cubicBezTo>
                    <a:pt x="223" y="157"/>
                    <a:pt x="223" y="103"/>
                    <a:pt x="206" y="70"/>
                  </a:cubicBezTo>
                  <a:cubicBezTo>
                    <a:pt x="190" y="37"/>
                    <a:pt x="157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0" name="Google Shape;12370;p31"/>
            <p:cNvSpPr/>
            <p:nvPr/>
          </p:nvSpPr>
          <p:spPr>
            <a:xfrm>
              <a:off x="4194475" y="32107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93" y="1"/>
                  </a:moveTo>
                  <a:cubicBezTo>
                    <a:pt x="74" y="1"/>
                    <a:pt x="57" y="12"/>
                    <a:pt x="33" y="24"/>
                  </a:cubicBezTo>
                  <a:cubicBezTo>
                    <a:pt x="17" y="41"/>
                    <a:pt x="0" y="57"/>
                    <a:pt x="0" y="94"/>
                  </a:cubicBezTo>
                  <a:lnTo>
                    <a:pt x="0" y="144"/>
                  </a:lnTo>
                  <a:cubicBezTo>
                    <a:pt x="17" y="144"/>
                    <a:pt x="17" y="160"/>
                    <a:pt x="17" y="160"/>
                  </a:cubicBezTo>
                  <a:cubicBezTo>
                    <a:pt x="33" y="197"/>
                    <a:pt x="66" y="197"/>
                    <a:pt x="87" y="214"/>
                  </a:cubicBezTo>
                  <a:cubicBezTo>
                    <a:pt x="153" y="214"/>
                    <a:pt x="206" y="177"/>
                    <a:pt x="206" y="127"/>
                  </a:cubicBezTo>
                  <a:cubicBezTo>
                    <a:pt x="206" y="94"/>
                    <a:pt x="206" y="57"/>
                    <a:pt x="190" y="41"/>
                  </a:cubicBezTo>
                  <a:cubicBezTo>
                    <a:pt x="169" y="24"/>
                    <a:pt x="153" y="8"/>
                    <a:pt x="120" y="8"/>
                  </a:cubicBezTo>
                  <a:cubicBezTo>
                    <a:pt x="110" y="3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1" name="Google Shape;12371;p31"/>
            <p:cNvSpPr/>
            <p:nvPr/>
          </p:nvSpPr>
          <p:spPr>
            <a:xfrm>
              <a:off x="4199200" y="3184050"/>
              <a:ext cx="5200" cy="5025"/>
            </a:xfrm>
            <a:custGeom>
              <a:avLst/>
              <a:gdLst/>
              <a:ahLst/>
              <a:cxnLst/>
              <a:rect l="l" t="t" r="r" b="b"/>
              <a:pathLst>
                <a:path w="208" h="201" extrusionOk="0">
                  <a:moveTo>
                    <a:pt x="93" y="0"/>
                  </a:moveTo>
                  <a:cubicBezTo>
                    <a:pt x="73" y="0"/>
                    <a:pt x="57" y="13"/>
                    <a:pt x="34" y="27"/>
                  </a:cubicBezTo>
                  <a:cubicBezTo>
                    <a:pt x="17" y="44"/>
                    <a:pt x="1" y="60"/>
                    <a:pt x="1" y="93"/>
                  </a:cubicBezTo>
                  <a:lnTo>
                    <a:pt x="1" y="147"/>
                  </a:lnTo>
                  <a:lnTo>
                    <a:pt x="17" y="163"/>
                  </a:lnTo>
                  <a:cubicBezTo>
                    <a:pt x="34" y="180"/>
                    <a:pt x="50" y="196"/>
                    <a:pt x="83" y="196"/>
                  </a:cubicBezTo>
                  <a:cubicBezTo>
                    <a:pt x="92" y="199"/>
                    <a:pt x="102" y="201"/>
                    <a:pt x="110" y="201"/>
                  </a:cubicBezTo>
                  <a:cubicBezTo>
                    <a:pt x="153" y="201"/>
                    <a:pt x="190" y="168"/>
                    <a:pt x="207" y="110"/>
                  </a:cubicBezTo>
                  <a:cubicBezTo>
                    <a:pt x="207" y="93"/>
                    <a:pt x="207" y="60"/>
                    <a:pt x="186" y="44"/>
                  </a:cubicBezTo>
                  <a:cubicBezTo>
                    <a:pt x="170" y="27"/>
                    <a:pt x="137" y="7"/>
                    <a:pt x="120" y="7"/>
                  </a:cubicBezTo>
                  <a:cubicBezTo>
                    <a:pt x="110" y="2"/>
                    <a:pt x="101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2" name="Google Shape;12372;p31"/>
            <p:cNvSpPr/>
            <p:nvPr/>
          </p:nvSpPr>
          <p:spPr>
            <a:xfrm>
              <a:off x="4169525" y="3218875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30" y="0"/>
                  </a:moveTo>
                  <a:cubicBezTo>
                    <a:pt x="122" y="0"/>
                    <a:pt x="113" y="2"/>
                    <a:pt x="104" y="7"/>
                  </a:cubicBezTo>
                  <a:cubicBezTo>
                    <a:pt x="71" y="7"/>
                    <a:pt x="54" y="7"/>
                    <a:pt x="33" y="40"/>
                  </a:cubicBezTo>
                  <a:cubicBezTo>
                    <a:pt x="17" y="57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3" y="180"/>
                    <a:pt x="54" y="180"/>
                  </a:cubicBezTo>
                  <a:cubicBezTo>
                    <a:pt x="69" y="195"/>
                    <a:pt x="90" y="203"/>
                    <a:pt x="113" y="203"/>
                  </a:cubicBezTo>
                  <a:cubicBezTo>
                    <a:pt x="142" y="203"/>
                    <a:pt x="172" y="190"/>
                    <a:pt x="190" y="160"/>
                  </a:cubicBezTo>
                  <a:cubicBezTo>
                    <a:pt x="207" y="143"/>
                    <a:pt x="223" y="110"/>
                    <a:pt x="223" y="94"/>
                  </a:cubicBezTo>
                  <a:cubicBezTo>
                    <a:pt x="223" y="57"/>
                    <a:pt x="207" y="40"/>
                    <a:pt x="174" y="24"/>
                  </a:cubicBezTo>
                  <a:cubicBezTo>
                    <a:pt x="162" y="12"/>
                    <a:pt x="148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3" name="Google Shape;12373;p31"/>
            <p:cNvSpPr/>
            <p:nvPr/>
          </p:nvSpPr>
          <p:spPr>
            <a:xfrm>
              <a:off x="4169950" y="320565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15" y="0"/>
                  </a:moveTo>
                  <a:cubicBezTo>
                    <a:pt x="105" y="0"/>
                    <a:pt x="96" y="2"/>
                    <a:pt x="87" y="4"/>
                  </a:cubicBezTo>
                  <a:cubicBezTo>
                    <a:pt x="16" y="21"/>
                    <a:pt x="0" y="91"/>
                    <a:pt x="16" y="141"/>
                  </a:cubicBezTo>
                  <a:cubicBezTo>
                    <a:pt x="16" y="157"/>
                    <a:pt x="37" y="174"/>
                    <a:pt x="54" y="174"/>
                  </a:cubicBezTo>
                  <a:cubicBezTo>
                    <a:pt x="64" y="196"/>
                    <a:pt x="85" y="205"/>
                    <a:pt x="109" y="205"/>
                  </a:cubicBezTo>
                  <a:cubicBezTo>
                    <a:pt x="125" y="205"/>
                    <a:pt x="142" y="201"/>
                    <a:pt x="157" y="194"/>
                  </a:cubicBezTo>
                  <a:cubicBezTo>
                    <a:pt x="190" y="194"/>
                    <a:pt x="223" y="157"/>
                    <a:pt x="223" y="108"/>
                  </a:cubicBezTo>
                  <a:cubicBezTo>
                    <a:pt x="223" y="91"/>
                    <a:pt x="223" y="91"/>
                    <a:pt x="206" y="70"/>
                  </a:cubicBezTo>
                  <a:cubicBezTo>
                    <a:pt x="193" y="30"/>
                    <a:pt x="157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4" name="Google Shape;12374;p31"/>
            <p:cNvSpPr/>
            <p:nvPr/>
          </p:nvSpPr>
          <p:spPr>
            <a:xfrm>
              <a:off x="4167350" y="32322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4" y="1"/>
                  </a:moveTo>
                  <a:cubicBezTo>
                    <a:pt x="58" y="1"/>
                    <a:pt x="17" y="44"/>
                    <a:pt x="17" y="91"/>
                  </a:cubicBezTo>
                  <a:cubicBezTo>
                    <a:pt x="1" y="107"/>
                    <a:pt x="17" y="124"/>
                    <a:pt x="17" y="140"/>
                  </a:cubicBezTo>
                  <a:cubicBezTo>
                    <a:pt x="17" y="140"/>
                    <a:pt x="17" y="161"/>
                    <a:pt x="38" y="161"/>
                  </a:cubicBezTo>
                  <a:cubicBezTo>
                    <a:pt x="55" y="194"/>
                    <a:pt x="71" y="194"/>
                    <a:pt x="104" y="210"/>
                  </a:cubicBezTo>
                  <a:cubicBezTo>
                    <a:pt x="120" y="210"/>
                    <a:pt x="158" y="210"/>
                    <a:pt x="174" y="194"/>
                  </a:cubicBezTo>
                  <a:cubicBezTo>
                    <a:pt x="207" y="177"/>
                    <a:pt x="207" y="140"/>
                    <a:pt x="224" y="124"/>
                  </a:cubicBezTo>
                  <a:cubicBezTo>
                    <a:pt x="224" y="58"/>
                    <a:pt x="191" y="4"/>
                    <a:pt x="141" y="4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5" name="Google Shape;12375;p31"/>
            <p:cNvSpPr/>
            <p:nvPr/>
          </p:nvSpPr>
          <p:spPr>
            <a:xfrm>
              <a:off x="4163550" y="32451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4" y="0"/>
                    <a:pt x="15" y="44"/>
                    <a:pt x="0" y="90"/>
                  </a:cubicBezTo>
                  <a:lnTo>
                    <a:pt x="0" y="140"/>
                  </a:lnTo>
                  <a:cubicBezTo>
                    <a:pt x="17" y="140"/>
                    <a:pt x="17" y="160"/>
                    <a:pt x="17" y="160"/>
                  </a:cubicBezTo>
                  <a:cubicBezTo>
                    <a:pt x="33" y="193"/>
                    <a:pt x="66" y="193"/>
                    <a:pt x="87" y="210"/>
                  </a:cubicBezTo>
                  <a:cubicBezTo>
                    <a:pt x="136" y="210"/>
                    <a:pt x="207" y="177"/>
                    <a:pt x="207" y="123"/>
                  </a:cubicBezTo>
                  <a:cubicBezTo>
                    <a:pt x="207" y="90"/>
                    <a:pt x="207" y="57"/>
                    <a:pt x="190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6" name="Google Shape;12376;p31"/>
            <p:cNvSpPr/>
            <p:nvPr/>
          </p:nvSpPr>
          <p:spPr>
            <a:xfrm>
              <a:off x="4176425" y="32447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89" y="1"/>
                    <a:pt x="54" y="15"/>
                    <a:pt x="34" y="35"/>
                  </a:cubicBezTo>
                  <a:cubicBezTo>
                    <a:pt x="17" y="72"/>
                    <a:pt x="1" y="89"/>
                    <a:pt x="1" y="122"/>
                  </a:cubicBezTo>
                  <a:lnTo>
                    <a:pt x="17" y="138"/>
                  </a:lnTo>
                  <a:cubicBezTo>
                    <a:pt x="17" y="155"/>
                    <a:pt x="34" y="175"/>
                    <a:pt x="50" y="192"/>
                  </a:cubicBezTo>
                  <a:cubicBezTo>
                    <a:pt x="64" y="204"/>
                    <a:pt x="83" y="210"/>
                    <a:pt x="102" y="210"/>
                  </a:cubicBezTo>
                  <a:cubicBezTo>
                    <a:pt x="134" y="210"/>
                    <a:pt x="167" y="196"/>
                    <a:pt x="190" y="175"/>
                  </a:cubicBezTo>
                  <a:cubicBezTo>
                    <a:pt x="207" y="155"/>
                    <a:pt x="223" y="122"/>
                    <a:pt x="223" y="89"/>
                  </a:cubicBezTo>
                  <a:cubicBezTo>
                    <a:pt x="207" y="72"/>
                    <a:pt x="207" y="35"/>
                    <a:pt x="170" y="19"/>
                  </a:cubicBezTo>
                  <a:cubicBezTo>
                    <a:pt x="157" y="6"/>
                    <a:pt x="139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7" name="Google Shape;12377;p31"/>
            <p:cNvSpPr/>
            <p:nvPr/>
          </p:nvSpPr>
          <p:spPr>
            <a:xfrm>
              <a:off x="4179825" y="3230950"/>
              <a:ext cx="5600" cy="5025"/>
            </a:xfrm>
            <a:custGeom>
              <a:avLst/>
              <a:gdLst/>
              <a:ahLst/>
              <a:cxnLst/>
              <a:rect l="l" t="t" r="r" b="b"/>
              <a:pathLst>
                <a:path w="224" h="201" extrusionOk="0">
                  <a:moveTo>
                    <a:pt x="101" y="1"/>
                  </a:moveTo>
                  <a:cubicBezTo>
                    <a:pt x="53" y="1"/>
                    <a:pt x="17" y="36"/>
                    <a:pt x="17" y="89"/>
                  </a:cubicBezTo>
                  <a:cubicBezTo>
                    <a:pt x="1" y="110"/>
                    <a:pt x="17" y="126"/>
                    <a:pt x="17" y="143"/>
                  </a:cubicBezTo>
                  <a:cubicBezTo>
                    <a:pt x="17" y="143"/>
                    <a:pt x="17" y="159"/>
                    <a:pt x="34" y="159"/>
                  </a:cubicBezTo>
                  <a:cubicBezTo>
                    <a:pt x="54" y="176"/>
                    <a:pt x="71" y="192"/>
                    <a:pt x="104" y="192"/>
                  </a:cubicBezTo>
                  <a:cubicBezTo>
                    <a:pt x="109" y="198"/>
                    <a:pt x="116" y="201"/>
                    <a:pt x="123" y="201"/>
                  </a:cubicBezTo>
                  <a:cubicBezTo>
                    <a:pt x="141" y="201"/>
                    <a:pt x="162" y="187"/>
                    <a:pt x="174" y="176"/>
                  </a:cubicBezTo>
                  <a:cubicBezTo>
                    <a:pt x="207" y="159"/>
                    <a:pt x="207" y="143"/>
                    <a:pt x="223" y="110"/>
                  </a:cubicBezTo>
                  <a:cubicBezTo>
                    <a:pt x="223" y="89"/>
                    <a:pt x="223" y="56"/>
                    <a:pt x="207" y="40"/>
                  </a:cubicBezTo>
                  <a:cubicBezTo>
                    <a:pt x="190" y="23"/>
                    <a:pt x="157" y="7"/>
                    <a:pt x="137" y="7"/>
                  </a:cubicBezTo>
                  <a:cubicBezTo>
                    <a:pt x="125" y="3"/>
                    <a:pt x="113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8" name="Google Shape;12378;p31"/>
            <p:cNvSpPr/>
            <p:nvPr/>
          </p:nvSpPr>
          <p:spPr>
            <a:xfrm>
              <a:off x="4182000" y="32156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70" y="0"/>
                    <a:pt x="0" y="33"/>
                    <a:pt x="0" y="83"/>
                  </a:cubicBezTo>
                  <a:lnTo>
                    <a:pt x="0" y="153"/>
                  </a:lnTo>
                  <a:cubicBezTo>
                    <a:pt x="17" y="169"/>
                    <a:pt x="50" y="206"/>
                    <a:pt x="87" y="206"/>
                  </a:cubicBezTo>
                  <a:cubicBezTo>
                    <a:pt x="95" y="209"/>
                    <a:pt x="103" y="210"/>
                    <a:pt x="111" y="210"/>
                  </a:cubicBezTo>
                  <a:cubicBezTo>
                    <a:pt x="153" y="210"/>
                    <a:pt x="193" y="175"/>
                    <a:pt x="207" y="120"/>
                  </a:cubicBezTo>
                  <a:cubicBezTo>
                    <a:pt x="207" y="103"/>
                    <a:pt x="207" y="66"/>
                    <a:pt x="190" y="50"/>
                  </a:cubicBezTo>
                  <a:cubicBezTo>
                    <a:pt x="174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9" name="Google Shape;12379;p31"/>
            <p:cNvSpPr/>
            <p:nvPr/>
          </p:nvSpPr>
          <p:spPr>
            <a:xfrm>
              <a:off x="4173450" y="3194425"/>
              <a:ext cx="5175" cy="5025"/>
            </a:xfrm>
            <a:custGeom>
              <a:avLst/>
              <a:gdLst/>
              <a:ahLst/>
              <a:cxnLst/>
              <a:rect l="l" t="t" r="r" b="b"/>
              <a:pathLst>
                <a:path w="207" h="201" extrusionOk="0">
                  <a:moveTo>
                    <a:pt x="93" y="0"/>
                  </a:moveTo>
                  <a:cubicBezTo>
                    <a:pt x="47" y="0"/>
                    <a:pt x="0" y="35"/>
                    <a:pt x="0" y="91"/>
                  </a:cubicBezTo>
                  <a:lnTo>
                    <a:pt x="0" y="144"/>
                  </a:lnTo>
                  <a:lnTo>
                    <a:pt x="17" y="161"/>
                  </a:lnTo>
                  <a:cubicBezTo>
                    <a:pt x="33" y="177"/>
                    <a:pt x="50" y="194"/>
                    <a:pt x="83" y="194"/>
                  </a:cubicBezTo>
                  <a:cubicBezTo>
                    <a:pt x="94" y="199"/>
                    <a:pt x="103" y="201"/>
                    <a:pt x="111" y="201"/>
                  </a:cubicBezTo>
                  <a:cubicBezTo>
                    <a:pt x="131" y="201"/>
                    <a:pt x="146" y="189"/>
                    <a:pt x="169" y="177"/>
                  </a:cubicBezTo>
                  <a:cubicBezTo>
                    <a:pt x="186" y="161"/>
                    <a:pt x="206" y="144"/>
                    <a:pt x="206" y="107"/>
                  </a:cubicBezTo>
                  <a:cubicBezTo>
                    <a:pt x="206" y="91"/>
                    <a:pt x="206" y="58"/>
                    <a:pt x="186" y="41"/>
                  </a:cubicBezTo>
                  <a:cubicBezTo>
                    <a:pt x="169" y="25"/>
                    <a:pt x="153" y="4"/>
                    <a:pt x="120" y="4"/>
                  </a:cubicBezTo>
                  <a:cubicBezTo>
                    <a:pt x="111" y="1"/>
                    <a:pt x="102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0" name="Google Shape;12380;p31"/>
            <p:cNvSpPr/>
            <p:nvPr/>
          </p:nvSpPr>
          <p:spPr>
            <a:xfrm>
              <a:off x="4087475" y="31730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7" y="1"/>
                    <a:pt x="71" y="1"/>
                    <a:pt x="38" y="17"/>
                  </a:cubicBezTo>
                  <a:cubicBezTo>
                    <a:pt x="17" y="33"/>
                    <a:pt x="1" y="54"/>
                    <a:pt x="1" y="87"/>
                  </a:cubicBezTo>
                  <a:lnTo>
                    <a:pt x="1" y="137"/>
                  </a:lnTo>
                  <a:cubicBezTo>
                    <a:pt x="1" y="157"/>
                    <a:pt x="17" y="157"/>
                    <a:pt x="17" y="174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41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3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1" name="Google Shape;12381;p31"/>
            <p:cNvSpPr/>
            <p:nvPr/>
          </p:nvSpPr>
          <p:spPr>
            <a:xfrm>
              <a:off x="4359375" y="3122875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20" y="1"/>
                  </a:moveTo>
                  <a:cubicBezTo>
                    <a:pt x="87" y="1"/>
                    <a:pt x="67" y="1"/>
                    <a:pt x="34" y="17"/>
                  </a:cubicBezTo>
                  <a:cubicBezTo>
                    <a:pt x="17" y="34"/>
                    <a:pt x="1" y="67"/>
                    <a:pt x="1" y="83"/>
                  </a:cubicBezTo>
                  <a:lnTo>
                    <a:pt x="1" y="137"/>
                  </a:lnTo>
                  <a:cubicBezTo>
                    <a:pt x="1" y="153"/>
                    <a:pt x="17" y="153"/>
                    <a:pt x="17" y="170"/>
                  </a:cubicBezTo>
                  <a:cubicBezTo>
                    <a:pt x="34" y="186"/>
                    <a:pt x="50" y="207"/>
                    <a:pt x="87" y="207"/>
                  </a:cubicBezTo>
                  <a:cubicBezTo>
                    <a:pt x="94" y="209"/>
                    <a:pt x="100" y="210"/>
                    <a:pt x="106" y="210"/>
                  </a:cubicBezTo>
                  <a:cubicBezTo>
                    <a:pt x="150" y="210"/>
                    <a:pt x="193" y="163"/>
                    <a:pt x="207" y="120"/>
                  </a:cubicBezTo>
                  <a:cubicBezTo>
                    <a:pt x="207" y="104"/>
                    <a:pt x="207" y="67"/>
                    <a:pt x="191" y="50"/>
                  </a:cubicBezTo>
                  <a:cubicBezTo>
                    <a:pt x="170" y="17"/>
                    <a:pt x="13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2" name="Google Shape;12382;p31"/>
            <p:cNvSpPr/>
            <p:nvPr/>
          </p:nvSpPr>
          <p:spPr>
            <a:xfrm>
              <a:off x="4365375" y="31550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36" y="1"/>
                  </a:moveTo>
                  <a:cubicBezTo>
                    <a:pt x="103" y="1"/>
                    <a:pt x="70" y="1"/>
                    <a:pt x="33" y="34"/>
                  </a:cubicBezTo>
                  <a:cubicBezTo>
                    <a:pt x="17" y="55"/>
                    <a:pt x="17" y="71"/>
                    <a:pt x="17" y="88"/>
                  </a:cubicBezTo>
                  <a:cubicBezTo>
                    <a:pt x="0" y="104"/>
                    <a:pt x="17" y="121"/>
                    <a:pt x="17" y="137"/>
                  </a:cubicBezTo>
                  <a:cubicBezTo>
                    <a:pt x="33" y="174"/>
                    <a:pt x="54" y="207"/>
                    <a:pt x="103" y="207"/>
                  </a:cubicBezTo>
                  <a:cubicBezTo>
                    <a:pt x="157" y="207"/>
                    <a:pt x="206" y="174"/>
                    <a:pt x="223" y="121"/>
                  </a:cubicBezTo>
                  <a:cubicBezTo>
                    <a:pt x="223" y="88"/>
                    <a:pt x="223" y="71"/>
                    <a:pt x="206" y="34"/>
                  </a:cubicBezTo>
                  <a:cubicBezTo>
                    <a:pt x="190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3" name="Google Shape;12383;p31"/>
            <p:cNvSpPr/>
            <p:nvPr/>
          </p:nvSpPr>
          <p:spPr>
            <a:xfrm>
              <a:off x="4369275" y="31295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5" y="1"/>
                  </a:moveTo>
                  <a:cubicBezTo>
                    <a:pt x="111" y="1"/>
                    <a:pt x="96" y="3"/>
                    <a:pt x="83" y="7"/>
                  </a:cubicBezTo>
                  <a:cubicBezTo>
                    <a:pt x="34" y="23"/>
                    <a:pt x="1" y="93"/>
                    <a:pt x="34" y="147"/>
                  </a:cubicBezTo>
                  <a:cubicBezTo>
                    <a:pt x="34" y="163"/>
                    <a:pt x="50" y="163"/>
                    <a:pt x="50" y="180"/>
                  </a:cubicBezTo>
                  <a:cubicBezTo>
                    <a:pt x="69" y="199"/>
                    <a:pt x="90" y="207"/>
                    <a:pt x="114" y="207"/>
                  </a:cubicBezTo>
                  <a:cubicBezTo>
                    <a:pt x="131" y="207"/>
                    <a:pt x="149" y="203"/>
                    <a:pt x="170" y="196"/>
                  </a:cubicBezTo>
                  <a:cubicBezTo>
                    <a:pt x="207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211" y="20"/>
                    <a:pt x="168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4" name="Google Shape;12384;p31"/>
            <p:cNvSpPr/>
            <p:nvPr/>
          </p:nvSpPr>
          <p:spPr>
            <a:xfrm>
              <a:off x="4363600" y="3106350"/>
              <a:ext cx="6125" cy="5050"/>
            </a:xfrm>
            <a:custGeom>
              <a:avLst/>
              <a:gdLst/>
              <a:ahLst/>
              <a:cxnLst/>
              <a:rect l="l" t="t" r="r" b="b"/>
              <a:pathLst>
                <a:path w="245" h="202" extrusionOk="0">
                  <a:moveTo>
                    <a:pt x="124" y="0"/>
                  </a:moveTo>
                  <a:cubicBezTo>
                    <a:pt x="112" y="0"/>
                    <a:pt x="100" y="2"/>
                    <a:pt x="88" y="6"/>
                  </a:cubicBezTo>
                  <a:cubicBezTo>
                    <a:pt x="38" y="23"/>
                    <a:pt x="1" y="93"/>
                    <a:pt x="22" y="146"/>
                  </a:cubicBezTo>
                  <a:cubicBezTo>
                    <a:pt x="46" y="183"/>
                    <a:pt x="80" y="202"/>
                    <a:pt x="118" y="202"/>
                  </a:cubicBezTo>
                  <a:cubicBezTo>
                    <a:pt x="131" y="202"/>
                    <a:pt x="144" y="200"/>
                    <a:pt x="158" y="196"/>
                  </a:cubicBezTo>
                  <a:cubicBezTo>
                    <a:pt x="207" y="179"/>
                    <a:pt x="244" y="126"/>
                    <a:pt x="228" y="76"/>
                  </a:cubicBezTo>
                  <a:cubicBezTo>
                    <a:pt x="199" y="22"/>
                    <a:pt x="16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5" name="Google Shape;12385;p31"/>
            <p:cNvSpPr/>
            <p:nvPr/>
          </p:nvSpPr>
          <p:spPr>
            <a:xfrm>
              <a:off x="4367950" y="3143250"/>
              <a:ext cx="5175" cy="5425"/>
            </a:xfrm>
            <a:custGeom>
              <a:avLst/>
              <a:gdLst/>
              <a:ahLst/>
              <a:cxnLst/>
              <a:rect l="l" t="t" r="r" b="b"/>
              <a:pathLst>
                <a:path w="207" h="217" extrusionOk="0">
                  <a:moveTo>
                    <a:pt x="96" y="1"/>
                  </a:moveTo>
                  <a:cubicBezTo>
                    <a:pt x="66" y="1"/>
                    <a:pt x="37" y="14"/>
                    <a:pt x="17" y="43"/>
                  </a:cubicBezTo>
                  <a:cubicBezTo>
                    <a:pt x="0" y="60"/>
                    <a:pt x="0" y="93"/>
                    <a:pt x="0" y="113"/>
                  </a:cubicBezTo>
                  <a:lnTo>
                    <a:pt x="0" y="146"/>
                  </a:lnTo>
                  <a:cubicBezTo>
                    <a:pt x="17" y="163"/>
                    <a:pt x="17" y="179"/>
                    <a:pt x="33" y="179"/>
                  </a:cubicBezTo>
                  <a:cubicBezTo>
                    <a:pt x="70" y="196"/>
                    <a:pt x="87" y="216"/>
                    <a:pt x="120" y="216"/>
                  </a:cubicBezTo>
                  <a:cubicBezTo>
                    <a:pt x="136" y="196"/>
                    <a:pt x="173" y="196"/>
                    <a:pt x="190" y="163"/>
                  </a:cubicBezTo>
                  <a:cubicBezTo>
                    <a:pt x="206" y="146"/>
                    <a:pt x="206" y="130"/>
                    <a:pt x="206" y="93"/>
                  </a:cubicBezTo>
                  <a:cubicBezTo>
                    <a:pt x="206" y="60"/>
                    <a:pt x="190" y="43"/>
                    <a:pt x="173" y="27"/>
                  </a:cubicBezTo>
                  <a:cubicBezTo>
                    <a:pt x="149" y="10"/>
                    <a:pt x="122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6" name="Google Shape;12386;p31"/>
            <p:cNvSpPr/>
            <p:nvPr/>
          </p:nvSpPr>
          <p:spPr>
            <a:xfrm>
              <a:off x="4380825" y="307247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5" y="1"/>
                  </a:moveTo>
                  <a:cubicBezTo>
                    <a:pt x="53" y="1"/>
                    <a:pt x="14" y="33"/>
                    <a:pt x="0" y="91"/>
                  </a:cubicBezTo>
                  <a:cubicBezTo>
                    <a:pt x="0" y="108"/>
                    <a:pt x="0" y="124"/>
                    <a:pt x="17" y="141"/>
                  </a:cubicBezTo>
                  <a:cubicBezTo>
                    <a:pt x="17" y="141"/>
                    <a:pt x="17" y="161"/>
                    <a:pt x="33" y="161"/>
                  </a:cubicBezTo>
                  <a:cubicBezTo>
                    <a:pt x="54" y="178"/>
                    <a:pt x="71" y="194"/>
                    <a:pt x="104" y="194"/>
                  </a:cubicBezTo>
                  <a:cubicBezTo>
                    <a:pt x="108" y="199"/>
                    <a:pt x="115" y="201"/>
                    <a:pt x="122" y="201"/>
                  </a:cubicBezTo>
                  <a:cubicBezTo>
                    <a:pt x="140" y="201"/>
                    <a:pt x="162" y="190"/>
                    <a:pt x="174" y="178"/>
                  </a:cubicBezTo>
                  <a:cubicBezTo>
                    <a:pt x="190" y="161"/>
                    <a:pt x="207" y="141"/>
                    <a:pt x="223" y="108"/>
                  </a:cubicBezTo>
                  <a:cubicBezTo>
                    <a:pt x="223" y="58"/>
                    <a:pt x="190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7" name="Google Shape;12387;p31"/>
            <p:cNvSpPr/>
            <p:nvPr/>
          </p:nvSpPr>
          <p:spPr>
            <a:xfrm>
              <a:off x="4373500" y="31176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1" y="1"/>
                    <a:pt x="1" y="46"/>
                    <a:pt x="1" y="88"/>
                  </a:cubicBezTo>
                  <a:lnTo>
                    <a:pt x="1" y="142"/>
                  </a:lnTo>
                  <a:lnTo>
                    <a:pt x="17" y="158"/>
                  </a:lnTo>
                  <a:cubicBezTo>
                    <a:pt x="38" y="191"/>
                    <a:pt x="54" y="191"/>
                    <a:pt x="87" y="212"/>
                  </a:cubicBezTo>
                  <a:cubicBezTo>
                    <a:pt x="141" y="212"/>
                    <a:pt x="190" y="175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41" y="6"/>
                    <a:pt x="120" y="6"/>
                  </a:cubicBezTo>
                  <a:cubicBezTo>
                    <a:pt x="113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8" name="Google Shape;12388;p31"/>
            <p:cNvSpPr/>
            <p:nvPr/>
          </p:nvSpPr>
          <p:spPr>
            <a:xfrm>
              <a:off x="4377000" y="308505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20" y="1"/>
                  </a:moveTo>
                  <a:cubicBezTo>
                    <a:pt x="67" y="1"/>
                    <a:pt x="1" y="34"/>
                    <a:pt x="1" y="104"/>
                  </a:cubicBezTo>
                  <a:lnTo>
                    <a:pt x="1" y="153"/>
                  </a:lnTo>
                  <a:lnTo>
                    <a:pt x="17" y="174"/>
                  </a:lnTo>
                  <a:cubicBezTo>
                    <a:pt x="34" y="190"/>
                    <a:pt x="50" y="207"/>
                    <a:pt x="83" y="207"/>
                  </a:cubicBezTo>
                  <a:cubicBezTo>
                    <a:pt x="93" y="210"/>
                    <a:pt x="102" y="211"/>
                    <a:pt x="110" y="211"/>
                  </a:cubicBezTo>
                  <a:cubicBezTo>
                    <a:pt x="153" y="211"/>
                    <a:pt x="190" y="178"/>
                    <a:pt x="207" y="120"/>
                  </a:cubicBezTo>
                  <a:cubicBezTo>
                    <a:pt x="207" y="104"/>
                    <a:pt x="207" y="71"/>
                    <a:pt x="186" y="50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9" name="Google Shape;12389;p31"/>
            <p:cNvSpPr/>
            <p:nvPr/>
          </p:nvSpPr>
          <p:spPr>
            <a:xfrm>
              <a:off x="4374425" y="30986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1" y="1"/>
                  </a:moveTo>
                  <a:cubicBezTo>
                    <a:pt x="102" y="1"/>
                    <a:pt x="93" y="2"/>
                    <a:pt x="83" y="5"/>
                  </a:cubicBezTo>
                  <a:cubicBezTo>
                    <a:pt x="17" y="21"/>
                    <a:pt x="1" y="91"/>
                    <a:pt x="17" y="145"/>
                  </a:cubicBezTo>
                  <a:cubicBezTo>
                    <a:pt x="29" y="181"/>
                    <a:pt x="69" y="208"/>
                    <a:pt x="109" y="208"/>
                  </a:cubicBezTo>
                  <a:cubicBezTo>
                    <a:pt x="124" y="208"/>
                    <a:pt x="140" y="204"/>
                    <a:pt x="153" y="195"/>
                  </a:cubicBezTo>
                  <a:cubicBezTo>
                    <a:pt x="207" y="178"/>
                    <a:pt x="240" y="124"/>
                    <a:pt x="207" y="75"/>
                  </a:cubicBezTo>
                  <a:cubicBezTo>
                    <a:pt x="190" y="31"/>
                    <a:pt x="153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0" name="Google Shape;12390;p31"/>
            <p:cNvSpPr/>
            <p:nvPr/>
          </p:nvSpPr>
          <p:spPr>
            <a:xfrm>
              <a:off x="4352475" y="3163450"/>
              <a:ext cx="5175" cy="5325"/>
            </a:xfrm>
            <a:custGeom>
              <a:avLst/>
              <a:gdLst/>
              <a:ahLst/>
              <a:cxnLst/>
              <a:rect l="l" t="t" r="r" b="b"/>
              <a:pathLst>
                <a:path w="207" h="213" extrusionOk="0">
                  <a:moveTo>
                    <a:pt x="97" y="1"/>
                  </a:moveTo>
                  <a:cubicBezTo>
                    <a:pt x="66" y="1"/>
                    <a:pt x="37" y="14"/>
                    <a:pt x="17" y="43"/>
                  </a:cubicBezTo>
                  <a:cubicBezTo>
                    <a:pt x="1" y="60"/>
                    <a:pt x="1" y="93"/>
                    <a:pt x="1" y="109"/>
                  </a:cubicBezTo>
                  <a:lnTo>
                    <a:pt x="1" y="146"/>
                  </a:lnTo>
                  <a:cubicBezTo>
                    <a:pt x="17" y="163"/>
                    <a:pt x="17" y="179"/>
                    <a:pt x="34" y="179"/>
                  </a:cubicBezTo>
                  <a:cubicBezTo>
                    <a:pt x="54" y="196"/>
                    <a:pt x="87" y="212"/>
                    <a:pt x="120" y="212"/>
                  </a:cubicBezTo>
                  <a:cubicBezTo>
                    <a:pt x="137" y="212"/>
                    <a:pt x="174" y="196"/>
                    <a:pt x="190" y="179"/>
                  </a:cubicBezTo>
                  <a:cubicBezTo>
                    <a:pt x="207" y="146"/>
                    <a:pt x="207" y="130"/>
                    <a:pt x="207" y="93"/>
                  </a:cubicBezTo>
                  <a:cubicBezTo>
                    <a:pt x="207" y="76"/>
                    <a:pt x="190" y="43"/>
                    <a:pt x="174" y="27"/>
                  </a:cubicBezTo>
                  <a:cubicBezTo>
                    <a:pt x="149" y="10"/>
                    <a:pt x="123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1" name="Google Shape;12391;p31"/>
            <p:cNvSpPr/>
            <p:nvPr/>
          </p:nvSpPr>
          <p:spPr>
            <a:xfrm>
              <a:off x="4100775" y="31666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1" y="1"/>
                  </a:moveTo>
                  <a:cubicBezTo>
                    <a:pt x="69" y="1"/>
                    <a:pt x="40" y="15"/>
                    <a:pt x="21" y="34"/>
                  </a:cubicBezTo>
                  <a:cubicBezTo>
                    <a:pt x="1" y="67"/>
                    <a:pt x="1" y="83"/>
                    <a:pt x="1" y="120"/>
                  </a:cubicBezTo>
                  <a:lnTo>
                    <a:pt x="1" y="137"/>
                  </a:lnTo>
                  <a:cubicBezTo>
                    <a:pt x="21" y="153"/>
                    <a:pt x="21" y="170"/>
                    <a:pt x="38" y="186"/>
                  </a:cubicBezTo>
                  <a:cubicBezTo>
                    <a:pt x="54" y="207"/>
                    <a:pt x="87" y="207"/>
                    <a:pt x="124" y="207"/>
                  </a:cubicBezTo>
                  <a:cubicBezTo>
                    <a:pt x="141" y="207"/>
                    <a:pt x="174" y="186"/>
                    <a:pt x="190" y="170"/>
                  </a:cubicBezTo>
                  <a:cubicBezTo>
                    <a:pt x="207" y="153"/>
                    <a:pt x="207" y="120"/>
                    <a:pt x="207" y="104"/>
                  </a:cubicBezTo>
                  <a:cubicBezTo>
                    <a:pt x="207" y="67"/>
                    <a:pt x="190" y="50"/>
                    <a:pt x="174" y="34"/>
                  </a:cubicBezTo>
                  <a:cubicBezTo>
                    <a:pt x="152" y="10"/>
                    <a:pt x="126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2" name="Google Shape;12392;p31"/>
            <p:cNvSpPr/>
            <p:nvPr/>
          </p:nvSpPr>
          <p:spPr>
            <a:xfrm>
              <a:off x="4355475" y="31361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70" y="1"/>
                  </a:moveTo>
                  <a:cubicBezTo>
                    <a:pt x="17" y="33"/>
                    <a:pt x="0" y="87"/>
                    <a:pt x="17" y="137"/>
                  </a:cubicBezTo>
                  <a:cubicBezTo>
                    <a:pt x="34" y="181"/>
                    <a:pt x="82" y="211"/>
                    <a:pt x="128" y="211"/>
                  </a:cubicBezTo>
                  <a:cubicBezTo>
                    <a:pt x="138" y="211"/>
                    <a:pt x="147" y="210"/>
                    <a:pt x="157" y="207"/>
                  </a:cubicBezTo>
                  <a:cubicBezTo>
                    <a:pt x="173" y="190"/>
                    <a:pt x="190" y="190"/>
                    <a:pt x="190" y="170"/>
                  </a:cubicBezTo>
                  <a:cubicBezTo>
                    <a:pt x="223" y="137"/>
                    <a:pt x="223" y="104"/>
                    <a:pt x="206" y="66"/>
                  </a:cubicBezTo>
                  <a:cubicBezTo>
                    <a:pt x="190" y="33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3" name="Google Shape;12393;p31"/>
            <p:cNvSpPr/>
            <p:nvPr/>
          </p:nvSpPr>
          <p:spPr>
            <a:xfrm>
              <a:off x="4340000" y="31696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41" y="0"/>
                  </a:moveTo>
                  <a:cubicBezTo>
                    <a:pt x="71" y="0"/>
                    <a:pt x="17" y="33"/>
                    <a:pt x="17" y="87"/>
                  </a:cubicBezTo>
                  <a:cubicBezTo>
                    <a:pt x="1" y="104"/>
                    <a:pt x="17" y="120"/>
                    <a:pt x="17" y="137"/>
                  </a:cubicBezTo>
                  <a:cubicBezTo>
                    <a:pt x="17" y="153"/>
                    <a:pt x="17" y="153"/>
                    <a:pt x="38" y="169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20" y="207"/>
                    <a:pt x="157" y="207"/>
                    <a:pt x="174" y="190"/>
                  </a:cubicBezTo>
                  <a:cubicBezTo>
                    <a:pt x="207" y="169"/>
                    <a:pt x="207" y="153"/>
                    <a:pt x="223" y="120"/>
                  </a:cubicBezTo>
                  <a:cubicBezTo>
                    <a:pt x="223" y="104"/>
                    <a:pt x="223" y="66"/>
                    <a:pt x="207" y="50"/>
                  </a:cubicBezTo>
                  <a:cubicBezTo>
                    <a:pt x="190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4" name="Google Shape;12394;p31"/>
            <p:cNvSpPr/>
            <p:nvPr/>
          </p:nvSpPr>
          <p:spPr>
            <a:xfrm>
              <a:off x="4345575" y="3126950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07" y="1"/>
                  </a:moveTo>
                  <a:cubicBezTo>
                    <a:pt x="78" y="1"/>
                    <a:pt x="49" y="14"/>
                    <a:pt x="21" y="44"/>
                  </a:cubicBezTo>
                  <a:cubicBezTo>
                    <a:pt x="0" y="60"/>
                    <a:pt x="0" y="77"/>
                    <a:pt x="0" y="110"/>
                  </a:cubicBezTo>
                  <a:cubicBezTo>
                    <a:pt x="0" y="126"/>
                    <a:pt x="0" y="126"/>
                    <a:pt x="21" y="147"/>
                  </a:cubicBezTo>
                  <a:cubicBezTo>
                    <a:pt x="21" y="163"/>
                    <a:pt x="38" y="163"/>
                    <a:pt x="38" y="180"/>
                  </a:cubicBezTo>
                  <a:cubicBezTo>
                    <a:pt x="61" y="192"/>
                    <a:pt x="76" y="203"/>
                    <a:pt x="96" y="203"/>
                  </a:cubicBezTo>
                  <a:cubicBezTo>
                    <a:pt x="104" y="203"/>
                    <a:pt x="113" y="201"/>
                    <a:pt x="124" y="196"/>
                  </a:cubicBezTo>
                  <a:cubicBezTo>
                    <a:pt x="157" y="196"/>
                    <a:pt x="174" y="180"/>
                    <a:pt x="190" y="163"/>
                  </a:cubicBezTo>
                  <a:cubicBezTo>
                    <a:pt x="207" y="147"/>
                    <a:pt x="227" y="110"/>
                    <a:pt x="207" y="93"/>
                  </a:cubicBezTo>
                  <a:cubicBezTo>
                    <a:pt x="207" y="60"/>
                    <a:pt x="190" y="44"/>
                    <a:pt x="174" y="23"/>
                  </a:cubicBezTo>
                  <a:cubicBezTo>
                    <a:pt x="152" y="9"/>
                    <a:pt x="129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5" name="Google Shape;12395;p31"/>
            <p:cNvSpPr/>
            <p:nvPr/>
          </p:nvSpPr>
          <p:spPr>
            <a:xfrm>
              <a:off x="4344325" y="3139050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05" y="1"/>
                  </a:moveTo>
                  <a:cubicBezTo>
                    <a:pt x="94" y="1"/>
                    <a:pt x="83" y="2"/>
                    <a:pt x="71" y="5"/>
                  </a:cubicBezTo>
                  <a:cubicBezTo>
                    <a:pt x="17" y="38"/>
                    <a:pt x="1" y="92"/>
                    <a:pt x="17" y="141"/>
                  </a:cubicBezTo>
                  <a:cubicBezTo>
                    <a:pt x="17" y="158"/>
                    <a:pt x="34" y="178"/>
                    <a:pt x="34" y="178"/>
                  </a:cubicBezTo>
                  <a:cubicBezTo>
                    <a:pt x="61" y="202"/>
                    <a:pt x="95" y="218"/>
                    <a:pt x="124" y="218"/>
                  </a:cubicBezTo>
                  <a:cubicBezTo>
                    <a:pt x="135" y="218"/>
                    <a:pt x="145" y="216"/>
                    <a:pt x="154" y="211"/>
                  </a:cubicBezTo>
                  <a:cubicBezTo>
                    <a:pt x="191" y="195"/>
                    <a:pt x="224" y="158"/>
                    <a:pt x="224" y="125"/>
                  </a:cubicBezTo>
                  <a:cubicBezTo>
                    <a:pt x="224" y="108"/>
                    <a:pt x="224" y="92"/>
                    <a:pt x="207" y="75"/>
                  </a:cubicBezTo>
                  <a:cubicBezTo>
                    <a:pt x="194" y="31"/>
                    <a:pt x="155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6" name="Google Shape;12396;p31"/>
            <p:cNvSpPr/>
            <p:nvPr/>
          </p:nvSpPr>
          <p:spPr>
            <a:xfrm>
              <a:off x="4350325" y="31777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87" y="1"/>
                  </a:moveTo>
                  <a:cubicBezTo>
                    <a:pt x="37" y="1"/>
                    <a:pt x="0" y="34"/>
                    <a:pt x="0" y="92"/>
                  </a:cubicBezTo>
                  <a:lnTo>
                    <a:pt x="0" y="141"/>
                  </a:lnTo>
                  <a:lnTo>
                    <a:pt x="17" y="158"/>
                  </a:lnTo>
                  <a:cubicBezTo>
                    <a:pt x="37" y="195"/>
                    <a:pt x="54" y="195"/>
                    <a:pt x="87" y="211"/>
                  </a:cubicBezTo>
                  <a:cubicBezTo>
                    <a:pt x="120" y="211"/>
                    <a:pt x="140" y="195"/>
                    <a:pt x="157" y="195"/>
                  </a:cubicBezTo>
                  <a:cubicBezTo>
                    <a:pt x="190" y="178"/>
                    <a:pt x="206" y="141"/>
                    <a:pt x="206" y="125"/>
                  </a:cubicBezTo>
                  <a:cubicBezTo>
                    <a:pt x="206" y="92"/>
                    <a:pt x="206" y="55"/>
                    <a:pt x="190" y="38"/>
                  </a:cubicBezTo>
                  <a:cubicBezTo>
                    <a:pt x="173" y="22"/>
                    <a:pt x="140" y="5"/>
                    <a:pt x="120" y="5"/>
                  </a:cubicBezTo>
                  <a:cubicBezTo>
                    <a:pt x="108" y="2"/>
                    <a:pt x="98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7" name="Google Shape;12397;p31"/>
            <p:cNvSpPr/>
            <p:nvPr/>
          </p:nvSpPr>
          <p:spPr>
            <a:xfrm>
              <a:off x="4354650" y="31494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87" y="0"/>
                    <a:pt x="70" y="17"/>
                    <a:pt x="50" y="33"/>
                  </a:cubicBezTo>
                  <a:cubicBezTo>
                    <a:pt x="17" y="33"/>
                    <a:pt x="0" y="70"/>
                    <a:pt x="0" y="87"/>
                  </a:cubicBezTo>
                  <a:lnTo>
                    <a:pt x="0" y="153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70" y="207"/>
                    <a:pt x="87" y="207"/>
                  </a:cubicBezTo>
                  <a:cubicBezTo>
                    <a:pt x="98" y="209"/>
                    <a:pt x="109" y="211"/>
                    <a:pt x="119" y="211"/>
                  </a:cubicBezTo>
                  <a:cubicBezTo>
                    <a:pt x="169" y="211"/>
                    <a:pt x="206" y="178"/>
                    <a:pt x="206" y="120"/>
                  </a:cubicBezTo>
                  <a:cubicBezTo>
                    <a:pt x="206" y="103"/>
                    <a:pt x="206" y="70"/>
                    <a:pt x="190" y="50"/>
                  </a:cubicBezTo>
                  <a:cubicBezTo>
                    <a:pt x="173" y="33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8" name="Google Shape;12398;p31"/>
            <p:cNvSpPr/>
            <p:nvPr/>
          </p:nvSpPr>
          <p:spPr>
            <a:xfrm>
              <a:off x="4384750" y="3111225"/>
              <a:ext cx="1675" cy="4775"/>
            </a:xfrm>
            <a:custGeom>
              <a:avLst/>
              <a:gdLst/>
              <a:ahLst/>
              <a:cxnLst/>
              <a:rect l="l" t="t" r="r" b="b"/>
              <a:pathLst>
                <a:path w="67" h="191" extrusionOk="0">
                  <a:moveTo>
                    <a:pt x="66" y="1"/>
                  </a:moveTo>
                  <a:cubicBezTo>
                    <a:pt x="50" y="1"/>
                    <a:pt x="33" y="17"/>
                    <a:pt x="17" y="34"/>
                  </a:cubicBezTo>
                  <a:cubicBezTo>
                    <a:pt x="0" y="54"/>
                    <a:pt x="0" y="71"/>
                    <a:pt x="0" y="104"/>
                  </a:cubicBezTo>
                  <a:lnTo>
                    <a:pt x="0" y="120"/>
                  </a:lnTo>
                  <a:cubicBezTo>
                    <a:pt x="17" y="137"/>
                    <a:pt x="17" y="157"/>
                    <a:pt x="33" y="174"/>
                  </a:cubicBezTo>
                  <a:cubicBezTo>
                    <a:pt x="50" y="174"/>
                    <a:pt x="50" y="190"/>
                    <a:pt x="66" y="190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9" name="Google Shape;12399;p31"/>
            <p:cNvSpPr/>
            <p:nvPr/>
          </p:nvSpPr>
          <p:spPr>
            <a:xfrm>
              <a:off x="4342175" y="31546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1"/>
                  </a:moveTo>
                  <a:cubicBezTo>
                    <a:pt x="70" y="1"/>
                    <a:pt x="0" y="33"/>
                    <a:pt x="0" y="87"/>
                  </a:cubicBezTo>
                  <a:lnTo>
                    <a:pt x="0" y="137"/>
                  </a:lnTo>
                  <a:cubicBezTo>
                    <a:pt x="17" y="174"/>
                    <a:pt x="54" y="207"/>
                    <a:pt x="87" y="207"/>
                  </a:cubicBezTo>
                  <a:cubicBezTo>
                    <a:pt x="94" y="209"/>
                    <a:pt x="100" y="210"/>
                    <a:pt x="107" y="210"/>
                  </a:cubicBezTo>
                  <a:cubicBezTo>
                    <a:pt x="150" y="210"/>
                    <a:pt x="192" y="167"/>
                    <a:pt x="207" y="120"/>
                  </a:cubicBezTo>
                  <a:cubicBezTo>
                    <a:pt x="207" y="87"/>
                    <a:pt x="207" y="71"/>
                    <a:pt x="190" y="50"/>
                  </a:cubicBezTo>
                  <a:cubicBezTo>
                    <a:pt x="174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0" name="Google Shape;12400;p31"/>
            <p:cNvSpPr/>
            <p:nvPr/>
          </p:nvSpPr>
          <p:spPr>
            <a:xfrm>
              <a:off x="4091800" y="3146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4" y="34"/>
                    <a:pt x="17" y="50"/>
                    <a:pt x="17" y="87"/>
                  </a:cubicBezTo>
                  <a:cubicBezTo>
                    <a:pt x="1" y="104"/>
                    <a:pt x="17" y="120"/>
                    <a:pt x="17" y="137"/>
                  </a:cubicBezTo>
                  <a:cubicBezTo>
                    <a:pt x="17" y="137"/>
                    <a:pt x="17" y="153"/>
                    <a:pt x="34" y="153"/>
                  </a:cubicBezTo>
                  <a:cubicBezTo>
                    <a:pt x="50" y="190"/>
                    <a:pt x="71" y="190"/>
                    <a:pt x="104" y="207"/>
                  </a:cubicBezTo>
                  <a:cubicBezTo>
                    <a:pt x="153" y="207"/>
                    <a:pt x="207" y="170"/>
                    <a:pt x="223" y="120"/>
                  </a:cubicBezTo>
                  <a:cubicBezTo>
                    <a:pt x="223" y="87"/>
                    <a:pt x="223" y="67"/>
                    <a:pt x="207" y="34"/>
                  </a:cubicBezTo>
                  <a:cubicBezTo>
                    <a:pt x="191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1" name="Google Shape;12401;p31"/>
            <p:cNvSpPr/>
            <p:nvPr/>
          </p:nvSpPr>
          <p:spPr>
            <a:xfrm>
              <a:off x="4082750" y="3201000"/>
              <a:ext cx="5675" cy="5175"/>
            </a:xfrm>
            <a:custGeom>
              <a:avLst/>
              <a:gdLst/>
              <a:ahLst/>
              <a:cxnLst/>
              <a:rect l="l" t="t" r="r" b="b"/>
              <a:pathLst>
                <a:path w="227" h="207" extrusionOk="0">
                  <a:moveTo>
                    <a:pt x="140" y="1"/>
                  </a:moveTo>
                  <a:cubicBezTo>
                    <a:pt x="70" y="1"/>
                    <a:pt x="21" y="34"/>
                    <a:pt x="21" y="87"/>
                  </a:cubicBezTo>
                  <a:cubicBezTo>
                    <a:pt x="0" y="104"/>
                    <a:pt x="21" y="120"/>
                    <a:pt x="21" y="137"/>
                  </a:cubicBezTo>
                  <a:cubicBezTo>
                    <a:pt x="21" y="153"/>
                    <a:pt x="21" y="153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24" y="207"/>
                    <a:pt x="157" y="207"/>
                    <a:pt x="173" y="190"/>
                  </a:cubicBezTo>
                  <a:cubicBezTo>
                    <a:pt x="206" y="174"/>
                    <a:pt x="206" y="153"/>
                    <a:pt x="227" y="120"/>
                  </a:cubicBezTo>
                  <a:cubicBezTo>
                    <a:pt x="227" y="104"/>
                    <a:pt x="227" y="71"/>
                    <a:pt x="206" y="50"/>
                  </a:cubicBezTo>
                  <a:cubicBezTo>
                    <a:pt x="190" y="17"/>
                    <a:pt x="157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2" name="Google Shape;12402;p31"/>
            <p:cNvSpPr/>
            <p:nvPr/>
          </p:nvSpPr>
          <p:spPr>
            <a:xfrm>
              <a:off x="4088400" y="31596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3" y="0"/>
                  </a:moveTo>
                  <a:cubicBezTo>
                    <a:pt x="91" y="0"/>
                    <a:pt x="78" y="8"/>
                    <a:pt x="67" y="8"/>
                  </a:cubicBezTo>
                  <a:cubicBezTo>
                    <a:pt x="17" y="24"/>
                    <a:pt x="1" y="94"/>
                    <a:pt x="17" y="144"/>
                  </a:cubicBezTo>
                  <a:cubicBezTo>
                    <a:pt x="30" y="184"/>
                    <a:pt x="73" y="203"/>
                    <a:pt x="114" y="203"/>
                  </a:cubicBezTo>
                  <a:cubicBezTo>
                    <a:pt x="128" y="203"/>
                    <a:pt x="141" y="201"/>
                    <a:pt x="153" y="197"/>
                  </a:cubicBezTo>
                  <a:cubicBezTo>
                    <a:pt x="170" y="197"/>
                    <a:pt x="170" y="181"/>
                    <a:pt x="186" y="181"/>
                  </a:cubicBezTo>
                  <a:cubicBezTo>
                    <a:pt x="207" y="144"/>
                    <a:pt x="223" y="111"/>
                    <a:pt x="207" y="57"/>
                  </a:cubicBezTo>
                  <a:cubicBezTo>
                    <a:pt x="186" y="24"/>
                    <a:pt x="153" y="8"/>
                    <a:pt x="120" y="8"/>
                  </a:cubicBezTo>
                  <a:cubicBezTo>
                    <a:pt x="115" y="2"/>
                    <a:pt x="109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3" name="Google Shape;12403;p31"/>
            <p:cNvSpPr/>
            <p:nvPr/>
          </p:nvSpPr>
          <p:spPr>
            <a:xfrm>
              <a:off x="4085325" y="3187050"/>
              <a:ext cx="5175" cy="5125"/>
            </a:xfrm>
            <a:custGeom>
              <a:avLst/>
              <a:gdLst/>
              <a:ahLst/>
              <a:cxnLst/>
              <a:rect l="l" t="t" r="r" b="b"/>
              <a:pathLst>
                <a:path w="207" h="205" extrusionOk="0">
                  <a:moveTo>
                    <a:pt x="99" y="1"/>
                  </a:moveTo>
                  <a:cubicBezTo>
                    <a:pt x="68" y="1"/>
                    <a:pt x="39" y="14"/>
                    <a:pt x="21" y="43"/>
                  </a:cubicBezTo>
                  <a:cubicBezTo>
                    <a:pt x="0" y="60"/>
                    <a:pt x="0" y="76"/>
                    <a:pt x="0" y="114"/>
                  </a:cubicBezTo>
                  <a:lnTo>
                    <a:pt x="0" y="147"/>
                  </a:lnTo>
                  <a:lnTo>
                    <a:pt x="37" y="180"/>
                  </a:lnTo>
                  <a:cubicBezTo>
                    <a:pt x="49" y="191"/>
                    <a:pt x="68" y="205"/>
                    <a:pt x="92" y="205"/>
                  </a:cubicBezTo>
                  <a:cubicBezTo>
                    <a:pt x="102" y="205"/>
                    <a:pt x="113" y="202"/>
                    <a:pt x="124" y="196"/>
                  </a:cubicBezTo>
                  <a:cubicBezTo>
                    <a:pt x="140" y="196"/>
                    <a:pt x="173" y="180"/>
                    <a:pt x="190" y="163"/>
                  </a:cubicBezTo>
                  <a:cubicBezTo>
                    <a:pt x="206" y="147"/>
                    <a:pt x="206" y="114"/>
                    <a:pt x="206" y="93"/>
                  </a:cubicBezTo>
                  <a:cubicBezTo>
                    <a:pt x="206" y="60"/>
                    <a:pt x="190" y="43"/>
                    <a:pt x="173" y="27"/>
                  </a:cubicBezTo>
                  <a:cubicBezTo>
                    <a:pt x="151" y="10"/>
                    <a:pt x="124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4" name="Google Shape;12404;p31"/>
            <p:cNvSpPr/>
            <p:nvPr/>
          </p:nvSpPr>
          <p:spPr>
            <a:xfrm>
              <a:off x="4203850" y="3232225"/>
              <a:ext cx="5700" cy="4975"/>
            </a:xfrm>
            <a:custGeom>
              <a:avLst/>
              <a:gdLst/>
              <a:ahLst/>
              <a:cxnLst/>
              <a:rect l="l" t="t" r="r" b="b"/>
              <a:pathLst>
                <a:path w="228" h="199" extrusionOk="0">
                  <a:moveTo>
                    <a:pt x="97" y="1"/>
                  </a:moveTo>
                  <a:cubicBezTo>
                    <a:pt x="55" y="1"/>
                    <a:pt x="18" y="34"/>
                    <a:pt x="0" y="92"/>
                  </a:cubicBezTo>
                  <a:cubicBezTo>
                    <a:pt x="0" y="108"/>
                    <a:pt x="0" y="125"/>
                    <a:pt x="21" y="141"/>
                  </a:cubicBezTo>
                  <a:lnTo>
                    <a:pt x="21" y="162"/>
                  </a:lnTo>
                  <a:cubicBezTo>
                    <a:pt x="38" y="178"/>
                    <a:pt x="71" y="195"/>
                    <a:pt x="87" y="195"/>
                  </a:cubicBezTo>
                  <a:cubicBezTo>
                    <a:pt x="99" y="198"/>
                    <a:pt x="110" y="199"/>
                    <a:pt x="121" y="199"/>
                  </a:cubicBezTo>
                  <a:cubicBezTo>
                    <a:pt x="173" y="199"/>
                    <a:pt x="207" y="166"/>
                    <a:pt x="207" y="108"/>
                  </a:cubicBezTo>
                  <a:cubicBezTo>
                    <a:pt x="227" y="92"/>
                    <a:pt x="207" y="59"/>
                    <a:pt x="190" y="38"/>
                  </a:cubicBezTo>
                  <a:cubicBezTo>
                    <a:pt x="174" y="22"/>
                    <a:pt x="157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5" name="Google Shape;12405;p31"/>
            <p:cNvSpPr/>
            <p:nvPr/>
          </p:nvSpPr>
          <p:spPr>
            <a:xfrm>
              <a:off x="4098200" y="317847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93" y="0"/>
                  </a:moveTo>
                  <a:cubicBezTo>
                    <a:pt x="69" y="0"/>
                    <a:pt x="49" y="12"/>
                    <a:pt x="38" y="24"/>
                  </a:cubicBezTo>
                  <a:cubicBezTo>
                    <a:pt x="21" y="44"/>
                    <a:pt x="21" y="61"/>
                    <a:pt x="0" y="94"/>
                  </a:cubicBezTo>
                  <a:cubicBezTo>
                    <a:pt x="0" y="110"/>
                    <a:pt x="0" y="127"/>
                    <a:pt x="21" y="147"/>
                  </a:cubicBezTo>
                  <a:cubicBezTo>
                    <a:pt x="38" y="180"/>
                    <a:pt x="54" y="197"/>
                    <a:pt x="104" y="197"/>
                  </a:cubicBezTo>
                  <a:cubicBezTo>
                    <a:pt x="113" y="200"/>
                    <a:pt x="122" y="201"/>
                    <a:pt x="130" y="201"/>
                  </a:cubicBezTo>
                  <a:cubicBezTo>
                    <a:pt x="173" y="201"/>
                    <a:pt x="210" y="168"/>
                    <a:pt x="227" y="110"/>
                  </a:cubicBezTo>
                  <a:cubicBezTo>
                    <a:pt x="227" y="94"/>
                    <a:pt x="207" y="61"/>
                    <a:pt x="190" y="44"/>
                  </a:cubicBezTo>
                  <a:cubicBezTo>
                    <a:pt x="174" y="24"/>
                    <a:pt x="157" y="7"/>
                    <a:pt x="124" y="7"/>
                  </a:cubicBezTo>
                  <a:cubicBezTo>
                    <a:pt x="113" y="2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6" name="Google Shape;12406;p31"/>
            <p:cNvSpPr/>
            <p:nvPr/>
          </p:nvSpPr>
          <p:spPr>
            <a:xfrm>
              <a:off x="4096950" y="319445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2" y="0"/>
                  </a:moveTo>
                  <a:cubicBezTo>
                    <a:pt x="58" y="0"/>
                    <a:pt x="15" y="46"/>
                    <a:pt x="1" y="90"/>
                  </a:cubicBezTo>
                  <a:lnTo>
                    <a:pt x="1" y="143"/>
                  </a:lnTo>
                  <a:cubicBezTo>
                    <a:pt x="17" y="143"/>
                    <a:pt x="17" y="160"/>
                    <a:pt x="17" y="160"/>
                  </a:cubicBezTo>
                  <a:cubicBezTo>
                    <a:pt x="34" y="193"/>
                    <a:pt x="71" y="193"/>
                    <a:pt x="88" y="209"/>
                  </a:cubicBezTo>
                  <a:cubicBezTo>
                    <a:pt x="137" y="209"/>
                    <a:pt x="207" y="176"/>
                    <a:pt x="207" y="127"/>
                  </a:cubicBezTo>
                  <a:cubicBezTo>
                    <a:pt x="207" y="90"/>
                    <a:pt x="207" y="73"/>
                    <a:pt x="191" y="40"/>
                  </a:cubicBezTo>
                  <a:cubicBezTo>
                    <a:pt x="174" y="24"/>
                    <a:pt x="154" y="3"/>
                    <a:pt x="121" y="3"/>
                  </a:cubicBezTo>
                  <a:cubicBezTo>
                    <a:pt x="114" y="1"/>
                    <a:pt x="108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7" name="Google Shape;12407;p31"/>
            <p:cNvSpPr/>
            <p:nvPr/>
          </p:nvSpPr>
          <p:spPr>
            <a:xfrm>
              <a:off x="4095200" y="32083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104" y="1"/>
                    <a:pt x="71" y="17"/>
                    <a:pt x="55" y="17"/>
                  </a:cubicBezTo>
                  <a:cubicBezTo>
                    <a:pt x="38" y="34"/>
                    <a:pt x="17" y="67"/>
                    <a:pt x="1" y="87"/>
                  </a:cubicBezTo>
                  <a:cubicBezTo>
                    <a:pt x="1" y="104"/>
                    <a:pt x="1" y="137"/>
                    <a:pt x="17" y="137"/>
                  </a:cubicBezTo>
                  <a:cubicBezTo>
                    <a:pt x="17" y="153"/>
                    <a:pt x="17" y="153"/>
                    <a:pt x="38" y="170"/>
                  </a:cubicBezTo>
                  <a:cubicBezTo>
                    <a:pt x="55" y="190"/>
                    <a:pt x="71" y="207"/>
                    <a:pt x="104" y="207"/>
                  </a:cubicBezTo>
                  <a:cubicBezTo>
                    <a:pt x="111" y="209"/>
                    <a:pt x="117" y="210"/>
                    <a:pt x="124" y="210"/>
                  </a:cubicBezTo>
                  <a:cubicBezTo>
                    <a:pt x="170" y="210"/>
                    <a:pt x="209" y="163"/>
                    <a:pt x="224" y="120"/>
                  </a:cubicBezTo>
                  <a:cubicBezTo>
                    <a:pt x="224" y="104"/>
                    <a:pt x="207" y="67"/>
                    <a:pt x="191" y="50"/>
                  </a:cubicBezTo>
                  <a:cubicBezTo>
                    <a:pt x="174" y="17"/>
                    <a:pt x="158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8" name="Google Shape;12408;p31"/>
            <p:cNvSpPr/>
            <p:nvPr/>
          </p:nvSpPr>
          <p:spPr>
            <a:xfrm>
              <a:off x="3986575" y="3045575"/>
              <a:ext cx="1775" cy="4250"/>
            </a:xfrm>
            <a:custGeom>
              <a:avLst/>
              <a:gdLst/>
              <a:ahLst/>
              <a:cxnLst/>
              <a:rect l="l" t="t" r="r" b="b"/>
              <a:pathLst>
                <a:path w="71" h="170" extrusionOk="0">
                  <a:moveTo>
                    <a:pt x="17" y="0"/>
                  </a:moveTo>
                  <a:cubicBezTo>
                    <a:pt x="0" y="50"/>
                    <a:pt x="0" y="120"/>
                    <a:pt x="0" y="170"/>
                  </a:cubicBezTo>
                  <a:cubicBezTo>
                    <a:pt x="54" y="153"/>
                    <a:pt x="70" y="104"/>
                    <a:pt x="54" y="50"/>
                  </a:cubicBezTo>
                  <a:cubicBezTo>
                    <a:pt x="33" y="33"/>
                    <a:pt x="33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9" name="Google Shape;12409;p31"/>
            <p:cNvSpPr/>
            <p:nvPr/>
          </p:nvSpPr>
          <p:spPr>
            <a:xfrm>
              <a:off x="4174675" y="2942925"/>
              <a:ext cx="5600" cy="4850"/>
            </a:xfrm>
            <a:custGeom>
              <a:avLst/>
              <a:gdLst/>
              <a:ahLst/>
              <a:cxnLst/>
              <a:rect l="l" t="t" r="r" b="b"/>
              <a:pathLst>
                <a:path w="224" h="194" extrusionOk="0">
                  <a:moveTo>
                    <a:pt x="87" y="0"/>
                  </a:moveTo>
                  <a:cubicBezTo>
                    <a:pt x="71" y="0"/>
                    <a:pt x="54" y="0"/>
                    <a:pt x="54" y="17"/>
                  </a:cubicBezTo>
                  <a:cubicBezTo>
                    <a:pt x="34" y="33"/>
                    <a:pt x="17" y="50"/>
                    <a:pt x="17" y="66"/>
                  </a:cubicBezTo>
                  <a:cubicBezTo>
                    <a:pt x="1" y="103"/>
                    <a:pt x="17" y="120"/>
                    <a:pt x="17" y="136"/>
                  </a:cubicBezTo>
                  <a:cubicBezTo>
                    <a:pt x="17" y="136"/>
                    <a:pt x="17" y="153"/>
                    <a:pt x="34" y="153"/>
                  </a:cubicBezTo>
                  <a:cubicBezTo>
                    <a:pt x="54" y="169"/>
                    <a:pt x="71" y="190"/>
                    <a:pt x="104" y="190"/>
                  </a:cubicBezTo>
                  <a:cubicBezTo>
                    <a:pt x="112" y="192"/>
                    <a:pt x="121" y="194"/>
                    <a:pt x="129" y="194"/>
                  </a:cubicBezTo>
                  <a:cubicBezTo>
                    <a:pt x="172" y="194"/>
                    <a:pt x="209" y="159"/>
                    <a:pt x="223" y="103"/>
                  </a:cubicBezTo>
                  <a:cubicBezTo>
                    <a:pt x="223" y="87"/>
                    <a:pt x="223" y="50"/>
                    <a:pt x="207" y="33"/>
                  </a:cubicBezTo>
                  <a:lnTo>
                    <a:pt x="190" y="33"/>
                  </a:lnTo>
                  <a:cubicBezTo>
                    <a:pt x="157" y="17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0" name="Google Shape;12410;p31"/>
            <p:cNvSpPr/>
            <p:nvPr/>
          </p:nvSpPr>
          <p:spPr>
            <a:xfrm>
              <a:off x="4162625" y="2939000"/>
              <a:ext cx="3925" cy="1525"/>
            </a:xfrm>
            <a:custGeom>
              <a:avLst/>
              <a:gdLst/>
              <a:ahLst/>
              <a:cxnLst/>
              <a:rect l="l" t="t" r="r" b="b"/>
              <a:pathLst>
                <a:path w="157" h="61" extrusionOk="0">
                  <a:moveTo>
                    <a:pt x="0" y="0"/>
                  </a:moveTo>
                  <a:lnTo>
                    <a:pt x="21" y="17"/>
                  </a:lnTo>
                  <a:cubicBezTo>
                    <a:pt x="37" y="38"/>
                    <a:pt x="54" y="54"/>
                    <a:pt x="87" y="54"/>
                  </a:cubicBezTo>
                  <a:cubicBezTo>
                    <a:pt x="92" y="59"/>
                    <a:pt x="98" y="61"/>
                    <a:pt x="106" y="61"/>
                  </a:cubicBezTo>
                  <a:cubicBezTo>
                    <a:pt x="123" y="61"/>
                    <a:pt x="145" y="49"/>
                    <a:pt x="157" y="38"/>
                  </a:cubicBezTo>
                  <a:cubicBezTo>
                    <a:pt x="103" y="17"/>
                    <a:pt x="54" y="1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1" name="Google Shape;12411;p31"/>
            <p:cNvSpPr/>
            <p:nvPr/>
          </p:nvSpPr>
          <p:spPr>
            <a:xfrm>
              <a:off x="4198275" y="2951050"/>
              <a:ext cx="4775" cy="3025"/>
            </a:xfrm>
            <a:custGeom>
              <a:avLst/>
              <a:gdLst/>
              <a:ahLst/>
              <a:cxnLst/>
              <a:rect l="l" t="t" r="r" b="b"/>
              <a:pathLst>
                <a:path w="191" h="121" extrusionOk="0">
                  <a:moveTo>
                    <a:pt x="1" y="1"/>
                  </a:moveTo>
                  <a:cubicBezTo>
                    <a:pt x="1" y="17"/>
                    <a:pt x="1" y="34"/>
                    <a:pt x="17" y="50"/>
                  </a:cubicBezTo>
                  <a:lnTo>
                    <a:pt x="17" y="71"/>
                  </a:lnTo>
                  <a:cubicBezTo>
                    <a:pt x="38" y="104"/>
                    <a:pt x="71" y="104"/>
                    <a:pt x="87" y="120"/>
                  </a:cubicBezTo>
                  <a:cubicBezTo>
                    <a:pt x="141" y="120"/>
                    <a:pt x="174" y="104"/>
                    <a:pt x="190" y="87"/>
                  </a:cubicBezTo>
                  <a:cubicBezTo>
                    <a:pt x="141" y="50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2" name="Google Shape;12412;p31"/>
            <p:cNvSpPr/>
            <p:nvPr/>
          </p:nvSpPr>
          <p:spPr>
            <a:xfrm>
              <a:off x="4099950" y="2932600"/>
              <a:ext cx="5600" cy="4025"/>
            </a:xfrm>
            <a:custGeom>
              <a:avLst/>
              <a:gdLst/>
              <a:ahLst/>
              <a:cxnLst/>
              <a:rect l="l" t="t" r="r" b="b"/>
              <a:pathLst>
                <a:path w="224" h="161" extrusionOk="0">
                  <a:moveTo>
                    <a:pt x="207" y="1"/>
                  </a:moveTo>
                  <a:cubicBezTo>
                    <a:pt x="137" y="1"/>
                    <a:pt x="87" y="17"/>
                    <a:pt x="17" y="17"/>
                  </a:cubicBezTo>
                  <a:cubicBezTo>
                    <a:pt x="1" y="34"/>
                    <a:pt x="1" y="50"/>
                    <a:pt x="1" y="67"/>
                  </a:cubicBezTo>
                  <a:cubicBezTo>
                    <a:pt x="1" y="87"/>
                    <a:pt x="17" y="87"/>
                    <a:pt x="17" y="104"/>
                  </a:cubicBezTo>
                  <a:cubicBezTo>
                    <a:pt x="17" y="120"/>
                    <a:pt x="34" y="137"/>
                    <a:pt x="54" y="137"/>
                  </a:cubicBezTo>
                  <a:cubicBezTo>
                    <a:pt x="66" y="149"/>
                    <a:pt x="86" y="160"/>
                    <a:pt x="102" y="160"/>
                  </a:cubicBezTo>
                  <a:cubicBezTo>
                    <a:pt x="109" y="160"/>
                    <a:pt x="115" y="158"/>
                    <a:pt x="120" y="153"/>
                  </a:cubicBezTo>
                  <a:cubicBezTo>
                    <a:pt x="157" y="153"/>
                    <a:pt x="174" y="153"/>
                    <a:pt x="190" y="120"/>
                  </a:cubicBezTo>
                  <a:cubicBezTo>
                    <a:pt x="207" y="104"/>
                    <a:pt x="223" y="67"/>
                    <a:pt x="223" y="50"/>
                  </a:cubicBezTo>
                  <a:cubicBezTo>
                    <a:pt x="207" y="34"/>
                    <a:pt x="207" y="17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3" name="Google Shape;12413;p31"/>
            <p:cNvSpPr/>
            <p:nvPr/>
          </p:nvSpPr>
          <p:spPr>
            <a:xfrm>
              <a:off x="4049750" y="3188525"/>
              <a:ext cx="4250" cy="4375"/>
            </a:xfrm>
            <a:custGeom>
              <a:avLst/>
              <a:gdLst/>
              <a:ahLst/>
              <a:cxnLst/>
              <a:rect l="l" t="t" r="r" b="b"/>
              <a:pathLst>
                <a:path w="170" h="175" extrusionOk="0">
                  <a:moveTo>
                    <a:pt x="83" y="1"/>
                  </a:moveTo>
                  <a:cubicBezTo>
                    <a:pt x="50" y="1"/>
                    <a:pt x="17" y="1"/>
                    <a:pt x="1" y="34"/>
                  </a:cubicBezTo>
                  <a:cubicBezTo>
                    <a:pt x="50" y="71"/>
                    <a:pt x="104" y="121"/>
                    <a:pt x="153" y="174"/>
                  </a:cubicBezTo>
                  <a:cubicBezTo>
                    <a:pt x="170" y="158"/>
                    <a:pt x="170" y="137"/>
                    <a:pt x="170" y="121"/>
                  </a:cubicBezTo>
                  <a:cubicBezTo>
                    <a:pt x="170" y="88"/>
                    <a:pt x="170" y="71"/>
                    <a:pt x="153" y="34"/>
                  </a:cubicBezTo>
                  <a:cubicBezTo>
                    <a:pt x="137" y="17"/>
                    <a:pt x="120" y="1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4" name="Google Shape;12414;p31"/>
            <p:cNvSpPr/>
            <p:nvPr/>
          </p:nvSpPr>
          <p:spPr>
            <a:xfrm>
              <a:off x="4071600" y="3206975"/>
              <a:ext cx="3025" cy="2200"/>
            </a:xfrm>
            <a:custGeom>
              <a:avLst/>
              <a:gdLst/>
              <a:ahLst/>
              <a:cxnLst/>
              <a:rect l="l" t="t" r="r" b="b"/>
              <a:pathLst>
                <a:path w="121" h="88" extrusionOk="0">
                  <a:moveTo>
                    <a:pt x="1" y="1"/>
                  </a:moveTo>
                  <a:cubicBezTo>
                    <a:pt x="54" y="38"/>
                    <a:pt x="87" y="71"/>
                    <a:pt x="120" y="88"/>
                  </a:cubicBezTo>
                  <a:cubicBezTo>
                    <a:pt x="120" y="71"/>
                    <a:pt x="104" y="55"/>
                    <a:pt x="87" y="38"/>
                  </a:cubicBezTo>
                  <a:cubicBezTo>
                    <a:pt x="71" y="17"/>
                    <a:pt x="34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5" name="Google Shape;12415;p31"/>
            <p:cNvSpPr/>
            <p:nvPr/>
          </p:nvSpPr>
          <p:spPr>
            <a:xfrm>
              <a:off x="4007175" y="3139175"/>
              <a:ext cx="3025" cy="3825"/>
            </a:xfrm>
            <a:custGeom>
              <a:avLst/>
              <a:gdLst/>
              <a:ahLst/>
              <a:cxnLst/>
              <a:rect l="l" t="t" r="r" b="b"/>
              <a:pathLst>
                <a:path w="121" h="153" extrusionOk="0">
                  <a:moveTo>
                    <a:pt x="1" y="0"/>
                  </a:moveTo>
                  <a:cubicBezTo>
                    <a:pt x="34" y="50"/>
                    <a:pt x="71" y="103"/>
                    <a:pt x="104" y="153"/>
                  </a:cubicBezTo>
                  <a:cubicBezTo>
                    <a:pt x="121" y="136"/>
                    <a:pt x="121" y="103"/>
                    <a:pt x="121" y="70"/>
                  </a:cubicBezTo>
                  <a:cubicBezTo>
                    <a:pt x="104" y="17"/>
                    <a:pt x="55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6" name="Google Shape;12416;p31"/>
            <p:cNvSpPr/>
            <p:nvPr/>
          </p:nvSpPr>
          <p:spPr>
            <a:xfrm>
              <a:off x="4208600" y="2956200"/>
              <a:ext cx="5575" cy="4525"/>
            </a:xfrm>
            <a:custGeom>
              <a:avLst/>
              <a:gdLst/>
              <a:ahLst/>
              <a:cxnLst/>
              <a:rect l="l" t="t" r="r" b="b"/>
              <a:pathLst>
                <a:path w="223" h="181" extrusionOk="0">
                  <a:moveTo>
                    <a:pt x="37" y="1"/>
                  </a:moveTo>
                  <a:cubicBezTo>
                    <a:pt x="17" y="34"/>
                    <a:pt x="0" y="71"/>
                    <a:pt x="17" y="104"/>
                  </a:cubicBezTo>
                  <a:cubicBezTo>
                    <a:pt x="37" y="120"/>
                    <a:pt x="37" y="137"/>
                    <a:pt x="54" y="153"/>
                  </a:cubicBezTo>
                  <a:cubicBezTo>
                    <a:pt x="65" y="168"/>
                    <a:pt x="94" y="181"/>
                    <a:pt x="123" y="181"/>
                  </a:cubicBezTo>
                  <a:cubicBezTo>
                    <a:pt x="135" y="181"/>
                    <a:pt x="146" y="179"/>
                    <a:pt x="157" y="174"/>
                  </a:cubicBezTo>
                  <a:cubicBezTo>
                    <a:pt x="190" y="153"/>
                    <a:pt x="206" y="137"/>
                    <a:pt x="223" y="104"/>
                  </a:cubicBezTo>
                  <a:cubicBezTo>
                    <a:pt x="157" y="71"/>
                    <a:pt x="103" y="34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7" name="Google Shape;12417;p31"/>
            <p:cNvSpPr/>
            <p:nvPr/>
          </p:nvSpPr>
          <p:spPr>
            <a:xfrm>
              <a:off x="4356800" y="32259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04" y="1"/>
                  </a:moveTo>
                  <a:cubicBezTo>
                    <a:pt x="67" y="1"/>
                    <a:pt x="50" y="17"/>
                    <a:pt x="34" y="34"/>
                  </a:cubicBezTo>
                  <a:cubicBezTo>
                    <a:pt x="17" y="67"/>
                    <a:pt x="1" y="83"/>
                    <a:pt x="1" y="120"/>
                  </a:cubicBezTo>
                  <a:cubicBezTo>
                    <a:pt x="1" y="120"/>
                    <a:pt x="1" y="137"/>
                    <a:pt x="17" y="137"/>
                  </a:cubicBezTo>
                  <a:cubicBezTo>
                    <a:pt x="17" y="153"/>
                    <a:pt x="34" y="170"/>
                    <a:pt x="34" y="186"/>
                  </a:cubicBezTo>
                  <a:cubicBezTo>
                    <a:pt x="55" y="201"/>
                    <a:pt x="78" y="207"/>
                    <a:pt x="100" y="207"/>
                  </a:cubicBezTo>
                  <a:cubicBezTo>
                    <a:pt x="135" y="207"/>
                    <a:pt x="168" y="192"/>
                    <a:pt x="190" y="170"/>
                  </a:cubicBezTo>
                  <a:cubicBezTo>
                    <a:pt x="207" y="153"/>
                    <a:pt x="223" y="120"/>
                    <a:pt x="207" y="83"/>
                  </a:cubicBezTo>
                  <a:cubicBezTo>
                    <a:pt x="207" y="67"/>
                    <a:pt x="190" y="34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8" name="Google Shape;12418;p31"/>
            <p:cNvSpPr/>
            <p:nvPr/>
          </p:nvSpPr>
          <p:spPr>
            <a:xfrm>
              <a:off x="4343000" y="32331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4" y="0"/>
                  </a:moveTo>
                  <a:cubicBezTo>
                    <a:pt x="70" y="0"/>
                    <a:pt x="0" y="37"/>
                    <a:pt x="0" y="87"/>
                  </a:cubicBezTo>
                  <a:lnTo>
                    <a:pt x="0" y="140"/>
                  </a:lnTo>
                  <a:cubicBezTo>
                    <a:pt x="0" y="157"/>
                    <a:pt x="21" y="157"/>
                    <a:pt x="21" y="173"/>
                  </a:cubicBezTo>
                  <a:cubicBezTo>
                    <a:pt x="37" y="190"/>
                    <a:pt x="54" y="206"/>
                    <a:pt x="87" y="206"/>
                  </a:cubicBezTo>
                  <a:cubicBezTo>
                    <a:pt x="95" y="209"/>
                    <a:pt x="103" y="211"/>
                    <a:pt x="112" y="211"/>
                  </a:cubicBezTo>
                  <a:cubicBezTo>
                    <a:pt x="159" y="211"/>
                    <a:pt x="207" y="166"/>
                    <a:pt x="207" y="124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21"/>
                    <a:pt x="157" y="21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9" name="Google Shape;12419;p31"/>
            <p:cNvSpPr/>
            <p:nvPr/>
          </p:nvSpPr>
          <p:spPr>
            <a:xfrm>
              <a:off x="4343925" y="32194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6" y="1"/>
                    <a:pt x="17" y="34"/>
                    <a:pt x="0" y="87"/>
                  </a:cubicBezTo>
                  <a:lnTo>
                    <a:pt x="0" y="120"/>
                  </a:lnTo>
                  <a:lnTo>
                    <a:pt x="0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3" y="190"/>
                    <a:pt x="66" y="207"/>
                    <a:pt x="87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90" y="174"/>
                    <a:pt x="207" y="157"/>
                    <a:pt x="207" y="120"/>
                  </a:cubicBezTo>
                  <a:cubicBezTo>
                    <a:pt x="207" y="104"/>
                    <a:pt x="207" y="71"/>
                    <a:pt x="190" y="54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0" name="Google Shape;12420;p31"/>
            <p:cNvSpPr/>
            <p:nvPr/>
          </p:nvSpPr>
          <p:spPr>
            <a:xfrm>
              <a:off x="4360200" y="32014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0"/>
                  </a:moveTo>
                  <a:cubicBezTo>
                    <a:pt x="71" y="0"/>
                    <a:pt x="17" y="33"/>
                    <a:pt x="17" y="87"/>
                  </a:cubicBezTo>
                  <a:cubicBezTo>
                    <a:pt x="1" y="103"/>
                    <a:pt x="17" y="120"/>
                    <a:pt x="17" y="136"/>
                  </a:cubicBezTo>
                  <a:cubicBezTo>
                    <a:pt x="17" y="157"/>
                    <a:pt x="17" y="157"/>
                    <a:pt x="34" y="173"/>
                  </a:cubicBezTo>
                  <a:cubicBezTo>
                    <a:pt x="54" y="190"/>
                    <a:pt x="71" y="206"/>
                    <a:pt x="104" y="206"/>
                  </a:cubicBezTo>
                  <a:cubicBezTo>
                    <a:pt x="120" y="206"/>
                    <a:pt x="158" y="206"/>
                    <a:pt x="174" y="190"/>
                  </a:cubicBezTo>
                  <a:cubicBezTo>
                    <a:pt x="207" y="173"/>
                    <a:pt x="207" y="157"/>
                    <a:pt x="224" y="120"/>
                  </a:cubicBezTo>
                  <a:cubicBezTo>
                    <a:pt x="224" y="87"/>
                    <a:pt x="224" y="70"/>
                    <a:pt x="207" y="54"/>
                  </a:cubicBezTo>
                  <a:cubicBezTo>
                    <a:pt x="191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1" name="Google Shape;12421;p31"/>
            <p:cNvSpPr/>
            <p:nvPr/>
          </p:nvSpPr>
          <p:spPr>
            <a:xfrm>
              <a:off x="4338350" y="3245125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11" y="0"/>
                  </a:moveTo>
                  <a:cubicBezTo>
                    <a:pt x="102" y="0"/>
                    <a:pt x="93" y="2"/>
                    <a:pt x="83" y="5"/>
                  </a:cubicBezTo>
                  <a:cubicBezTo>
                    <a:pt x="17" y="38"/>
                    <a:pt x="1" y="91"/>
                    <a:pt x="17" y="141"/>
                  </a:cubicBezTo>
                  <a:cubicBezTo>
                    <a:pt x="31" y="185"/>
                    <a:pt x="81" y="215"/>
                    <a:pt x="126" y="215"/>
                  </a:cubicBezTo>
                  <a:cubicBezTo>
                    <a:pt x="135" y="215"/>
                    <a:pt x="145" y="214"/>
                    <a:pt x="153" y="211"/>
                  </a:cubicBezTo>
                  <a:cubicBezTo>
                    <a:pt x="207" y="178"/>
                    <a:pt x="240" y="124"/>
                    <a:pt x="207" y="75"/>
                  </a:cubicBezTo>
                  <a:cubicBezTo>
                    <a:pt x="190" y="30"/>
                    <a:pt x="153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2" name="Google Shape;12422;p31"/>
            <p:cNvSpPr/>
            <p:nvPr/>
          </p:nvSpPr>
          <p:spPr>
            <a:xfrm>
              <a:off x="4334450" y="319585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7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4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3" y="209"/>
                    <a:pt x="100" y="210"/>
                    <a:pt x="107" y="210"/>
                  </a:cubicBezTo>
                  <a:cubicBezTo>
                    <a:pt x="150" y="210"/>
                    <a:pt x="192" y="167"/>
                    <a:pt x="206" y="120"/>
                  </a:cubicBezTo>
                  <a:cubicBezTo>
                    <a:pt x="206" y="87"/>
                    <a:pt x="206" y="71"/>
                    <a:pt x="190" y="50"/>
                  </a:cubicBezTo>
                  <a:cubicBezTo>
                    <a:pt x="17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3" name="Google Shape;12423;p31"/>
            <p:cNvSpPr/>
            <p:nvPr/>
          </p:nvSpPr>
          <p:spPr>
            <a:xfrm>
              <a:off x="4312600" y="32537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83" y="1"/>
                    <a:pt x="50" y="1"/>
                    <a:pt x="17" y="38"/>
                  </a:cubicBezTo>
                  <a:cubicBezTo>
                    <a:pt x="17" y="54"/>
                    <a:pt x="0" y="71"/>
                    <a:pt x="0" y="87"/>
                  </a:cubicBezTo>
                  <a:lnTo>
                    <a:pt x="0" y="141"/>
                  </a:lnTo>
                  <a:cubicBezTo>
                    <a:pt x="17" y="174"/>
                    <a:pt x="50" y="207"/>
                    <a:pt x="83" y="207"/>
                  </a:cubicBezTo>
                  <a:cubicBezTo>
                    <a:pt x="153" y="207"/>
                    <a:pt x="186" y="174"/>
                    <a:pt x="206" y="124"/>
                  </a:cubicBezTo>
                  <a:cubicBezTo>
                    <a:pt x="206" y="87"/>
                    <a:pt x="206" y="71"/>
                    <a:pt x="186" y="38"/>
                  </a:cubicBezTo>
                  <a:cubicBezTo>
                    <a:pt x="169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4" name="Google Shape;12424;p31"/>
            <p:cNvSpPr/>
            <p:nvPr/>
          </p:nvSpPr>
          <p:spPr>
            <a:xfrm>
              <a:off x="4350325" y="31937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03" y="0"/>
                  </a:moveTo>
                  <a:cubicBezTo>
                    <a:pt x="70" y="0"/>
                    <a:pt x="37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17" y="157"/>
                    <a:pt x="37" y="173"/>
                    <a:pt x="37" y="190"/>
                  </a:cubicBezTo>
                  <a:cubicBezTo>
                    <a:pt x="56" y="202"/>
                    <a:pt x="78" y="208"/>
                    <a:pt x="100" y="208"/>
                  </a:cubicBezTo>
                  <a:cubicBezTo>
                    <a:pt x="135" y="208"/>
                    <a:pt x="169" y="194"/>
                    <a:pt x="190" y="173"/>
                  </a:cubicBezTo>
                  <a:cubicBezTo>
                    <a:pt x="223" y="120"/>
                    <a:pt x="223" y="54"/>
                    <a:pt x="173" y="17"/>
                  </a:cubicBez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5" name="Google Shape;12425;p31"/>
            <p:cNvSpPr/>
            <p:nvPr/>
          </p:nvSpPr>
          <p:spPr>
            <a:xfrm>
              <a:off x="4336600" y="318365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3" y="0"/>
                  </a:moveTo>
                  <a:cubicBezTo>
                    <a:pt x="84" y="0"/>
                    <a:pt x="55" y="13"/>
                    <a:pt x="34" y="43"/>
                  </a:cubicBezTo>
                  <a:cubicBezTo>
                    <a:pt x="17" y="60"/>
                    <a:pt x="1" y="93"/>
                    <a:pt x="1" y="109"/>
                  </a:cubicBezTo>
                  <a:cubicBezTo>
                    <a:pt x="1" y="126"/>
                    <a:pt x="17" y="146"/>
                    <a:pt x="17" y="146"/>
                  </a:cubicBezTo>
                  <a:cubicBezTo>
                    <a:pt x="17" y="163"/>
                    <a:pt x="34" y="179"/>
                    <a:pt x="50" y="179"/>
                  </a:cubicBezTo>
                  <a:cubicBezTo>
                    <a:pt x="67" y="202"/>
                    <a:pt x="90" y="211"/>
                    <a:pt x="113" y="211"/>
                  </a:cubicBezTo>
                  <a:cubicBezTo>
                    <a:pt x="141" y="211"/>
                    <a:pt x="170" y="198"/>
                    <a:pt x="190" y="179"/>
                  </a:cubicBezTo>
                  <a:cubicBezTo>
                    <a:pt x="207" y="146"/>
                    <a:pt x="223" y="126"/>
                    <a:pt x="223" y="93"/>
                  </a:cubicBezTo>
                  <a:cubicBezTo>
                    <a:pt x="207" y="76"/>
                    <a:pt x="207" y="43"/>
                    <a:pt x="174" y="23"/>
                  </a:cubicBezTo>
                  <a:cubicBezTo>
                    <a:pt x="158" y="8"/>
                    <a:pt x="136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6" name="Google Shape;12426;p31"/>
            <p:cNvSpPr/>
            <p:nvPr/>
          </p:nvSpPr>
          <p:spPr>
            <a:xfrm>
              <a:off x="4354650" y="32392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70" y="0"/>
                    <a:pt x="17" y="33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lnTo>
                    <a:pt x="17" y="169"/>
                  </a:lnTo>
                  <a:cubicBezTo>
                    <a:pt x="33" y="190"/>
                    <a:pt x="70" y="207"/>
                    <a:pt x="87" y="207"/>
                  </a:cubicBezTo>
                  <a:lnTo>
                    <a:pt x="153" y="207"/>
                  </a:lnTo>
                  <a:cubicBezTo>
                    <a:pt x="173" y="190"/>
                    <a:pt x="190" y="169"/>
                    <a:pt x="206" y="153"/>
                  </a:cubicBezTo>
                  <a:lnTo>
                    <a:pt x="206" y="120"/>
                  </a:lnTo>
                  <a:cubicBezTo>
                    <a:pt x="223" y="66"/>
                    <a:pt x="190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7" name="Google Shape;12427;p31"/>
            <p:cNvSpPr/>
            <p:nvPr/>
          </p:nvSpPr>
          <p:spPr>
            <a:xfrm>
              <a:off x="4345150" y="320557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103" y="1"/>
                  </a:moveTo>
                  <a:cubicBezTo>
                    <a:pt x="86" y="1"/>
                    <a:pt x="66" y="12"/>
                    <a:pt x="55" y="24"/>
                  </a:cubicBezTo>
                  <a:cubicBezTo>
                    <a:pt x="17" y="40"/>
                    <a:pt x="1" y="57"/>
                    <a:pt x="1" y="94"/>
                  </a:cubicBezTo>
                  <a:cubicBezTo>
                    <a:pt x="1" y="111"/>
                    <a:pt x="1" y="127"/>
                    <a:pt x="17" y="144"/>
                  </a:cubicBezTo>
                  <a:lnTo>
                    <a:pt x="17" y="160"/>
                  </a:lnTo>
                  <a:cubicBezTo>
                    <a:pt x="38" y="177"/>
                    <a:pt x="71" y="197"/>
                    <a:pt x="88" y="197"/>
                  </a:cubicBezTo>
                  <a:cubicBezTo>
                    <a:pt x="99" y="200"/>
                    <a:pt x="109" y="201"/>
                    <a:pt x="119" y="201"/>
                  </a:cubicBezTo>
                  <a:cubicBezTo>
                    <a:pt x="172" y="201"/>
                    <a:pt x="207" y="166"/>
                    <a:pt x="207" y="111"/>
                  </a:cubicBezTo>
                  <a:cubicBezTo>
                    <a:pt x="224" y="94"/>
                    <a:pt x="207" y="57"/>
                    <a:pt x="191" y="40"/>
                  </a:cubicBezTo>
                  <a:cubicBezTo>
                    <a:pt x="174" y="24"/>
                    <a:pt x="158" y="7"/>
                    <a:pt x="121" y="7"/>
                  </a:cubicBezTo>
                  <a:cubicBezTo>
                    <a:pt x="116" y="3"/>
                    <a:pt x="109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8" name="Google Shape;12428;p31"/>
            <p:cNvSpPr/>
            <p:nvPr/>
          </p:nvSpPr>
          <p:spPr>
            <a:xfrm>
              <a:off x="4321150" y="31974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6" y="1"/>
                  </a:moveTo>
                  <a:cubicBezTo>
                    <a:pt x="106" y="1"/>
                    <a:pt x="96" y="3"/>
                    <a:pt x="87" y="7"/>
                  </a:cubicBezTo>
                  <a:cubicBezTo>
                    <a:pt x="33" y="23"/>
                    <a:pt x="0" y="89"/>
                    <a:pt x="17" y="143"/>
                  </a:cubicBezTo>
                  <a:cubicBezTo>
                    <a:pt x="29" y="178"/>
                    <a:pt x="68" y="207"/>
                    <a:pt x="107" y="207"/>
                  </a:cubicBezTo>
                  <a:cubicBezTo>
                    <a:pt x="123" y="207"/>
                    <a:pt x="139" y="203"/>
                    <a:pt x="153" y="192"/>
                  </a:cubicBezTo>
                  <a:cubicBezTo>
                    <a:pt x="206" y="176"/>
                    <a:pt x="239" y="126"/>
                    <a:pt x="223" y="73"/>
                  </a:cubicBezTo>
                  <a:cubicBezTo>
                    <a:pt x="196" y="33"/>
                    <a:pt x="156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9" name="Google Shape;12429;p31"/>
            <p:cNvSpPr/>
            <p:nvPr/>
          </p:nvSpPr>
          <p:spPr>
            <a:xfrm>
              <a:off x="4316400" y="32283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12" y="1"/>
                  </a:moveTo>
                  <a:cubicBezTo>
                    <a:pt x="98" y="1"/>
                    <a:pt x="84" y="3"/>
                    <a:pt x="71" y="9"/>
                  </a:cubicBezTo>
                  <a:cubicBezTo>
                    <a:pt x="17" y="25"/>
                    <a:pt x="1" y="91"/>
                    <a:pt x="17" y="145"/>
                  </a:cubicBezTo>
                  <a:cubicBezTo>
                    <a:pt x="17" y="161"/>
                    <a:pt x="34" y="161"/>
                    <a:pt x="34" y="178"/>
                  </a:cubicBezTo>
                  <a:cubicBezTo>
                    <a:pt x="55" y="199"/>
                    <a:pt x="75" y="208"/>
                    <a:pt x="98" y="208"/>
                  </a:cubicBezTo>
                  <a:cubicBezTo>
                    <a:pt x="115" y="208"/>
                    <a:pt x="134" y="203"/>
                    <a:pt x="157" y="194"/>
                  </a:cubicBezTo>
                  <a:cubicBezTo>
                    <a:pt x="190" y="178"/>
                    <a:pt x="207" y="145"/>
                    <a:pt x="223" y="112"/>
                  </a:cubicBezTo>
                  <a:cubicBezTo>
                    <a:pt x="223" y="91"/>
                    <a:pt x="223" y="75"/>
                    <a:pt x="207" y="58"/>
                  </a:cubicBezTo>
                  <a:cubicBezTo>
                    <a:pt x="195" y="21"/>
                    <a:pt x="153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0" name="Google Shape;12430;p31"/>
            <p:cNvSpPr/>
            <p:nvPr/>
          </p:nvSpPr>
          <p:spPr>
            <a:xfrm>
              <a:off x="4320325" y="32164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9" y="0"/>
                  </a:moveTo>
                  <a:cubicBezTo>
                    <a:pt x="54" y="0"/>
                    <a:pt x="15" y="43"/>
                    <a:pt x="0" y="90"/>
                  </a:cubicBezTo>
                  <a:lnTo>
                    <a:pt x="0" y="139"/>
                  </a:lnTo>
                  <a:cubicBezTo>
                    <a:pt x="17" y="139"/>
                    <a:pt x="17" y="156"/>
                    <a:pt x="17" y="156"/>
                  </a:cubicBezTo>
                  <a:cubicBezTo>
                    <a:pt x="33" y="193"/>
                    <a:pt x="66" y="193"/>
                    <a:pt x="83" y="209"/>
                  </a:cubicBezTo>
                  <a:cubicBezTo>
                    <a:pt x="136" y="209"/>
                    <a:pt x="206" y="176"/>
                    <a:pt x="206" y="123"/>
                  </a:cubicBezTo>
                  <a:cubicBezTo>
                    <a:pt x="206" y="90"/>
                    <a:pt x="206" y="73"/>
                    <a:pt x="186" y="36"/>
                  </a:cubicBezTo>
                  <a:cubicBezTo>
                    <a:pt x="169" y="20"/>
                    <a:pt x="153" y="3"/>
                    <a:pt x="120" y="3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1" name="Google Shape;12431;p31"/>
            <p:cNvSpPr/>
            <p:nvPr/>
          </p:nvSpPr>
          <p:spPr>
            <a:xfrm>
              <a:off x="4314650" y="324207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5" y="0"/>
                  </a:moveTo>
                  <a:cubicBezTo>
                    <a:pt x="77" y="0"/>
                    <a:pt x="48" y="13"/>
                    <a:pt x="21" y="40"/>
                  </a:cubicBezTo>
                  <a:cubicBezTo>
                    <a:pt x="1" y="56"/>
                    <a:pt x="1" y="94"/>
                    <a:pt x="1" y="110"/>
                  </a:cubicBezTo>
                  <a:cubicBezTo>
                    <a:pt x="1" y="127"/>
                    <a:pt x="1" y="127"/>
                    <a:pt x="21" y="143"/>
                  </a:cubicBezTo>
                  <a:cubicBezTo>
                    <a:pt x="21" y="160"/>
                    <a:pt x="38" y="180"/>
                    <a:pt x="38" y="180"/>
                  </a:cubicBezTo>
                  <a:cubicBezTo>
                    <a:pt x="71" y="197"/>
                    <a:pt x="87" y="213"/>
                    <a:pt x="124" y="213"/>
                  </a:cubicBezTo>
                  <a:cubicBezTo>
                    <a:pt x="141" y="197"/>
                    <a:pt x="174" y="197"/>
                    <a:pt x="190" y="160"/>
                  </a:cubicBezTo>
                  <a:cubicBezTo>
                    <a:pt x="207" y="143"/>
                    <a:pt x="207" y="127"/>
                    <a:pt x="207" y="94"/>
                  </a:cubicBezTo>
                  <a:cubicBezTo>
                    <a:pt x="207" y="56"/>
                    <a:pt x="190" y="40"/>
                    <a:pt x="174" y="23"/>
                  </a:cubicBezTo>
                  <a:cubicBezTo>
                    <a:pt x="151" y="9"/>
                    <a:pt x="128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2" name="Google Shape;12432;p31"/>
            <p:cNvSpPr/>
            <p:nvPr/>
          </p:nvSpPr>
          <p:spPr>
            <a:xfrm>
              <a:off x="4325475" y="3252025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13" y="0"/>
                  </a:moveTo>
                  <a:cubicBezTo>
                    <a:pt x="102" y="0"/>
                    <a:pt x="92" y="2"/>
                    <a:pt x="83" y="5"/>
                  </a:cubicBezTo>
                  <a:cubicBezTo>
                    <a:pt x="33" y="38"/>
                    <a:pt x="0" y="91"/>
                    <a:pt x="33" y="141"/>
                  </a:cubicBezTo>
                  <a:cubicBezTo>
                    <a:pt x="47" y="185"/>
                    <a:pt x="86" y="215"/>
                    <a:pt x="136" y="215"/>
                  </a:cubicBezTo>
                  <a:cubicBezTo>
                    <a:pt x="147" y="215"/>
                    <a:pt x="158" y="214"/>
                    <a:pt x="170" y="211"/>
                  </a:cubicBezTo>
                  <a:cubicBezTo>
                    <a:pt x="223" y="174"/>
                    <a:pt x="240" y="124"/>
                    <a:pt x="223" y="71"/>
                  </a:cubicBezTo>
                  <a:cubicBezTo>
                    <a:pt x="210" y="30"/>
                    <a:pt x="160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3" name="Google Shape;12433;p31"/>
            <p:cNvSpPr/>
            <p:nvPr/>
          </p:nvSpPr>
          <p:spPr>
            <a:xfrm>
              <a:off x="4330625" y="32263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67" y="0"/>
                  </a:moveTo>
                  <a:cubicBezTo>
                    <a:pt x="50" y="17"/>
                    <a:pt x="34" y="33"/>
                    <a:pt x="17" y="50"/>
                  </a:cubicBezTo>
                  <a:cubicBezTo>
                    <a:pt x="1" y="66"/>
                    <a:pt x="1" y="103"/>
                    <a:pt x="17" y="136"/>
                  </a:cubicBezTo>
                  <a:cubicBezTo>
                    <a:pt x="31" y="180"/>
                    <a:pt x="67" y="210"/>
                    <a:pt x="118" y="210"/>
                  </a:cubicBezTo>
                  <a:cubicBezTo>
                    <a:pt x="129" y="210"/>
                    <a:pt x="141" y="209"/>
                    <a:pt x="153" y="206"/>
                  </a:cubicBezTo>
                  <a:cubicBezTo>
                    <a:pt x="207" y="169"/>
                    <a:pt x="223" y="120"/>
                    <a:pt x="207" y="66"/>
                  </a:cubicBezTo>
                  <a:cubicBezTo>
                    <a:pt x="186" y="33"/>
                    <a:pt x="170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4" name="Google Shape;12434;p31"/>
            <p:cNvSpPr/>
            <p:nvPr/>
          </p:nvSpPr>
          <p:spPr>
            <a:xfrm>
              <a:off x="4326300" y="323780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3" y="21"/>
                    <a:pt x="0" y="91"/>
                    <a:pt x="17" y="145"/>
                  </a:cubicBezTo>
                  <a:cubicBezTo>
                    <a:pt x="41" y="181"/>
                    <a:pt x="75" y="208"/>
                    <a:pt x="111" y="208"/>
                  </a:cubicBezTo>
                  <a:cubicBezTo>
                    <a:pt x="125" y="208"/>
                    <a:pt x="139" y="204"/>
                    <a:pt x="153" y="194"/>
                  </a:cubicBezTo>
                  <a:cubicBezTo>
                    <a:pt x="207" y="178"/>
                    <a:pt x="240" y="124"/>
                    <a:pt x="223" y="75"/>
                  </a:cubicBezTo>
                  <a:cubicBezTo>
                    <a:pt x="209" y="31"/>
                    <a:pt x="159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5" name="Google Shape;12435;p31"/>
            <p:cNvSpPr/>
            <p:nvPr/>
          </p:nvSpPr>
          <p:spPr>
            <a:xfrm>
              <a:off x="4331450" y="3209850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96" y="0"/>
                  </a:moveTo>
                  <a:cubicBezTo>
                    <a:pt x="64" y="0"/>
                    <a:pt x="35" y="13"/>
                    <a:pt x="17" y="43"/>
                  </a:cubicBezTo>
                  <a:cubicBezTo>
                    <a:pt x="1" y="59"/>
                    <a:pt x="1" y="76"/>
                    <a:pt x="1" y="109"/>
                  </a:cubicBezTo>
                  <a:lnTo>
                    <a:pt x="1" y="129"/>
                  </a:lnTo>
                  <a:cubicBezTo>
                    <a:pt x="17" y="146"/>
                    <a:pt x="17" y="162"/>
                    <a:pt x="34" y="179"/>
                  </a:cubicBezTo>
                  <a:cubicBezTo>
                    <a:pt x="58" y="193"/>
                    <a:pt x="84" y="202"/>
                    <a:pt x="110" y="202"/>
                  </a:cubicBezTo>
                  <a:cubicBezTo>
                    <a:pt x="141" y="202"/>
                    <a:pt x="170" y="189"/>
                    <a:pt x="190" y="162"/>
                  </a:cubicBezTo>
                  <a:cubicBezTo>
                    <a:pt x="223" y="109"/>
                    <a:pt x="223" y="59"/>
                    <a:pt x="174" y="26"/>
                  </a:cubicBezTo>
                  <a:cubicBezTo>
                    <a:pt x="149" y="9"/>
                    <a:pt x="12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6" name="Google Shape;12436;p31"/>
            <p:cNvSpPr/>
            <p:nvPr/>
          </p:nvSpPr>
          <p:spPr>
            <a:xfrm>
              <a:off x="4357225" y="3212875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12" y="0"/>
                  </a:moveTo>
                  <a:cubicBezTo>
                    <a:pt x="98" y="0"/>
                    <a:pt x="83" y="3"/>
                    <a:pt x="70" y="8"/>
                  </a:cubicBezTo>
                  <a:cubicBezTo>
                    <a:pt x="17" y="25"/>
                    <a:pt x="0" y="74"/>
                    <a:pt x="17" y="144"/>
                  </a:cubicBezTo>
                  <a:cubicBezTo>
                    <a:pt x="17" y="144"/>
                    <a:pt x="33" y="161"/>
                    <a:pt x="33" y="177"/>
                  </a:cubicBezTo>
                  <a:cubicBezTo>
                    <a:pt x="59" y="189"/>
                    <a:pt x="83" y="202"/>
                    <a:pt x="112" y="202"/>
                  </a:cubicBezTo>
                  <a:cubicBezTo>
                    <a:pt x="125" y="202"/>
                    <a:pt x="138" y="200"/>
                    <a:pt x="153" y="194"/>
                  </a:cubicBezTo>
                  <a:cubicBezTo>
                    <a:pt x="190" y="177"/>
                    <a:pt x="206" y="144"/>
                    <a:pt x="206" y="111"/>
                  </a:cubicBezTo>
                  <a:cubicBezTo>
                    <a:pt x="223" y="91"/>
                    <a:pt x="206" y="74"/>
                    <a:pt x="206" y="58"/>
                  </a:cubicBezTo>
                  <a:cubicBezTo>
                    <a:pt x="194" y="21"/>
                    <a:pt x="153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7" name="Google Shape;12437;p31"/>
            <p:cNvSpPr/>
            <p:nvPr/>
          </p:nvSpPr>
          <p:spPr>
            <a:xfrm>
              <a:off x="4383825" y="3127525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70" y="0"/>
                  </a:moveTo>
                  <a:cubicBezTo>
                    <a:pt x="54" y="21"/>
                    <a:pt x="37" y="37"/>
                    <a:pt x="17" y="54"/>
                  </a:cubicBezTo>
                  <a:cubicBezTo>
                    <a:pt x="0" y="70"/>
                    <a:pt x="0" y="103"/>
                    <a:pt x="17" y="140"/>
                  </a:cubicBezTo>
                  <a:cubicBezTo>
                    <a:pt x="17" y="173"/>
                    <a:pt x="70" y="206"/>
                    <a:pt x="103" y="206"/>
                  </a:cubicBezTo>
                  <a:lnTo>
                    <a:pt x="1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8" name="Google Shape;12438;p31"/>
            <p:cNvSpPr/>
            <p:nvPr/>
          </p:nvSpPr>
          <p:spPr>
            <a:xfrm>
              <a:off x="4200450" y="3262450"/>
              <a:ext cx="5175" cy="2175"/>
            </a:xfrm>
            <a:custGeom>
              <a:avLst/>
              <a:gdLst/>
              <a:ahLst/>
              <a:cxnLst/>
              <a:rect l="l" t="t" r="r" b="b"/>
              <a:pathLst>
                <a:path w="207" h="87" extrusionOk="0">
                  <a:moveTo>
                    <a:pt x="120" y="0"/>
                  </a:moveTo>
                  <a:cubicBezTo>
                    <a:pt x="70" y="0"/>
                    <a:pt x="33" y="17"/>
                    <a:pt x="0" y="50"/>
                  </a:cubicBezTo>
                  <a:cubicBezTo>
                    <a:pt x="70" y="66"/>
                    <a:pt x="136" y="87"/>
                    <a:pt x="207" y="87"/>
                  </a:cubicBezTo>
                  <a:cubicBezTo>
                    <a:pt x="207" y="87"/>
                    <a:pt x="190" y="66"/>
                    <a:pt x="190" y="50"/>
                  </a:cubicBezTo>
                  <a:cubicBezTo>
                    <a:pt x="174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9" name="Google Shape;12439;p31"/>
            <p:cNvSpPr/>
            <p:nvPr/>
          </p:nvSpPr>
          <p:spPr>
            <a:xfrm>
              <a:off x="4086250" y="3216875"/>
              <a:ext cx="1675" cy="1775"/>
            </a:xfrm>
            <a:custGeom>
              <a:avLst/>
              <a:gdLst/>
              <a:ahLst/>
              <a:cxnLst/>
              <a:rect l="l" t="t" r="r" b="b"/>
              <a:pathLst>
                <a:path w="67" h="71" extrusionOk="0">
                  <a:moveTo>
                    <a:pt x="0" y="1"/>
                  </a:moveTo>
                  <a:lnTo>
                    <a:pt x="0" y="1"/>
                  </a:lnTo>
                  <a:cubicBezTo>
                    <a:pt x="17" y="34"/>
                    <a:pt x="50" y="54"/>
                    <a:pt x="66" y="71"/>
                  </a:cubicBezTo>
                  <a:cubicBezTo>
                    <a:pt x="66" y="54"/>
                    <a:pt x="50" y="34"/>
                    <a:pt x="50" y="34"/>
                  </a:cubicBezTo>
                  <a:cubicBezTo>
                    <a:pt x="33" y="17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0" name="Google Shape;12440;p31"/>
            <p:cNvSpPr/>
            <p:nvPr/>
          </p:nvSpPr>
          <p:spPr>
            <a:xfrm>
              <a:off x="4222400" y="3265425"/>
              <a:ext cx="5175" cy="2600"/>
            </a:xfrm>
            <a:custGeom>
              <a:avLst/>
              <a:gdLst/>
              <a:ahLst/>
              <a:cxnLst/>
              <a:rect l="l" t="t" r="r" b="b"/>
              <a:pathLst>
                <a:path w="207" h="104" extrusionOk="0">
                  <a:moveTo>
                    <a:pt x="120" y="1"/>
                  </a:moveTo>
                  <a:cubicBezTo>
                    <a:pt x="104" y="1"/>
                    <a:pt x="83" y="1"/>
                    <a:pt x="67" y="17"/>
                  </a:cubicBezTo>
                  <a:cubicBezTo>
                    <a:pt x="34" y="17"/>
                    <a:pt x="17" y="50"/>
                    <a:pt x="1" y="71"/>
                  </a:cubicBezTo>
                  <a:cubicBezTo>
                    <a:pt x="67" y="87"/>
                    <a:pt x="137" y="87"/>
                    <a:pt x="207" y="104"/>
                  </a:cubicBezTo>
                  <a:lnTo>
                    <a:pt x="207" y="71"/>
                  </a:lnTo>
                  <a:cubicBezTo>
                    <a:pt x="186" y="34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1" name="Google Shape;12441;p31"/>
            <p:cNvSpPr/>
            <p:nvPr/>
          </p:nvSpPr>
          <p:spPr>
            <a:xfrm>
              <a:off x="4139950" y="3245075"/>
              <a:ext cx="4250" cy="2350"/>
            </a:xfrm>
            <a:custGeom>
              <a:avLst/>
              <a:gdLst/>
              <a:ahLst/>
              <a:cxnLst/>
              <a:rect l="l" t="t" r="r" b="b"/>
              <a:pathLst>
                <a:path w="170" h="94" extrusionOk="0">
                  <a:moveTo>
                    <a:pt x="63" y="0"/>
                  </a:moveTo>
                  <a:cubicBezTo>
                    <a:pt x="48" y="0"/>
                    <a:pt x="33" y="2"/>
                    <a:pt x="17" y="7"/>
                  </a:cubicBezTo>
                  <a:lnTo>
                    <a:pt x="0" y="23"/>
                  </a:lnTo>
                  <a:cubicBezTo>
                    <a:pt x="17" y="40"/>
                    <a:pt x="50" y="40"/>
                    <a:pt x="83" y="60"/>
                  </a:cubicBezTo>
                  <a:cubicBezTo>
                    <a:pt x="120" y="77"/>
                    <a:pt x="136" y="77"/>
                    <a:pt x="169" y="93"/>
                  </a:cubicBezTo>
                  <a:cubicBezTo>
                    <a:pt x="169" y="77"/>
                    <a:pt x="169" y="77"/>
                    <a:pt x="153" y="60"/>
                  </a:cubicBezTo>
                  <a:cubicBezTo>
                    <a:pt x="140" y="20"/>
                    <a:pt x="107" y="0"/>
                    <a:pt x="6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2" name="Google Shape;12442;p31"/>
            <p:cNvSpPr/>
            <p:nvPr/>
          </p:nvSpPr>
          <p:spPr>
            <a:xfrm>
              <a:off x="4299200" y="3262275"/>
              <a:ext cx="5175" cy="4925"/>
            </a:xfrm>
            <a:custGeom>
              <a:avLst/>
              <a:gdLst/>
              <a:ahLst/>
              <a:cxnLst/>
              <a:rect l="l" t="t" r="r" b="b"/>
              <a:pathLst>
                <a:path w="207" h="197" extrusionOk="0">
                  <a:moveTo>
                    <a:pt x="105" y="1"/>
                  </a:moveTo>
                  <a:cubicBezTo>
                    <a:pt x="76" y="1"/>
                    <a:pt x="48" y="13"/>
                    <a:pt x="21" y="40"/>
                  </a:cubicBezTo>
                  <a:cubicBezTo>
                    <a:pt x="0" y="57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0"/>
                    <a:pt x="21" y="176"/>
                    <a:pt x="37" y="176"/>
                  </a:cubicBezTo>
                  <a:lnTo>
                    <a:pt x="54" y="197"/>
                  </a:lnTo>
                  <a:lnTo>
                    <a:pt x="173" y="197"/>
                  </a:lnTo>
                  <a:cubicBezTo>
                    <a:pt x="173" y="176"/>
                    <a:pt x="190" y="176"/>
                    <a:pt x="190" y="176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73"/>
                    <a:pt x="190" y="40"/>
                    <a:pt x="173" y="24"/>
                  </a:cubicBezTo>
                  <a:cubicBezTo>
                    <a:pt x="151" y="9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3" name="Google Shape;12443;p31"/>
            <p:cNvSpPr/>
            <p:nvPr/>
          </p:nvSpPr>
          <p:spPr>
            <a:xfrm>
              <a:off x="4247250" y="3268250"/>
              <a:ext cx="3925" cy="1025"/>
            </a:xfrm>
            <a:custGeom>
              <a:avLst/>
              <a:gdLst/>
              <a:ahLst/>
              <a:cxnLst/>
              <a:rect l="l" t="t" r="r" b="b"/>
              <a:pathLst>
                <a:path w="157" h="41" extrusionOk="0">
                  <a:moveTo>
                    <a:pt x="77" y="1"/>
                  </a:moveTo>
                  <a:cubicBezTo>
                    <a:pt x="64" y="1"/>
                    <a:pt x="51" y="3"/>
                    <a:pt x="37" y="7"/>
                  </a:cubicBezTo>
                  <a:cubicBezTo>
                    <a:pt x="37" y="24"/>
                    <a:pt x="17" y="24"/>
                    <a:pt x="0" y="40"/>
                  </a:cubicBezTo>
                  <a:lnTo>
                    <a:pt x="157" y="40"/>
                  </a:lnTo>
                  <a:cubicBezTo>
                    <a:pt x="145" y="16"/>
                    <a:pt x="113" y="1"/>
                    <a:pt x="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4" name="Google Shape;12444;p31"/>
            <p:cNvSpPr/>
            <p:nvPr/>
          </p:nvSpPr>
          <p:spPr>
            <a:xfrm>
              <a:off x="4382175" y="3204400"/>
              <a:ext cx="4250" cy="5100"/>
            </a:xfrm>
            <a:custGeom>
              <a:avLst/>
              <a:gdLst/>
              <a:ahLst/>
              <a:cxnLst/>
              <a:rect l="l" t="t" r="r" b="b"/>
              <a:pathLst>
                <a:path w="170" h="204" extrusionOk="0">
                  <a:moveTo>
                    <a:pt x="83" y="1"/>
                  </a:moveTo>
                  <a:cubicBezTo>
                    <a:pt x="33" y="17"/>
                    <a:pt x="0" y="87"/>
                    <a:pt x="33" y="141"/>
                  </a:cubicBezTo>
                  <a:cubicBezTo>
                    <a:pt x="45" y="177"/>
                    <a:pt x="76" y="204"/>
                    <a:pt x="117" y="204"/>
                  </a:cubicBezTo>
                  <a:cubicBezTo>
                    <a:pt x="133" y="204"/>
                    <a:pt x="151" y="200"/>
                    <a:pt x="169" y="191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5" name="Google Shape;12445;p31"/>
            <p:cNvSpPr/>
            <p:nvPr/>
          </p:nvSpPr>
          <p:spPr>
            <a:xfrm>
              <a:off x="4276925" y="3256350"/>
              <a:ext cx="5175" cy="5425"/>
            </a:xfrm>
            <a:custGeom>
              <a:avLst/>
              <a:gdLst/>
              <a:ahLst/>
              <a:cxnLst/>
              <a:rect l="l" t="t" r="r" b="b"/>
              <a:pathLst>
                <a:path w="207" h="217" extrusionOk="0">
                  <a:moveTo>
                    <a:pt x="87" y="1"/>
                  </a:moveTo>
                  <a:cubicBezTo>
                    <a:pt x="67" y="1"/>
                    <a:pt x="34" y="21"/>
                    <a:pt x="17" y="38"/>
                  </a:cubicBezTo>
                  <a:cubicBezTo>
                    <a:pt x="1" y="71"/>
                    <a:pt x="1" y="87"/>
                    <a:pt x="1" y="124"/>
                  </a:cubicBezTo>
                  <a:lnTo>
                    <a:pt x="1" y="141"/>
                  </a:lnTo>
                  <a:cubicBezTo>
                    <a:pt x="17" y="157"/>
                    <a:pt x="17" y="174"/>
                    <a:pt x="34" y="190"/>
                  </a:cubicBezTo>
                  <a:cubicBezTo>
                    <a:pt x="58" y="207"/>
                    <a:pt x="81" y="217"/>
                    <a:pt x="105" y="217"/>
                  </a:cubicBezTo>
                  <a:cubicBezTo>
                    <a:pt x="133" y="217"/>
                    <a:pt x="161" y="203"/>
                    <a:pt x="190" y="174"/>
                  </a:cubicBezTo>
                  <a:cubicBezTo>
                    <a:pt x="207" y="157"/>
                    <a:pt x="207" y="124"/>
                    <a:pt x="207" y="104"/>
                  </a:cubicBezTo>
                  <a:cubicBezTo>
                    <a:pt x="207" y="71"/>
                    <a:pt x="190" y="54"/>
                    <a:pt x="170" y="38"/>
                  </a:cubicBezTo>
                  <a:cubicBezTo>
                    <a:pt x="137" y="2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6" name="Google Shape;12446;p31"/>
            <p:cNvSpPr/>
            <p:nvPr/>
          </p:nvSpPr>
          <p:spPr>
            <a:xfrm>
              <a:off x="4376500" y="3180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7" y="0"/>
                  </a:moveTo>
                  <a:cubicBezTo>
                    <a:pt x="59" y="0"/>
                    <a:pt x="34" y="28"/>
                    <a:pt x="21" y="58"/>
                  </a:cubicBezTo>
                  <a:cubicBezTo>
                    <a:pt x="0" y="75"/>
                    <a:pt x="0" y="75"/>
                    <a:pt x="0" y="91"/>
                  </a:cubicBezTo>
                  <a:lnTo>
                    <a:pt x="0" y="141"/>
                  </a:lnTo>
                  <a:cubicBezTo>
                    <a:pt x="21" y="161"/>
                    <a:pt x="37" y="178"/>
                    <a:pt x="70" y="194"/>
                  </a:cubicBezTo>
                  <a:cubicBezTo>
                    <a:pt x="70" y="194"/>
                    <a:pt x="87" y="194"/>
                    <a:pt x="87" y="211"/>
                  </a:cubicBezTo>
                  <a:cubicBezTo>
                    <a:pt x="157" y="211"/>
                    <a:pt x="206" y="178"/>
                    <a:pt x="206" y="108"/>
                  </a:cubicBezTo>
                  <a:cubicBezTo>
                    <a:pt x="206" y="91"/>
                    <a:pt x="206" y="58"/>
                    <a:pt x="190" y="38"/>
                  </a:cubicBezTo>
                  <a:cubicBezTo>
                    <a:pt x="173" y="21"/>
                    <a:pt x="157" y="5"/>
                    <a:pt x="124" y="5"/>
                  </a:cubicBezTo>
                  <a:cubicBezTo>
                    <a:pt x="114" y="2"/>
                    <a:pt x="105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7" name="Google Shape;12447;p31"/>
            <p:cNvSpPr/>
            <p:nvPr/>
          </p:nvSpPr>
          <p:spPr>
            <a:xfrm>
              <a:off x="4372675" y="3195275"/>
              <a:ext cx="5175" cy="4925"/>
            </a:xfrm>
            <a:custGeom>
              <a:avLst/>
              <a:gdLst/>
              <a:ahLst/>
              <a:cxnLst/>
              <a:rect l="l" t="t" r="r" b="b"/>
              <a:pathLst>
                <a:path w="207" h="197" extrusionOk="0">
                  <a:moveTo>
                    <a:pt x="97" y="1"/>
                  </a:moveTo>
                  <a:cubicBezTo>
                    <a:pt x="65" y="1"/>
                    <a:pt x="35" y="13"/>
                    <a:pt x="17" y="40"/>
                  </a:cubicBezTo>
                  <a:cubicBezTo>
                    <a:pt x="1" y="57"/>
                    <a:pt x="1" y="73"/>
                    <a:pt x="1" y="110"/>
                  </a:cubicBezTo>
                  <a:lnTo>
                    <a:pt x="1" y="127"/>
                  </a:lnTo>
                  <a:cubicBezTo>
                    <a:pt x="17" y="143"/>
                    <a:pt x="17" y="160"/>
                    <a:pt x="34" y="176"/>
                  </a:cubicBezTo>
                  <a:cubicBezTo>
                    <a:pt x="50" y="197"/>
                    <a:pt x="87" y="197"/>
                    <a:pt x="120" y="197"/>
                  </a:cubicBezTo>
                  <a:cubicBezTo>
                    <a:pt x="137" y="197"/>
                    <a:pt x="174" y="176"/>
                    <a:pt x="190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2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8" name="Google Shape;12448;p31"/>
            <p:cNvSpPr/>
            <p:nvPr/>
          </p:nvSpPr>
          <p:spPr>
            <a:xfrm>
              <a:off x="4205200" y="32160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36" y="1"/>
                  </a:moveTo>
                  <a:cubicBezTo>
                    <a:pt x="103" y="1"/>
                    <a:pt x="70" y="17"/>
                    <a:pt x="33" y="34"/>
                  </a:cubicBezTo>
                  <a:cubicBezTo>
                    <a:pt x="17" y="50"/>
                    <a:pt x="17" y="67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33" y="170"/>
                    <a:pt x="50" y="207"/>
                    <a:pt x="103" y="207"/>
                  </a:cubicBezTo>
                  <a:cubicBezTo>
                    <a:pt x="153" y="207"/>
                    <a:pt x="206" y="170"/>
                    <a:pt x="223" y="120"/>
                  </a:cubicBezTo>
                  <a:cubicBezTo>
                    <a:pt x="223" y="104"/>
                    <a:pt x="223" y="67"/>
                    <a:pt x="206" y="50"/>
                  </a:cubicBezTo>
                  <a:cubicBezTo>
                    <a:pt x="190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9" name="Google Shape;12449;p31"/>
            <p:cNvSpPr/>
            <p:nvPr/>
          </p:nvSpPr>
          <p:spPr>
            <a:xfrm>
              <a:off x="4368775" y="3222775"/>
              <a:ext cx="5675" cy="5250"/>
            </a:xfrm>
            <a:custGeom>
              <a:avLst/>
              <a:gdLst/>
              <a:ahLst/>
              <a:cxnLst/>
              <a:rect l="l" t="t" r="r" b="b"/>
              <a:pathLst>
                <a:path w="227" h="210" extrusionOk="0">
                  <a:moveTo>
                    <a:pt x="115" y="1"/>
                  </a:moveTo>
                  <a:cubicBezTo>
                    <a:pt x="58" y="1"/>
                    <a:pt x="21" y="47"/>
                    <a:pt x="21" y="90"/>
                  </a:cubicBezTo>
                  <a:cubicBezTo>
                    <a:pt x="0" y="107"/>
                    <a:pt x="21" y="128"/>
                    <a:pt x="21" y="144"/>
                  </a:cubicBezTo>
                  <a:cubicBezTo>
                    <a:pt x="37" y="177"/>
                    <a:pt x="54" y="210"/>
                    <a:pt x="103" y="210"/>
                  </a:cubicBezTo>
                  <a:cubicBezTo>
                    <a:pt x="157" y="210"/>
                    <a:pt x="206" y="177"/>
                    <a:pt x="227" y="128"/>
                  </a:cubicBezTo>
                  <a:cubicBezTo>
                    <a:pt x="227" y="90"/>
                    <a:pt x="227" y="74"/>
                    <a:pt x="206" y="41"/>
                  </a:cubicBezTo>
                  <a:cubicBezTo>
                    <a:pt x="190" y="24"/>
                    <a:pt x="157" y="4"/>
                    <a:pt x="140" y="4"/>
                  </a:cubicBezTo>
                  <a:cubicBezTo>
                    <a:pt x="131" y="2"/>
                    <a:pt x="123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0" name="Google Shape;12450;p31"/>
            <p:cNvSpPr/>
            <p:nvPr/>
          </p:nvSpPr>
          <p:spPr>
            <a:xfrm>
              <a:off x="4364125" y="31709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67" y="1"/>
                    <a:pt x="17" y="38"/>
                    <a:pt x="1" y="88"/>
                  </a:cubicBezTo>
                  <a:cubicBezTo>
                    <a:pt x="1" y="104"/>
                    <a:pt x="1" y="120"/>
                    <a:pt x="17" y="141"/>
                  </a:cubicBezTo>
                  <a:lnTo>
                    <a:pt x="17" y="174"/>
                  </a:lnTo>
                  <a:cubicBezTo>
                    <a:pt x="34" y="191"/>
                    <a:pt x="67" y="207"/>
                    <a:pt x="83" y="207"/>
                  </a:cubicBezTo>
                  <a:cubicBezTo>
                    <a:pt x="92" y="209"/>
                    <a:pt x="101" y="210"/>
                    <a:pt x="110" y="210"/>
                  </a:cubicBezTo>
                  <a:cubicBezTo>
                    <a:pt x="166" y="210"/>
                    <a:pt x="207" y="167"/>
                    <a:pt x="207" y="120"/>
                  </a:cubicBezTo>
                  <a:cubicBezTo>
                    <a:pt x="223" y="104"/>
                    <a:pt x="207" y="71"/>
                    <a:pt x="186" y="55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1" name="Google Shape;12451;p31"/>
            <p:cNvSpPr/>
            <p:nvPr/>
          </p:nvSpPr>
          <p:spPr>
            <a:xfrm>
              <a:off x="4378650" y="3153175"/>
              <a:ext cx="6125" cy="5425"/>
            </a:xfrm>
            <a:custGeom>
              <a:avLst/>
              <a:gdLst/>
              <a:ahLst/>
              <a:cxnLst/>
              <a:rect l="l" t="t" r="r" b="b"/>
              <a:pathLst>
                <a:path w="245" h="217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8" y="42"/>
                    <a:pt x="1" y="91"/>
                    <a:pt x="38" y="145"/>
                  </a:cubicBezTo>
                  <a:cubicBezTo>
                    <a:pt x="51" y="185"/>
                    <a:pt x="86" y="217"/>
                    <a:pt x="127" y="217"/>
                  </a:cubicBezTo>
                  <a:cubicBezTo>
                    <a:pt x="137" y="217"/>
                    <a:pt x="147" y="215"/>
                    <a:pt x="158" y="211"/>
                  </a:cubicBezTo>
                  <a:cubicBezTo>
                    <a:pt x="224" y="178"/>
                    <a:pt x="244" y="129"/>
                    <a:pt x="224" y="75"/>
                  </a:cubicBezTo>
                  <a:cubicBezTo>
                    <a:pt x="210" y="34"/>
                    <a:pt x="16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2" name="Google Shape;12452;p31"/>
            <p:cNvSpPr/>
            <p:nvPr/>
          </p:nvSpPr>
          <p:spPr>
            <a:xfrm>
              <a:off x="4379575" y="3139050"/>
              <a:ext cx="6025" cy="5200"/>
            </a:xfrm>
            <a:custGeom>
              <a:avLst/>
              <a:gdLst/>
              <a:ahLst/>
              <a:cxnLst/>
              <a:rect l="l" t="t" r="r" b="b"/>
              <a:pathLst>
                <a:path w="241" h="208" extrusionOk="0">
                  <a:moveTo>
                    <a:pt x="111" y="1"/>
                  </a:moveTo>
                  <a:cubicBezTo>
                    <a:pt x="102" y="1"/>
                    <a:pt x="93" y="2"/>
                    <a:pt x="83" y="5"/>
                  </a:cubicBezTo>
                  <a:cubicBezTo>
                    <a:pt x="34" y="22"/>
                    <a:pt x="1" y="92"/>
                    <a:pt x="17" y="141"/>
                  </a:cubicBezTo>
                  <a:cubicBezTo>
                    <a:pt x="41" y="180"/>
                    <a:pt x="76" y="208"/>
                    <a:pt x="112" y="208"/>
                  </a:cubicBezTo>
                  <a:cubicBezTo>
                    <a:pt x="126" y="208"/>
                    <a:pt x="140" y="204"/>
                    <a:pt x="154" y="195"/>
                  </a:cubicBezTo>
                  <a:cubicBezTo>
                    <a:pt x="207" y="178"/>
                    <a:pt x="240" y="125"/>
                    <a:pt x="224" y="75"/>
                  </a:cubicBezTo>
                  <a:cubicBezTo>
                    <a:pt x="193" y="31"/>
                    <a:pt x="15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3" name="Google Shape;12453;p31"/>
            <p:cNvSpPr/>
            <p:nvPr/>
          </p:nvSpPr>
          <p:spPr>
            <a:xfrm>
              <a:off x="4377000" y="3166150"/>
              <a:ext cx="5200" cy="5275"/>
            </a:xfrm>
            <a:custGeom>
              <a:avLst/>
              <a:gdLst/>
              <a:ahLst/>
              <a:cxnLst/>
              <a:rect l="l" t="t" r="r" b="b"/>
              <a:pathLst>
                <a:path w="208" h="211" extrusionOk="0">
                  <a:moveTo>
                    <a:pt x="105" y="1"/>
                  </a:moveTo>
                  <a:cubicBezTo>
                    <a:pt x="71" y="1"/>
                    <a:pt x="37" y="16"/>
                    <a:pt x="17" y="38"/>
                  </a:cubicBezTo>
                  <a:cubicBezTo>
                    <a:pt x="1" y="71"/>
                    <a:pt x="1" y="88"/>
                    <a:pt x="1" y="125"/>
                  </a:cubicBezTo>
                  <a:lnTo>
                    <a:pt x="1" y="141"/>
                  </a:lnTo>
                  <a:cubicBezTo>
                    <a:pt x="17" y="158"/>
                    <a:pt x="17" y="174"/>
                    <a:pt x="34" y="191"/>
                  </a:cubicBezTo>
                  <a:cubicBezTo>
                    <a:pt x="53" y="205"/>
                    <a:pt x="74" y="211"/>
                    <a:pt x="96" y="211"/>
                  </a:cubicBezTo>
                  <a:cubicBezTo>
                    <a:pt x="131" y="211"/>
                    <a:pt x="166" y="195"/>
                    <a:pt x="186" y="174"/>
                  </a:cubicBezTo>
                  <a:cubicBezTo>
                    <a:pt x="207" y="158"/>
                    <a:pt x="207" y="125"/>
                    <a:pt x="207" y="88"/>
                  </a:cubicBezTo>
                  <a:cubicBezTo>
                    <a:pt x="207" y="71"/>
                    <a:pt x="186" y="38"/>
                    <a:pt x="170" y="22"/>
                  </a:cubicBezTo>
                  <a:cubicBezTo>
                    <a:pt x="150" y="7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4" name="Google Shape;12454;p31"/>
            <p:cNvSpPr/>
            <p:nvPr/>
          </p:nvSpPr>
          <p:spPr>
            <a:xfrm>
              <a:off x="4362375" y="318512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37" y="1"/>
                  </a:moveTo>
                  <a:cubicBezTo>
                    <a:pt x="104" y="1"/>
                    <a:pt x="71" y="1"/>
                    <a:pt x="50" y="17"/>
                  </a:cubicBezTo>
                  <a:cubicBezTo>
                    <a:pt x="33" y="34"/>
                    <a:pt x="17" y="50"/>
                    <a:pt x="17" y="87"/>
                  </a:cubicBezTo>
                  <a:cubicBezTo>
                    <a:pt x="0" y="104"/>
                    <a:pt x="17" y="120"/>
                    <a:pt x="17" y="137"/>
                  </a:cubicBezTo>
                  <a:cubicBezTo>
                    <a:pt x="17" y="137"/>
                    <a:pt x="17" y="153"/>
                    <a:pt x="33" y="153"/>
                  </a:cubicBezTo>
                  <a:cubicBezTo>
                    <a:pt x="50" y="191"/>
                    <a:pt x="71" y="191"/>
                    <a:pt x="104" y="207"/>
                  </a:cubicBezTo>
                  <a:cubicBezTo>
                    <a:pt x="153" y="207"/>
                    <a:pt x="207" y="170"/>
                    <a:pt x="223" y="120"/>
                  </a:cubicBezTo>
                  <a:cubicBezTo>
                    <a:pt x="223" y="87"/>
                    <a:pt x="223" y="50"/>
                    <a:pt x="207" y="34"/>
                  </a:cubicBezTo>
                  <a:cubicBezTo>
                    <a:pt x="190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5" name="Google Shape;12455;p31"/>
            <p:cNvSpPr/>
            <p:nvPr/>
          </p:nvSpPr>
          <p:spPr>
            <a:xfrm>
              <a:off x="4370925" y="32073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14" y="0"/>
                  </a:moveTo>
                  <a:cubicBezTo>
                    <a:pt x="105" y="0"/>
                    <a:pt x="96" y="2"/>
                    <a:pt x="87" y="4"/>
                  </a:cubicBezTo>
                  <a:cubicBezTo>
                    <a:pt x="38" y="42"/>
                    <a:pt x="1" y="91"/>
                    <a:pt x="38" y="145"/>
                  </a:cubicBezTo>
                  <a:cubicBezTo>
                    <a:pt x="38" y="161"/>
                    <a:pt x="38" y="178"/>
                    <a:pt x="54" y="178"/>
                  </a:cubicBezTo>
                  <a:cubicBezTo>
                    <a:pt x="87" y="211"/>
                    <a:pt x="120" y="211"/>
                    <a:pt x="157" y="211"/>
                  </a:cubicBezTo>
                  <a:cubicBezTo>
                    <a:pt x="207" y="194"/>
                    <a:pt x="223" y="161"/>
                    <a:pt x="223" y="108"/>
                  </a:cubicBezTo>
                  <a:lnTo>
                    <a:pt x="223" y="75"/>
                  </a:lnTo>
                  <a:cubicBezTo>
                    <a:pt x="210" y="33"/>
                    <a:pt x="161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6" name="Google Shape;12456;p31"/>
            <p:cNvSpPr/>
            <p:nvPr/>
          </p:nvSpPr>
          <p:spPr>
            <a:xfrm>
              <a:off x="4236100" y="3258825"/>
              <a:ext cx="5600" cy="5150"/>
            </a:xfrm>
            <a:custGeom>
              <a:avLst/>
              <a:gdLst/>
              <a:ahLst/>
              <a:cxnLst/>
              <a:rect l="l" t="t" r="r" b="b"/>
              <a:pathLst>
                <a:path w="224" h="206" extrusionOk="0">
                  <a:moveTo>
                    <a:pt x="112" y="1"/>
                  </a:moveTo>
                  <a:cubicBezTo>
                    <a:pt x="104" y="1"/>
                    <a:pt x="96" y="2"/>
                    <a:pt x="87" y="5"/>
                  </a:cubicBezTo>
                  <a:cubicBezTo>
                    <a:pt x="34" y="25"/>
                    <a:pt x="1" y="91"/>
                    <a:pt x="17" y="145"/>
                  </a:cubicBezTo>
                  <a:cubicBezTo>
                    <a:pt x="34" y="162"/>
                    <a:pt x="34" y="178"/>
                    <a:pt x="50" y="178"/>
                  </a:cubicBezTo>
                  <a:cubicBezTo>
                    <a:pt x="72" y="197"/>
                    <a:pt x="92" y="205"/>
                    <a:pt x="112" y="205"/>
                  </a:cubicBezTo>
                  <a:cubicBezTo>
                    <a:pt x="126" y="205"/>
                    <a:pt x="140" y="201"/>
                    <a:pt x="153" y="195"/>
                  </a:cubicBezTo>
                  <a:cubicBezTo>
                    <a:pt x="191" y="195"/>
                    <a:pt x="224" y="162"/>
                    <a:pt x="224" y="108"/>
                  </a:cubicBezTo>
                  <a:lnTo>
                    <a:pt x="224" y="75"/>
                  </a:lnTo>
                  <a:cubicBezTo>
                    <a:pt x="196" y="34"/>
                    <a:pt x="154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7" name="Google Shape;12457;p31"/>
            <p:cNvSpPr/>
            <p:nvPr/>
          </p:nvSpPr>
          <p:spPr>
            <a:xfrm>
              <a:off x="4240850" y="3227925"/>
              <a:ext cx="6000" cy="5400"/>
            </a:xfrm>
            <a:custGeom>
              <a:avLst/>
              <a:gdLst/>
              <a:ahLst/>
              <a:cxnLst/>
              <a:rect l="l" t="t" r="r" b="b"/>
              <a:pathLst>
                <a:path w="240" h="216" extrusionOk="0">
                  <a:moveTo>
                    <a:pt x="113" y="0"/>
                  </a:moveTo>
                  <a:cubicBezTo>
                    <a:pt x="104" y="0"/>
                    <a:pt x="95" y="1"/>
                    <a:pt x="87" y="4"/>
                  </a:cubicBezTo>
                  <a:cubicBezTo>
                    <a:pt x="34" y="41"/>
                    <a:pt x="1" y="91"/>
                    <a:pt x="34" y="144"/>
                  </a:cubicBezTo>
                  <a:cubicBezTo>
                    <a:pt x="47" y="184"/>
                    <a:pt x="84" y="216"/>
                    <a:pt x="133" y="216"/>
                  </a:cubicBezTo>
                  <a:cubicBezTo>
                    <a:pt x="145" y="216"/>
                    <a:pt x="157" y="214"/>
                    <a:pt x="170" y="210"/>
                  </a:cubicBezTo>
                  <a:cubicBezTo>
                    <a:pt x="223" y="177"/>
                    <a:pt x="240" y="128"/>
                    <a:pt x="223" y="74"/>
                  </a:cubicBezTo>
                  <a:cubicBezTo>
                    <a:pt x="209" y="33"/>
                    <a:pt x="15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8" name="Google Shape;12458;p31"/>
            <p:cNvSpPr/>
            <p:nvPr/>
          </p:nvSpPr>
          <p:spPr>
            <a:xfrm>
              <a:off x="4239925" y="32469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4" y="1"/>
                  </a:moveTo>
                  <a:cubicBezTo>
                    <a:pt x="71" y="1"/>
                    <a:pt x="21" y="34"/>
                    <a:pt x="21" y="87"/>
                  </a:cubicBezTo>
                  <a:cubicBezTo>
                    <a:pt x="0" y="104"/>
                    <a:pt x="0" y="120"/>
                    <a:pt x="21" y="137"/>
                  </a:cubicBezTo>
                  <a:cubicBezTo>
                    <a:pt x="21" y="153"/>
                    <a:pt x="21" y="153"/>
                    <a:pt x="38" y="153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57" y="207"/>
                    <a:pt x="207" y="170"/>
                    <a:pt x="227" y="120"/>
                  </a:cubicBezTo>
                  <a:cubicBezTo>
                    <a:pt x="227" y="87"/>
                    <a:pt x="207" y="67"/>
                    <a:pt x="190" y="34"/>
                  </a:cubicBezTo>
                  <a:cubicBezTo>
                    <a:pt x="190" y="17"/>
                    <a:pt x="157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9" name="Google Shape;12459;p31"/>
            <p:cNvSpPr/>
            <p:nvPr/>
          </p:nvSpPr>
          <p:spPr>
            <a:xfrm>
              <a:off x="4231375" y="320752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23" y="1"/>
                  </a:moveTo>
                  <a:cubicBezTo>
                    <a:pt x="107" y="1"/>
                    <a:pt x="89" y="6"/>
                    <a:pt x="70" y="16"/>
                  </a:cubicBezTo>
                  <a:cubicBezTo>
                    <a:pt x="17" y="33"/>
                    <a:pt x="0" y="82"/>
                    <a:pt x="17" y="136"/>
                  </a:cubicBezTo>
                  <a:cubicBezTo>
                    <a:pt x="29" y="185"/>
                    <a:pt x="72" y="209"/>
                    <a:pt x="115" y="209"/>
                  </a:cubicBezTo>
                  <a:cubicBezTo>
                    <a:pt x="129" y="209"/>
                    <a:pt x="144" y="207"/>
                    <a:pt x="157" y="202"/>
                  </a:cubicBezTo>
                  <a:cubicBezTo>
                    <a:pt x="206" y="185"/>
                    <a:pt x="239" y="119"/>
                    <a:pt x="206" y="66"/>
                  </a:cubicBezTo>
                  <a:cubicBezTo>
                    <a:pt x="195" y="30"/>
                    <a:pt x="164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0" name="Google Shape;12460;p31"/>
            <p:cNvSpPr/>
            <p:nvPr/>
          </p:nvSpPr>
          <p:spPr>
            <a:xfrm>
              <a:off x="4250225" y="3256875"/>
              <a:ext cx="6100" cy="5275"/>
            </a:xfrm>
            <a:custGeom>
              <a:avLst/>
              <a:gdLst/>
              <a:ahLst/>
              <a:cxnLst/>
              <a:rect l="l" t="t" r="r" b="b"/>
              <a:pathLst>
                <a:path w="244" h="211" extrusionOk="0">
                  <a:moveTo>
                    <a:pt x="87" y="0"/>
                  </a:moveTo>
                  <a:cubicBezTo>
                    <a:pt x="54" y="17"/>
                    <a:pt x="38" y="33"/>
                    <a:pt x="38" y="50"/>
                  </a:cubicBezTo>
                  <a:cubicBezTo>
                    <a:pt x="21" y="83"/>
                    <a:pt x="1" y="120"/>
                    <a:pt x="21" y="136"/>
                  </a:cubicBezTo>
                  <a:cubicBezTo>
                    <a:pt x="35" y="178"/>
                    <a:pt x="83" y="211"/>
                    <a:pt x="130" y="211"/>
                  </a:cubicBezTo>
                  <a:cubicBezTo>
                    <a:pt x="139" y="211"/>
                    <a:pt x="149" y="209"/>
                    <a:pt x="157" y="207"/>
                  </a:cubicBezTo>
                  <a:cubicBezTo>
                    <a:pt x="207" y="186"/>
                    <a:pt x="244" y="120"/>
                    <a:pt x="228" y="66"/>
                  </a:cubicBezTo>
                  <a:cubicBezTo>
                    <a:pt x="207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1" name="Google Shape;12461;p31"/>
            <p:cNvSpPr/>
            <p:nvPr/>
          </p:nvSpPr>
          <p:spPr>
            <a:xfrm>
              <a:off x="4230550" y="323565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99" y="0"/>
                  </a:moveTo>
                  <a:cubicBezTo>
                    <a:pt x="89" y="0"/>
                    <a:pt x="78" y="2"/>
                    <a:pt x="66" y="4"/>
                  </a:cubicBezTo>
                  <a:cubicBezTo>
                    <a:pt x="17" y="25"/>
                    <a:pt x="0" y="91"/>
                    <a:pt x="17" y="144"/>
                  </a:cubicBezTo>
                  <a:cubicBezTo>
                    <a:pt x="29" y="180"/>
                    <a:pt x="68" y="209"/>
                    <a:pt x="107" y="209"/>
                  </a:cubicBezTo>
                  <a:cubicBezTo>
                    <a:pt x="123" y="209"/>
                    <a:pt x="139" y="204"/>
                    <a:pt x="153" y="194"/>
                  </a:cubicBezTo>
                  <a:cubicBezTo>
                    <a:pt x="206" y="177"/>
                    <a:pt x="239" y="128"/>
                    <a:pt x="206" y="74"/>
                  </a:cubicBezTo>
                  <a:cubicBezTo>
                    <a:pt x="193" y="33"/>
                    <a:pt x="153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2" name="Google Shape;12462;p31"/>
            <p:cNvSpPr/>
            <p:nvPr/>
          </p:nvSpPr>
          <p:spPr>
            <a:xfrm>
              <a:off x="4251150" y="3240325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11" y="1"/>
                  </a:moveTo>
                  <a:cubicBezTo>
                    <a:pt x="82" y="1"/>
                    <a:pt x="52" y="14"/>
                    <a:pt x="34" y="44"/>
                  </a:cubicBezTo>
                  <a:cubicBezTo>
                    <a:pt x="17" y="60"/>
                    <a:pt x="1" y="77"/>
                    <a:pt x="1" y="110"/>
                  </a:cubicBezTo>
                  <a:cubicBezTo>
                    <a:pt x="17" y="126"/>
                    <a:pt x="17" y="126"/>
                    <a:pt x="17" y="147"/>
                  </a:cubicBezTo>
                  <a:cubicBezTo>
                    <a:pt x="17" y="164"/>
                    <a:pt x="34" y="164"/>
                    <a:pt x="50" y="180"/>
                  </a:cubicBezTo>
                  <a:cubicBezTo>
                    <a:pt x="67" y="195"/>
                    <a:pt x="90" y="203"/>
                    <a:pt x="113" y="203"/>
                  </a:cubicBezTo>
                  <a:cubicBezTo>
                    <a:pt x="141" y="203"/>
                    <a:pt x="170" y="191"/>
                    <a:pt x="191" y="164"/>
                  </a:cubicBezTo>
                  <a:cubicBezTo>
                    <a:pt x="223" y="126"/>
                    <a:pt x="223" y="60"/>
                    <a:pt x="170" y="23"/>
                  </a:cubicBezTo>
                  <a:cubicBezTo>
                    <a:pt x="155" y="9"/>
                    <a:pt x="134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3" name="Google Shape;12463;p31"/>
            <p:cNvSpPr/>
            <p:nvPr/>
          </p:nvSpPr>
          <p:spPr>
            <a:xfrm>
              <a:off x="4243425" y="32146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3" y="1"/>
                  </a:moveTo>
                  <a:cubicBezTo>
                    <a:pt x="51" y="1"/>
                    <a:pt x="17" y="34"/>
                    <a:pt x="17" y="92"/>
                  </a:cubicBezTo>
                  <a:cubicBezTo>
                    <a:pt x="1" y="108"/>
                    <a:pt x="1" y="125"/>
                    <a:pt x="17" y="145"/>
                  </a:cubicBezTo>
                  <a:cubicBezTo>
                    <a:pt x="17" y="145"/>
                    <a:pt x="17" y="162"/>
                    <a:pt x="34" y="162"/>
                  </a:cubicBezTo>
                  <a:cubicBezTo>
                    <a:pt x="50" y="178"/>
                    <a:pt x="67" y="195"/>
                    <a:pt x="104" y="211"/>
                  </a:cubicBezTo>
                  <a:cubicBezTo>
                    <a:pt x="153" y="211"/>
                    <a:pt x="207" y="178"/>
                    <a:pt x="223" y="125"/>
                  </a:cubicBezTo>
                  <a:cubicBezTo>
                    <a:pt x="223" y="92"/>
                    <a:pt x="207" y="59"/>
                    <a:pt x="207" y="42"/>
                  </a:cubicBezTo>
                  <a:cubicBezTo>
                    <a:pt x="190" y="22"/>
                    <a:pt x="153" y="5"/>
                    <a:pt x="137" y="5"/>
                  </a:cubicBezTo>
                  <a:cubicBezTo>
                    <a:pt x="125" y="2"/>
                    <a:pt x="11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4" name="Google Shape;12464;p31"/>
            <p:cNvSpPr/>
            <p:nvPr/>
          </p:nvSpPr>
          <p:spPr>
            <a:xfrm>
              <a:off x="4247650" y="3201725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97" y="1"/>
                  </a:moveTo>
                  <a:cubicBezTo>
                    <a:pt x="55" y="1"/>
                    <a:pt x="18" y="33"/>
                    <a:pt x="1" y="91"/>
                  </a:cubicBezTo>
                  <a:lnTo>
                    <a:pt x="1" y="145"/>
                  </a:lnTo>
                  <a:cubicBezTo>
                    <a:pt x="21" y="145"/>
                    <a:pt x="21" y="161"/>
                    <a:pt x="21" y="161"/>
                  </a:cubicBezTo>
                  <a:cubicBezTo>
                    <a:pt x="38" y="178"/>
                    <a:pt x="71" y="194"/>
                    <a:pt x="87" y="211"/>
                  </a:cubicBezTo>
                  <a:cubicBezTo>
                    <a:pt x="124" y="211"/>
                    <a:pt x="141" y="194"/>
                    <a:pt x="174" y="178"/>
                  </a:cubicBezTo>
                  <a:cubicBezTo>
                    <a:pt x="190" y="178"/>
                    <a:pt x="207" y="145"/>
                    <a:pt x="207" y="124"/>
                  </a:cubicBezTo>
                  <a:cubicBezTo>
                    <a:pt x="227" y="58"/>
                    <a:pt x="174" y="5"/>
                    <a:pt x="124" y="5"/>
                  </a:cubicBezTo>
                  <a:cubicBezTo>
                    <a:pt x="115" y="2"/>
                    <a:pt x="106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5" name="Google Shape;12465;p31"/>
            <p:cNvSpPr/>
            <p:nvPr/>
          </p:nvSpPr>
          <p:spPr>
            <a:xfrm>
              <a:off x="4216325" y="32418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70" y="0"/>
                    <a:pt x="37" y="17"/>
                    <a:pt x="17" y="66"/>
                  </a:cubicBezTo>
                  <a:cubicBezTo>
                    <a:pt x="0" y="66"/>
                    <a:pt x="0" y="66"/>
                    <a:pt x="0" y="87"/>
                  </a:cubicBezTo>
                  <a:lnTo>
                    <a:pt x="0" y="137"/>
                  </a:lnTo>
                  <a:cubicBezTo>
                    <a:pt x="17" y="153"/>
                    <a:pt x="37" y="190"/>
                    <a:pt x="70" y="190"/>
                  </a:cubicBezTo>
                  <a:cubicBezTo>
                    <a:pt x="70" y="207"/>
                    <a:pt x="87" y="207"/>
                    <a:pt x="87" y="207"/>
                  </a:cubicBezTo>
                  <a:cubicBezTo>
                    <a:pt x="157" y="207"/>
                    <a:pt x="206" y="170"/>
                    <a:pt x="206" y="120"/>
                  </a:cubicBezTo>
                  <a:cubicBezTo>
                    <a:pt x="206" y="87"/>
                    <a:pt x="206" y="66"/>
                    <a:pt x="190" y="33"/>
                  </a:cubicBezTo>
                  <a:cubicBezTo>
                    <a:pt x="173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6" name="Google Shape;12466;p31"/>
            <p:cNvSpPr/>
            <p:nvPr/>
          </p:nvSpPr>
          <p:spPr>
            <a:xfrm>
              <a:off x="4216725" y="32274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02" y="0"/>
                  </a:moveTo>
                  <a:cubicBezTo>
                    <a:pt x="70" y="0"/>
                    <a:pt x="40" y="14"/>
                    <a:pt x="21" y="44"/>
                  </a:cubicBezTo>
                  <a:cubicBezTo>
                    <a:pt x="1" y="60"/>
                    <a:pt x="1" y="77"/>
                    <a:pt x="1" y="110"/>
                  </a:cubicBezTo>
                  <a:lnTo>
                    <a:pt x="1" y="147"/>
                  </a:lnTo>
                  <a:cubicBezTo>
                    <a:pt x="21" y="163"/>
                    <a:pt x="21" y="163"/>
                    <a:pt x="38" y="180"/>
                  </a:cubicBezTo>
                  <a:cubicBezTo>
                    <a:pt x="60" y="195"/>
                    <a:pt x="83" y="203"/>
                    <a:pt x="106" y="203"/>
                  </a:cubicBezTo>
                  <a:cubicBezTo>
                    <a:pt x="135" y="203"/>
                    <a:pt x="163" y="190"/>
                    <a:pt x="190" y="163"/>
                  </a:cubicBezTo>
                  <a:cubicBezTo>
                    <a:pt x="207" y="147"/>
                    <a:pt x="207" y="110"/>
                    <a:pt x="207" y="93"/>
                  </a:cubicBezTo>
                  <a:cubicBezTo>
                    <a:pt x="207" y="60"/>
                    <a:pt x="190" y="44"/>
                    <a:pt x="174" y="23"/>
                  </a:cubicBezTo>
                  <a:cubicBezTo>
                    <a:pt x="152" y="9"/>
                    <a:pt x="12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7" name="Google Shape;12467;p31"/>
            <p:cNvSpPr/>
            <p:nvPr/>
          </p:nvSpPr>
          <p:spPr>
            <a:xfrm>
              <a:off x="4310425" y="3205150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6" y="0"/>
                  </a:moveTo>
                  <a:cubicBezTo>
                    <a:pt x="113" y="0"/>
                    <a:pt x="99" y="3"/>
                    <a:pt x="87" y="8"/>
                  </a:cubicBezTo>
                  <a:cubicBezTo>
                    <a:pt x="34" y="24"/>
                    <a:pt x="1" y="90"/>
                    <a:pt x="17" y="144"/>
                  </a:cubicBezTo>
                  <a:cubicBezTo>
                    <a:pt x="41" y="181"/>
                    <a:pt x="77" y="201"/>
                    <a:pt x="114" y="201"/>
                  </a:cubicBezTo>
                  <a:cubicBezTo>
                    <a:pt x="127" y="201"/>
                    <a:pt x="140" y="199"/>
                    <a:pt x="153" y="194"/>
                  </a:cubicBezTo>
                  <a:cubicBezTo>
                    <a:pt x="207" y="177"/>
                    <a:pt x="240" y="128"/>
                    <a:pt x="223" y="74"/>
                  </a:cubicBezTo>
                  <a:cubicBezTo>
                    <a:pt x="211" y="24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8" name="Google Shape;12468;p31"/>
            <p:cNvSpPr/>
            <p:nvPr/>
          </p:nvSpPr>
          <p:spPr>
            <a:xfrm>
              <a:off x="4212500" y="325622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5" y="0"/>
                  </a:moveTo>
                  <a:cubicBezTo>
                    <a:pt x="64" y="0"/>
                    <a:pt x="35" y="14"/>
                    <a:pt x="17" y="43"/>
                  </a:cubicBezTo>
                  <a:cubicBezTo>
                    <a:pt x="1" y="59"/>
                    <a:pt x="1" y="92"/>
                    <a:pt x="1" y="109"/>
                  </a:cubicBezTo>
                  <a:lnTo>
                    <a:pt x="1" y="146"/>
                  </a:lnTo>
                  <a:cubicBezTo>
                    <a:pt x="17" y="162"/>
                    <a:pt x="17" y="179"/>
                    <a:pt x="34" y="179"/>
                  </a:cubicBezTo>
                  <a:cubicBezTo>
                    <a:pt x="50" y="195"/>
                    <a:pt x="87" y="212"/>
                    <a:pt x="120" y="212"/>
                  </a:cubicBezTo>
                  <a:cubicBezTo>
                    <a:pt x="137" y="195"/>
                    <a:pt x="170" y="195"/>
                    <a:pt x="190" y="162"/>
                  </a:cubicBezTo>
                  <a:cubicBezTo>
                    <a:pt x="207" y="146"/>
                    <a:pt x="207" y="129"/>
                    <a:pt x="207" y="92"/>
                  </a:cubicBezTo>
                  <a:cubicBezTo>
                    <a:pt x="207" y="59"/>
                    <a:pt x="190" y="43"/>
                    <a:pt x="170" y="26"/>
                  </a:cubicBezTo>
                  <a:cubicBezTo>
                    <a:pt x="147" y="10"/>
                    <a:pt x="121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9" name="Google Shape;12469;p31"/>
            <p:cNvSpPr/>
            <p:nvPr/>
          </p:nvSpPr>
          <p:spPr>
            <a:xfrm>
              <a:off x="4207775" y="32043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9" y="1"/>
                  </a:moveTo>
                  <a:cubicBezTo>
                    <a:pt x="72" y="1"/>
                    <a:pt x="37" y="16"/>
                    <a:pt x="17" y="39"/>
                  </a:cubicBezTo>
                  <a:cubicBezTo>
                    <a:pt x="0" y="55"/>
                    <a:pt x="0" y="88"/>
                    <a:pt x="0" y="121"/>
                  </a:cubicBezTo>
                  <a:lnTo>
                    <a:pt x="0" y="142"/>
                  </a:lnTo>
                  <a:cubicBezTo>
                    <a:pt x="17" y="159"/>
                    <a:pt x="17" y="175"/>
                    <a:pt x="33" y="192"/>
                  </a:cubicBezTo>
                  <a:cubicBezTo>
                    <a:pt x="50" y="208"/>
                    <a:pt x="87" y="208"/>
                    <a:pt x="120" y="208"/>
                  </a:cubicBezTo>
                  <a:cubicBezTo>
                    <a:pt x="136" y="208"/>
                    <a:pt x="173" y="192"/>
                    <a:pt x="190" y="175"/>
                  </a:cubicBezTo>
                  <a:cubicBezTo>
                    <a:pt x="206" y="142"/>
                    <a:pt x="206" y="121"/>
                    <a:pt x="206" y="88"/>
                  </a:cubicBezTo>
                  <a:cubicBezTo>
                    <a:pt x="206" y="72"/>
                    <a:pt x="190" y="39"/>
                    <a:pt x="173" y="18"/>
                  </a:cubicBezTo>
                  <a:cubicBezTo>
                    <a:pt x="153" y="6"/>
                    <a:pt x="131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0" name="Google Shape;12470;p31"/>
            <p:cNvSpPr/>
            <p:nvPr/>
          </p:nvSpPr>
          <p:spPr>
            <a:xfrm>
              <a:off x="4254150" y="32263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71" y="0"/>
                    <a:pt x="17" y="33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lnTo>
                    <a:pt x="17" y="169"/>
                  </a:lnTo>
                  <a:cubicBezTo>
                    <a:pt x="33" y="190"/>
                    <a:pt x="71" y="206"/>
                    <a:pt x="87" y="206"/>
                  </a:cubicBezTo>
                  <a:cubicBezTo>
                    <a:pt x="95" y="208"/>
                    <a:pt x="103" y="209"/>
                    <a:pt x="111" y="209"/>
                  </a:cubicBezTo>
                  <a:cubicBezTo>
                    <a:pt x="166" y="209"/>
                    <a:pt x="207" y="163"/>
                    <a:pt x="207" y="120"/>
                  </a:cubicBezTo>
                  <a:cubicBezTo>
                    <a:pt x="223" y="103"/>
                    <a:pt x="207" y="66"/>
                    <a:pt x="190" y="50"/>
                  </a:cubicBezTo>
                  <a:cubicBezTo>
                    <a:pt x="174" y="1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1" name="Google Shape;12471;p31"/>
            <p:cNvSpPr/>
            <p:nvPr/>
          </p:nvSpPr>
          <p:spPr>
            <a:xfrm>
              <a:off x="4223650" y="3188650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03" y="0"/>
                  </a:moveTo>
                  <a:cubicBezTo>
                    <a:pt x="91" y="0"/>
                    <a:pt x="78" y="4"/>
                    <a:pt x="70" y="12"/>
                  </a:cubicBezTo>
                  <a:cubicBezTo>
                    <a:pt x="54" y="12"/>
                    <a:pt x="33" y="29"/>
                    <a:pt x="17" y="50"/>
                  </a:cubicBezTo>
                  <a:cubicBezTo>
                    <a:pt x="0" y="83"/>
                    <a:pt x="0" y="116"/>
                    <a:pt x="17" y="132"/>
                  </a:cubicBezTo>
                  <a:cubicBezTo>
                    <a:pt x="30" y="176"/>
                    <a:pt x="69" y="206"/>
                    <a:pt x="110" y="206"/>
                  </a:cubicBezTo>
                  <a:cubicBezTo>
                    <a:pt x="119" y="206"/>
                    <a:pt x="127" y="205"/>
                    <a:pt x="136" y="202"/>
                  </a:cubicBezTo>
                  <a:cubicBezTo>
                    <a:pt x="206" y="186"/>
                    <a:pt x="223" y="116"/>
                    <a:pt x="206" y="66"/>
                  </a:cubicBezTo>
                  <a:cubicBezTo>
                    <a:pt x="190" y="29"/>
                    <a:pt x="173" y="12"/>
                    <a:pt x="136" y="12"/>
                  </a:cubicBezTo>
                  <a:cubicBezTo>
                    <a:pt x="128" y="4"/>
                    <a:pt x="115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2" name="Google Shape;12472;p31"/>
            <p:cNvSpPr/>
            <p:nvPr/>
          </p:nvSpPr>
          <p:spPr>
            <a:xfrm>
              <a:off x="4218475" y="3214575"/>
              <a:ext cx="6025" cy="5050"/>
            </a:xfrm>
            <a:custGeom>
              <a:avLst/>
              <a:gdLst/>
              <a:ahLst/>
              <a:cxnLst/>
              <a:rect l="l" t="t" r="r" b="b"/>
              <a:pathLst>
                <a:path w="241" h="202" extrusionOk="0">
                  <a:moveTo>
                    <a:pt x="127" y="0"/>
                  </a:moveTo>
                  <a:cubicBezTo>
                    <a:pt x="113" y="0"/>
                    <a:pt x="100" y="2"/>
                    <a:pt x="87" y="6"/>
                  </a:cubicBezTo>
                  <a:cubicBezTo>
                    <a:pt x="34" y="23"/>
                    <a:pt x="1" y="76"/>
                    <a:pt x="17" y="146"/>
                  </a:cubicBezTo>
                  <a:cubicBezTo>
                    <a:pt x="45" y="183"/>
                    <a:pt x="80" y="202"/>
                    <a:pt x="118" y="202"/>
                  </a:cubicBezTo>
                  <a:cubicBezTo>
                    <a:pt x="131" y="202"/>
                    <a:pt x="144" y="200"/>
                    <a:pt x="158" y="196"/>
                  </a:cubicBezTo>
                  <a:cubicBezTo>
                    <a:pt x="224" y="179"/>
                    <a:pt x="240" y="109"/>
                    <a:pt x="224" y="60"/>
                  </a:cubicBezTo>
                  <a:cubicBezTo>
                    <a:pt x="211" y="19"/>
                    <a:pt x="16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3" name="Google Shape;12473;p31"/>
            <p:cNvSpPr/>
            <p:nvPr/>
          </p:nvSpPr>
          <p:spPr>
            <a:xfrm>
              <a:off x="4219300" y="3200225"/>
              <a:ext cx="6125" cy="5225"/>
            </a:xfrm>
            <a:custGeom>
              <a:avLst/>
              <a:gdLst/>
              <a:ahLst/>
              <a:cxnLst/>
              <a:rect l="l" t="t" r="r" b="b"/>
              <a:pathLst>
                <a:path w="245" h="209" extrusionOk="0">
                  <a:moveTo>
                    <a:pt x="132" y="0"/>
                  </a:moveTo>
                  <a:cubicBezTo>
                    <a:pt x="118" y="0"/>
                    <a:pt x="103" y="5"/>
                    <a:pt x="87" y="15"/>
                  </a:cubicBezTo>
                  <a:cubicBezTo>
                    <a:pt x="38" y="32"/>
                    <a:pt x="1" y="81"/>
                    <a:pt x="21" y="135"/>
                  </a:cubicBezTo>
                  <a:cubicBezTo>
                    <a:pt x="49" y="176"/>
                    <a:pt x="88" y="209"/>
                    <a:pt x="132" y="209"/>
                  </a:cubicBezTo>
                  <a:cubicBezTo>
                    <a:pt x="140" y="209"/>
                    <a:pt x="149" y="208"/>
                    <a:pt x="158" y="205"/>
                  </a:cubicBezTo>
                  <a:cubicBezTo>
                    <a:pt x="207" y="184"/>
                    <a:pt x="244" y="118"/>
                    <a:pt x="228" y="65"/>
                  </a:cubicBezTo>
                  <a:cubicBezTo>
                    <a:pt x="201" y="29"/>
                    <a:pt x="168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4" name="Google Shape;12474;p31"/>
            <p:cNvSpPr/>
            <p:nvPr/>
          </p:nvSpPr>
          <p:spPr>
            <a:xfrm>
              <a:off x="4225800" y="3252125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20" y="1"/>
                  </a:moveTo>
                  <a:cubicBezTo>
                    <a:pt x="104" y="1"/>
                    <a:pt x="71" y="17"/>
                    <a:pt x="50" y="34"/>
                  </a:cubicBezTo>
                  <a:cubicBezTo>
                    <a:pt x="34" y="34"/>
                    <a:pt x="17" y="67"/>
                    <a:pt x="1" y="87"/>
                  </a:cubicBezTo>
                  <a:cubicBezTo>
                    <a:pt x="1" y="120"/>
                    <a:pt x="1" y="137"/>
                    <a:pt x="17" y="153"/>
                  </a:cubicBezTo>
                  <a:lnTo>
                    <a:pt x="34" y="170"/>
                  </a:lnTo>
                  <a:cubicBezTo>
                    <a:pt x="50" y="190"/>
                    <a:pt x="71" y="207"/>
                    <a:pt x="104" y="207"/>
                  </a:cubicBezTo>
                  <a:cubicBezTo>
                    <a:pt x="112" y="210"/>
                    <a:pt x="121" y="211"/>
                    <a:pt x="129" y="211"/>
                  </a:cubicBezTo>
                  <a:cubicBezTo>
                    <a:pt x="170" y="211"/>
                    <a:pt x="210" y="178"/>
                    <a:pt x="223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5" name="Google Shape;12475;p31"/>
            <p:cNvSpPr/>
            <p:nvPr/>
          </p:nvSpPr>
          <p:spPr>
            <a:xfrm>
              <a:off x="4288875" y="32533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5" y="0"/>
                  </a:moveTo>
                  <a:cubicBezTo>
                    <a:pt x="71" y="0"/>
                    <a:pt x="21" y="37"/>
                    <a:pt x="1" y="87"/>
                  </a:cubicBezTo>
                  <a:lnTo>
                    <a:pt x="1" y="140"/>
                  </a:lnTo>
                  <a:cubicBezTo>
                    <a:pt x="21" y="173"/>
                    <a:pt x="54" y="206"/>
                    <a:pt x="87" y="206"/>
                  </a:cubicBezTo>
                  <a:cubicBezTo>
                    <a:pt x="97" y="209"/>
                    <a:pt x="106" y="210"/>
                    <a:pt x="114" y="210"/>
                  </a:cubicBezTo>
                  <a:cubicBezTo>
                    <a:pt x="170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0" y="54"/>
                  </a:cubicBezTo>
                  <a:cubicBezTo>
                    <a:pt x="174" y="17"/>
                    <a:pt x="158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6" name="Google Shape;12476;p31"/>
            <p:cNvSpPr/>
            <p:nvPr/>
          </p:nvSpPr>
          <p:spPr>
            <a:xfrm>
              <a:off x="4292400" y="3225700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8" y="1"/>
                  </a:moveTo>
                  <a:cubicBezTo>
                    <a:pt x="80" y="1"/>
                    <a:pt x="51" y="14"/>
                    <a:pt x="33" y="44"/>
                  </a:cubicBezTo>
                  <a:cubicBezTo>
                    <a:pt x="17" y="60"/>
                    <a:pt x="0" y="77"/>
                    <a:pt x="0" y="114"/>
                  </a:cubicBezTo>
                  <a:cubicBezTo>
                    <a:pt x="0" y="130"/>
                    <a:pt x="0" y="130"/>
                    <a:pt x="17" y="147"/>
                  </a:cubicBezTo>
                  <a:cubicBezTo>
                    <a:pt x="17" y="163"/>
                    <a:pt x="33" y="163"/>
                    <a:pt x="49" y="180"/>
                  </a:cubicBezTo>
                  <a:cubicBezTo>
                    <a:pt x="61" y="191"/>
                    <a:pt x="75" y="205"/>
                    <a:pt x="93" y="205"/>
                  </a:cubicBezTo>
                  <a:cubicBezTo>
                    <a:pt x="101" y="205"/>
                    <a:pt x="110" y="202"/>
                    <a:pt x="120" y="196"/>
                  </a:cubicBezTo>
                  <a:cubicBezTo>
                    <a:pt x="153" y="196"/>
                    <a:pt x="169" y="180"/>
                    <a:pt x="190" y="163"/>
                  </a:cubicBezTo>
                  <a:cubicBezTo>
                    <a:pt x="206" y="147"/>
                    <a:pt x="223" y="114"/>
                    <a:pt x="206" y="93"/>
                  </a:cubicBezTo>
                  <a:cubicBezTo>
                    <a:pt x="206" y="60"/>
                    <a:pt x="190" y="44"/>
                    <a:pt x="169" y="27"/>
                  </a:cubicBezTo>
                  <a:cubicBezTo>
                    <a:pt x="154" y="10"/>
                    <a:pt x="13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7" name="Google Shape;12477;p31"/>
            <p:cNvSpPr/>
            <p:nvPr/>
          </p:nvSpPr>
          <p:spPr>
            <a:xfrm>
              <a:off x="4284250" y="32014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50" y="0"/>
                    <a:pt x="0" y="33"/>
                    <a:pt x="0" y="87"/>
                  </a:cubicBezTo>
                  <a:lnTo>
                    <a:pt x="0" y="157"/>
                  </a:lnTo>
                  <a:lnTo>
                    <a:pt x="17" y="173"/>
                  </a:lnTo>
                  <a:cubicBezTo>
                    <a:pt x="33" y="190"/>
                    <a:pt x="50" y="206"/>
                    <a:pt x="83" y="206"/>
                  </a:cubicBezTo>
                  <a:cubicBezTo>
                    <a:pt x="92" y="209"/>
                    <a:pt x="101" y="211"/>
                    <a:pt x="110" y="211"/>
                  </a:cubicBezTo>
                  <a:cubicBezTo>
                    <a:pt x="152" y="211"/>
                    <a:pt x="189" y="178"/>
                    <a:pt x="206" y="120"/>
                  </a:cubicBezTo>
                  <a:cubicBezTo>
                    <a:pt x="206" y="103"/>
                    <a:pt x="206" y="70"/>
                    <a:pt x="186" y="54"/>
                  </a:cubicBezTo>
                  <a:cubicBezTo>
                    <a:pt x="169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8" name="Google Shape;12478;p31"/>
            <p:cNvSpPr/>
            <p:nvPr/>
          </p:nvSpPr>
          <p:spPr>
            <a:xfrm>
              <a:off x="4296200" y="32112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2" y="1"/>
                  </a:moveTo>
                  <a:cubicBezTo>
                    <a:pt x="70" y="1"/>
                    <a:pt x="34" y="28"/>
                    <a:pt x="17" y="55"/>
                  </a:cubicBezTo>
                  <a:lnTo>
                    <a:pt x="17" y="92"/>
                  </a:lnTo>
                  <a:cubicBezTo>
                    <a:pt x="1" y="108"/>
                    <a:pt x="17" y="125"/>
                    <a:pt x="17" y="141"/>
                  </a:cubicBezTo>
                  <a:cubicBezTo>
                    <a:pt x="38" y="158"/>
                    <a:pt x="54" y="195"/>
                    <a:pt x="71" y="195"/>
                  </a:cubicBezTo>
                  <a:cubicBezTo>
                    <a:pt x="87" y="195"/>
                    <a:pt x="87" y="211"/>
                    <a:pt x="104" y="211"/>
                  </a:cubicBezTo>
                  <a:cubicBezTo>
                    <a:pt x="157" y="211"/>
                    <a:pt x="207" y="178"/>
                    <a:pt x="223" y="125"/>
                  </a:cubicBezTo>
                  <a:cubicBezTo>
                    <a:pt x="223" y="92"/>
                    <a:pt x="223" y="55"/>
                    <a:pt x="207" y="38"/>
                  </a:cubicBezTo>
                  <a:cubicBezTo>
                    <a:pt x="190" y="22"/>
                    <a:pt x="157" y="5"/>
                    <a:pt x="141" y="5"/>
                  </a:cubicBezTo>
                  <a:cubicBezTo>
                    <a:pt x="131" y="2"/>
                    <a:pt x="121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9" name="Google Shape;12479;p31"/>
            <p:cNvSpPr/>
            <p:nvPr/>
          </p:nvSpPr>
          <p:spPr>
            <a:xfrm>
              <a:off x="4301350" y="32482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0"/>
                  </a:moveTo>
                  <a:cubicBezTo>
                    <a:pt x="104" y="0"/>
                    <a:pt x="71" y="17"/>
                    <a:pt x="54" y="37"/>
                  </a:cubicBezTo>
                  <a:cubicBezTo>
                    <a:pt x="17" y="37"/>
                    <a:pt x="1" y="70"/>
                    <a:pt x="1" y="87"/>
                  </a:cubicBezTo>
                  <a:cubicBezTo>
                    <a:pt x="1" y="120"/>
                    <a:pt x="1" y="140"/>
                    <a:pt x="17" y="157"/>
                  </a:cubicBezTo>
                  <a:lnTo>
                    <a:pt x="17" y="173"/>
                  </a:lnTo>
                  <a:cubicBezTo>
                    <a:pt x="38" y="190"/>
                    <a:pt x="71" y="206"/>
                    <a:pt x="87" y="206"/>
                  </a:cubicBezTo>
                  <a:cubicBezTo>
                    <a:pt x="99" y="209"/>
                    <a:pt x="111" y="210"/>
                    <a:pt x="121" y="210"/>
                  </a:cubicBezTo>
                  <a:cubicBezTo>
                    <a:pt x="173" y="210"/>
                    <a:pt x="207" y="178"/>
                    <a:pt x="207" y="120"/>
                  </a:cubicBezTo>
                  <a:cubicBezTo>
                    <a:pt x="223" y="103"/>
                    <a:pt x="207" y="70"/>
                    <a:pt x="190" y="54"/>
                  </a:cubicBezTo>
                  <a:cubicBezTo>
                    <a:pt x="174" y="3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0" name="Google Shape;12480;p31"/>
            <p:cNvSpPr/>
            <p:nvPr/>
          </p:nvSpPr>
          <p:spPr>
            <a:xfrm>
              <a:off x="4306100" y="32216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7" y="0"/>
                    <a:pt x="70" y="0"/>
                    <a:pt x="33" y="17"/>
                  </a:cubicBezTo>
                  <a:cubicBezTo>
                    <a:pt x="17" y="33"/>
                    <a:pt x="0" y="70"/>
                    <a:pt x="0" y="87"/>
                  </a:cubicBezTo>
                  <a:lnTo>
                    <a:pt x="0" y="136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3" y="190"/>
                    <a:pt x="54" y="207"/>
                    <a:pt x="87" y="207"/>
                  </a:cubicBezTo>
                  <a:cubicBezTo>
                    <a:pt x="94" y="209"/>
                    <a:pt x="100" y="210"/>
                    <a:pt x="108" y="210"/>
                  </a:cubicBezTo>
                  <a:cubicBezTo>
                    <a:pt x="154" y="210"/>
                    <a:pt x="207" y="166"/>
                    <a:pt x="207" y="120"/>
                  </a:cubicBezTo>
                  <a:cubicBezTo>
                    <a:pt x="207" y="103"/>
                    <a:pt x="207" y="70"/>
                    <a:pt x="190" y="50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1" name="Google Shape;12481;p31"/>
            <p:cNvSpPr/>
            <p:nvPr/>
          </p:nvSpPr>
          <p:spPr>
            <a:xfrm>
              <a:off x="4302275" y="32349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83" y="0"/>
                  </a:moveTo>
                  <a:cubicBezTo>
                    <a:pt x="17" y="33"/>
                    <a:pt x="1" y="87"/>
                    <a:pt x="17" y="136"/>
                  </a:cubicBezTo>
                  <a:cubicBezTo>
                    <a:pt x="31" y="180"/>
                    <a:pt x="81" y="211"/>
                    <a:pt x="126" y="211"/>
                  </a:cubicBezTo>
                  <a:cubicBezTo>
                    <a:pt x="135" y="211"/>
                    <a:pt x="145" y="209"/>
                    <a:pt x="153" y="206"/>
                  </a:cubicBezTo>
                  <a:cubicBezTo>
                    <a:pt x="170" y="190"/>
                    <a:pt x="186" y="190"/>
                    <a:pt x="186" y="173"/>
                  </a:cubicBezTo>
                  <a:cubicBezTo>
                    <a:pt x="223" y="136"/>
                    <a:pt x="223" y="103"/>
                    <a:pt x="207" y="70"/>
                  </a:cubicBezTo>
                  <a:cubicBezTo>
                    <a:pt x="207" y="33"/>
                    <a:pt x="17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2" name="Google Shape;12482;p31"/>
            <p:cNvSpPr/>
            <p:nvPr/>
          </p:nvSpPr>
          <p:spPr>
            <a:xfrm>
              <a:off x="4282500" y="32156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17" y="33"/>
                    <a:pt x="0" y="50"/>
                    <a:pt x="0" y="83"/>
                  </a:cubicBezTo>
                  <a:lnTo>
                    <a:pt x="0" y="136"/>
                  </a:lnTo>
                  <a:lnTo>
                    <a:pt x="17" y="153"/>
                  </a:lnTo>
                  <a:cubicBezTo>
                    <a:pt x="33" y="186"/>
                    <a:pt x="70" y="206"/>
                    <a:pt x="87" y="206"/>
                  </a:cubicBezTo>
                  <a:cubicBezTo>
                    <a:pt x="153" y="206"/>
                    <a:pt x="206" y="169"/>
                    <a:pt x="206" y="120"/>
                  </a:cubicBezTo>
                  <a:cubicBezTo>
                    <a:pt x="206" y="83"/>
                    <a:pt x="206" y="66"/>
                    <a:pt x="190" y="33"/>
                  </a:cubicBezTo>
                  <a:cubicBezTo>
                    <a:pt x="173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3" name="Google Shape;12483;p31"/>
            <p:cNvSpPr/>
            <p:nvPr/>
          </p:nvSpPr>
          <p:spPr>
            <a:xfrm>
              <a:off x="4270025" y="322420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03" y="0"/>
                  </a:moveTo>
                  <a:cubicBezTo>
                    <a:pt x="70" y="0"/>
                    <a:pt x="54" y="17"/>
                    <a:pt x="33" y="33"/>
                  </a:cubicBezTo>
                  <a:cubicBezTo>
                    <a:pt x="17" y="50"/>
                    <a:pt x="0" y="87"/>
                    <a:pt x="17" y="120"/>
                  </a:cubicBezTo>
                  <a:lnTo>
                    <a:pt x="17" y="137"/>
                  </a:lnTo>
                  <a:cubicBezTo>
                    <a:pt x="17" y="153"/>
                    <a:pt x="33" y="174"/>
                    <a:pt x="54" y="190"/>
                  </a:cubicBezTo>
                  <a:cubicBezTo>
                    <a:pt x="67" y="203"/>
                    <a:pt x="85" y="208"/>
                    <a:pt x="104" y="208"/>
                  </a:cubicBezTo>
                  <a:cubicBezTo>
                    <a:pt x="135" y="208"/>
                    <a:pt x="170" y="194"/>
                    <a:pt x="190" y="174"/>
                  </a:cubicBezTo>
                  <a:cubicBezTo>
                    <a:pt x="239" y="120"/>
                    <a:pt x="223" y="50"/>
                    <a:pt x="190" y="17"/>
                  </a:cubicBezTo>
                  <a:cubicBezTo>
                    <a:pt x="157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4" name="Google Shape;12484;p31"/>
            <p:cNvSpPr/>
            <p:nvPr/>
          </p:nvSpPr>
          <p:spPr>
            <a:xfrm>
              <a:off x="4263625" y="3249975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37" y="0"/>
                  </a:moveTo>
                  <a:cubicBezTo>
                    <a:pt x="67" y="0"/>
                    <a:pt x="17" y="33"/>
                    <a:pt x="17" y="87"/>
                  </a:cubicBezTo>
                  <a:cubicBezTo>
                    <a:pt x="1" y="103"/>
                    <a:pt x="17" y="120"/>
                    <a:pt x="17" y="136"/>
                  </a:cubicBezTo>
                  <a:lnTo>
                    <a:pt x="17" y="153"/>
                  </a:lnTo>
                  <a:cubicBezTo>
                    <a:pt x="17" y="153"/>
                    <a:pt x="17" y="173"/>
                    <a:pt x="34" y="173"/>
                  </a:cubicBezTo>
                  <a:cubicBezTo>
                    <a:pt x="50" y="190"/>
                    <a:pt x="67" y="206"/>
                    <a:pt x="104" y="206"/>
                  </a:cubicBezTo>
                  <a:cubicBezTo>
                    <a:pt x="109" y="211"/>
                    <a:pt x="115" y="213"/>
                    <a:pt x="122" y="213"/>
                  </a:cubicBezTo>
                  <a:cubicBezTo>
                    <a:pt x="138" y="213"/>
                    <a:pt x="158" y="201"/>
                    <a:pt x="170" y="190"/>
                  </a:cubicBezTo>
                  <a:cubicBezTo>
                    <a:pt x="207" y="173"/>
                    <a:pt x="207" y="153"/>
                    <a:pt x="223" y="120"/>
                  </a:cubicBezTo>
                  <a:cubicBezTo>
                    <a:pt x="223" y="103"/>
                    <a:pt x="223" y="87"/>
                    <a:pt x="207" y="50"/>
                  </a:cubicBezTo>
                  <a:cubicBezTo>
                    <a:pt x="186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5" name="Google Shape;12485;p31"/>
            <p:cNvSpPr/>
            <p:nvPr/>
          </p:nvSpPr>
          <p:spPr>
            <a:xfrm>
              <a:off x="4262700" y="32636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8"/>
                    <a:pt x="1" y="87"/>
                  </a:cubicBezTo>
                  <a:cubicBezTo>
                    <a:pt x="1" y="120"/>
                    <a:pt x="1" y="141"/>
                    <a:pt x="17" y="157"/>
                  </a:cubicBezTo>
                  <a:cubicBezTo>
                    <a:pt x="17" y="157"/>
                    <a:pt x="17" y="174"/>
                    <a:pt x="38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13" y="209"/>
                    <a:pt x="122" y="211"/>
                    <a:pt x="131" y="211"/>
                  </a:cubicBezTo>
                  <a:cubicBezTo>
                    <a:pt x="173" y="211"/>
                    <a:pt x="210" y="178"/>
                    <a:pt x="223" y="120"/>
                  </a:cubicBezTo>
                  <a:cubicBezTo>
                    <a:pt x="223" y="104"/>
                    <a:pt x="207" y="71"/>
                    <a:pt x="190" y="54"/>
                  </a:cubicBezTo>
                  <a:cubicBezTo>
                    <a:pt x="174" y="38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6" name="Google Shape;12486;p31"/>
            <p:cNvSpPr/>
            <p:nvPr/>
          </p:nvSpPr>
          <p:spPr>
            <a:xfrm>
              <a:off x="4260125" y="320017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20" y="1"/>
                  </a:moveTo>
                  <a:cubicBezTo>
                    <a:pt x="71" y="1"/>
                    <a:pt x="17" y="34"/>
                    <a:pt x="1" y="83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8" y="186"/>
                    <a:pt x="71" y="207"/>
                    <a:pt x="87" y="207"/>
                  </a:cubicBezTo>
                  <a:cubicBezTo>
                    <a:pt x="97" y="212"/>
                    <a:pt x="105" y="214"/>
                    <a:pt x="113" y="214"/>
                  </a:cubicBezTo>
                  <a:cubicBezTo>
                    <a:pt x="133" y="214"/>
                    <a:pt x="150" y="201"/>
                    <a:pt x="174" y="186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07" y="104"/>
                    <a:pt x="207" y="67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7" name="Google Shape;12487;p31"/>
            <p:cNvSpPr/>
            <p:nvPr/>
          </p:nvSpPr>
          <p:spPr>
            <a:xfrm>
              <a:off x="4280325" y="32319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4" y="190"/>
                    <a:pt x="71" y="207"/>
                    <a:pt x="87" y="207"/>
                  </a:cubicBezTo>
                  <a:cubicBezTo>
                    <a:pt x="120" y="207"/>
                    <a:pt x="137" y="207"/>
                    <a:pt x="174" y="190"/>
                  </a:cubicBezTo>
                  <a:cubicBezTo>
                    <a:pt x="190" y="174"/>
                    <a:pt x="207" y="153"/>
                    <a:pt x="207" y="120"/>
                  </a:cubicBezTo>
                  <a:cubicBezTo>
                    <a:pt x="207" y="104"/>
                    <a:pt x="207" y="71"/>
                    <a:pt x="190" y="50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8" name="Google Shape;12488;p31"/>
            <p:cNvSpPr/>
            <p:nvPr/>
          </p:nvSpPr>
          <p:spPr>
            <a:xfrm>
              <a:off x="4265275" y="3236050"/>
              <a:ext cx="5175" cy="5375"/>
            </a:xfrm>
            <a:custGeom>
              <a:avLst/>
              <a:gdLst/>
              <a:ahLst/>
              <a:cxnLst/>
              <a:rect l="l" t="t" r="r" b="b"/>
              <a:pathLst>
                <a:path w="207" h="215" extrusionOk="0">
                  <a:moveTo>
                    <a:pt x="91" y="0"/>
                  </a:moveTo>
                  <a:cubicBezTo>
                    <a:pt x="69" y="0"/>
                    <a:pt x="49" y="14"/>
                    <a:pt x="38" y="25"/>
                  </a:cubicBezTo>
                  <a:cubicBezTo>
                    <a:pt x="17" y="42"/>
                    <a:pt x="1" y="58"/>
                    <a:pt x="1" y="91"/>
                  </a:cubicBezTo>
                  <a:lnTo>
                    <a:pt x="1" y="145"/>
                  </a:lnTo>
                  <a:cubicBezTo>
                    <a:pt x="1" y="145"/>
                    <a:pt x="1" y="161"/>
                    <a:pt x="17" y="161"/>
                  </a:cubicBezTo>
                  <a:cubicBezTo>
                    <a:pt x="38" y="178"/>
                    <a:pt x="54" y="194"/>
                    <a:pt x="87" y="215"/>
                  </a:cubicBezTo>
                  <a:cubicBezTo>
                    <a:pt x="141" y="215"/>
                    <a:pt x="190" y="178"/>
                    <a:pt x="207" y="128"/>
                  </a:cubicBezTo>
                  <a:cubicBezTo>
                    <a:pt x="207" y="91"/>
                    <a:pt x="207" y="58"/>
                    <a:pt x="190" y="42"/>
                  </a:cubicBezTo>
                  <a:cubicBezTo>
                    <a:pt x="174" y="25"/>
                    <a:pt x="141" y="9"/>
                    <a:pt x="120" y="9"/>
                  </a:cubicBezTo>
                  <a:cubicBezTo>
                    <a:pt x="110" y="3"/>
                    <a:pt x="101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9" name="Google Shape;12489;p31"/>
            <p:cNvSpPr/>
            <p:nvPr/>
          </p:nvSpPr>
          <p:spPr>
            <a:xfrm>
              <a:off x="4256725" y="32142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8" y="0"/>
                  </a:moveTo>
                  <a:cubicBezTo>
                    <a:pt x="72" y="0"/>
                    <a:pt x="37" y="14"/>
                    <a:pt x="17" y="35"/>
                  </a:cubicBezTo>
                  <a:cubicBezTo>
                    <a:pt x="0" y="55"/>
                    <a:pt x="0" y="88"/>
                    <a:pt x="0" y="121"/>
                  </a:cubicBezTo>
                  <a:lnTo>
                    <a:pt x="0" y="138"/>
                  </a:lnTo>
                  <a:cubicBezTo>
                    <a:pt x="17" y="158"/>
                    <a:pt x="17" y="175"/>
                    <a:pt x="33" y="191"/>
                  </a:cubicBezTo>
                  <a:cubicBezTo>
                    <a:pt x="54" y="204"/>
                    <a:pt x="76" y="209"/>
                    <a:pt x="98" y="209"/>
                  </a:cubicBezTo>
                  <a:cubicBezTo>
                    <a:pt x="133" y="209"/>
                    <a:pt x="167" y="195"/>
                    <a:pt x="190" y="175"/>
                  </a:cubicBezTo>
                  <a:cubicBezTo>
                    <a:pt x="207" y="138"/>
                    <a:pt x="207" y="121"/>
                    <a:pt x="207" y="88"/>
                  </a:cubicBezTo>
                  <a:cubicBezTo>
                    <a:pt x="207" y="72"/>
                    <a:pt x="190" y="35"/>
                    <a:pt x="174" y="18"/>
                  </a:cubicBezTo>
                  <a:cubicBezTo>
                    <a:pt x="153" y="6"/>
                    <a:pt x="130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0" name="Google Shape;12490;p31"/>
            <p:cNvSpPr/>
            <p:nvPr/>
          </p:nvSpPr>
          <p:spPr>
            <a:xfrm>
              <a:off x="4276925" y="32433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24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34" y="27"/>
                    <a:pt x="1" y="93"/>
                    <a:pt x="17" y="147"/>
                  </a:cubicBezTo>
                  <a:cubicBezTo>
                    <a:pt x="34" y="163"/>
                    <a:pt x="34" y="163"/>
                    <a:pt x="50" y="180"/>
                  </a:cubicBezTo>
                  <a:cubicBezTo>
                    <a:pt x="76" y="191"/>
                    <a:pt x="100" y="203"/>
                    <a:pt x="124" y="203"/>
                  </a:cubicBezTo>
                  <a:cubicBezTo>
                    <a:pt x="134" y="203"/>
                    <a:pt x="143" y="201"/>
                    <a:pt x="153" y="196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198" y="20"/>
                    <a:pt x="162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1" name="Google Shape;12491;p31"/>
            <p:cNvSpPr/>
            <p:nvPr/>
          </p:nvSpPr>
          <p:spPr>
            <a:xfrm>
              <a:off x="4272175" y="3194075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23" y="0"/>
                  </a:moveTo>
                  <a:cubicBezTo>
                    <a:pt x="92" y="0"/>
                    <a:pt x="57" y="15"/>
                    <a:pt x="34" y="39"/>
                  </a:cubicBezTo>
                  <a:cubicBezTo>
                    <a:pt x="17" y="55"/>
                    <a:pt x="1" y="88"/>
                    <a:pt x="1" y="121"/>
                  </a:cubicBezTo>
                  <a:cubicBezTo>
                    <a:pt x="17" y="121"/>
                    <a:pt x="17" y="142"/>
                    <a:pt x="17" y="142"/>
                  </a:cubicBezTo>
                  <a:cubicBezTo>
                    <a:pt x="17" y="158"/>
                    <a:pt x="34" y="175"/>
                    <a:pt x="50" y="191"/>
                  </a:cubicBezTo>
                  <a:cubicBezTo>
                    <a:pt x="71" y="208"/>
                    <a:pt x="104" y="208"/>
                    <a:pt x="120" y="208"/>
                  </a:cubicBezTo>
                  <a:cubicBezTo>
                    <a:pt x="153" y="208"/>
                    <a:pt x="174" y="191"/>
                    <a:pt x="191" y="175"/>
                  </a:cubicBezTo>
                  <a:cubicBezTo>
                    <a:pt x="207" y="142"/>
                    <a:pt x="224" y="121"/>
                    <a:pt x="224" y="88"/>
                  </a:cubicBezTo>
                  <a:cubicBezTo>
                    <a:pt x="207" y="72"/>
                    <a:pt x="207" y="39"/>
                    <a:pt x="174" y="18"/>
                  </a:cubicBezTo>
                  <a:cubicBezTo>
                    <a:pt x="160" y="6"/>
                    <a:pt x="142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2" name="Google Shape;12492;p31"/>
            <p:cNvSpPr/>
            <p:nvPr/>
          </p:nvSpPr>
          <p:spPr>
            <a:xfrm>
              <a:off x="4151075" y="323817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3" y="27"/>
                    <a:pt x="1" y="76"/>
                    <a:pt x="17" y="146"/>
                  </a:cubicBezTo>
                  <a:cubicBezTo>
                    <a:pt x="42" y="184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79"/>
                    <a:pt x="240" y="109"/>
                    <a:pt x="223" y="60"/>
                  </a:cubicBezTo>
                  <a:cubicBezTo>
                    <a:pt x="211" y="19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3" name="Google Shape;12493;p31"/>
            <p:cNvSpPr/>
            <p:nvPr/>
          </p:nvSpPr>
          <p:spPr>
            <a:xfrm>
              <a:off x="4082750" y="3121375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9" y="1"/>
                  </a:moveTo>
                  <a:cubicBezTo>
                    <a:pt x="68" y="1"/>
                    <a:pt x="39" y="13"/>
                    <a:pt x="21" y="40"/>
                  </a:cubicBezTo>
                  <a:cubicBezTo>
                    <a:pt x="0" y="61"/>
                    <a:pt x="0" y="94"/>
                    <a:pt x="0" y="110"/>
                  </a:cubicBezTo>
                  <a:lnTo>
                    <a:pt x="0" y="143"/>
                  </a:lnTo>
                  <a:cubicBezTo>
                    <a:pt x="21" y="164"/>
                    <a:pt x="21" y="180"/>
                    <a:pt x="37" y="180"/>
                  </a:cubicBezTo>
                  <a:cubicBezTo>
                    <a:pt x="59" y="203"/>
                    <a:pt x="86" y="211"/>
                    <a:pt x="111" y="211"/>
                  </a:cubicBezTo>
                  <a:cubicBezTo>
                    <a:pt x="142" y="211"/>
                    <a:pt x="172" y="198"/>
                    <a:pt x="190" y="180"/>
                  </a:cubicBezTo>
                  <a:cubicBezTo>
                    <a:pt x="206" y="143"/>
                    <a:pt x="206" y="127"/>
                    <a:pt x="206" y="94"/>
                  </a:cubicBezTo>
                  <a:cubicBezTo>
                    <a:pt x="206" y="77"/>
                    <a:pt x="190" y="40"/>
                    <a:pt x="173" y="24"/>
                  </a:cubicBezTo>
                  <a:cubicBezTo>
                    <a:pt x="151" y="9"/>
                    <a:pt x="125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4" name="Google Shape;12494;p31"/>
            <p:cNvSpPr/>
            <p:nvPr/>
          </p:nvSpPr>
          <p:spPr>
            <a:xfrm>
              <a:off x="4078500" y="3150275"/>
              <a:ext cx="5200" cy="5200"/>
            </a:xfrm>
            <a:custGeom>
              <a:avLst/>
              <a:gdLst/>
              <a:ahLst/>
              <a:cxnLst/>
              <a:rect l="l" t="t" r="r" b="b"/>
              <a:pathLst>
                <a:path w="208" h="208" extrusionOk="0">
                  <a:moveTo>
                    <a:pt x="109" y="0"/>
                  </a:moveTo>
                  <a:cubicBezTo>
                    <a:pt x="73" y="0"/>
                    <a:pt x="38" y="15"/>
                    <a:pt x="17" y="38"/>
                  </a:cubicBezTo>
                  <a:cubicBezTo>
                    <a:pt x="1" y="55"/>
                    <a:pt x="1" y="88"/>
                    <a:pt x="1" y="121"/>
                  </a:cubicBezTo>
                  <a:lnTo>
                    <a:pt x="1" y="142"/>
                  </a:lnTo>
                  <a:cubicBezTo>
                    <a:pt x="17" y="158"/>
                    <a:pt x="17" y="175"/>
                    <a:pt x="34" y="191"/>
                  </a:cubicBezTo>
                  <a:cubicBezTo>
                    <a:pt x="67" y="207"/>
                    <a:pt x="88" y="207"/>
                    <a:pt x="121" y="207"/>
                  </a:cubicBezTo>
                  <a:cubicBezTo>
                    <a:pt x="137" y="207"/>
                    <a:pt x="170" y="191"/>
                    <a:pt x="191" y="175"/>
                  </a:cubicBezTo>
                  <a:cubicBezTo>
                    <a:pt x="207" y="158"/>
                    <a:pt x="207" y="121"/>
                    <a:pt x="207" y="88"/>
                  </a:cubicBezTo>
                  <a:cubicBezTo>
                    <a:pt x="207" y="71"/>
                    <a:pt x="191" y="38"/>
                    <a:pt x="170" y="18"/>
                  </a:cubicBezTo>
                  <a:cubicBezTo>
                    <a:pt x="152" y="5"/>
                    <a:pt x="130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5" name="Google Shape;12495;p31"/>
            <p:cNvSpPr/>
            <p:nvPr/>
          </p:nvSpPr>
          <p:spPr>
            <a:xfrm>
              <a:off x="4085325" y="309432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30" y="1"/>
                  </a:moveTo>
                  <a:cubicBezTo>
                    <a:pt x="115" y="1"/>
                    <a:pt x="101" y="3"/>
                    <a:pt x="87" y="9"/>
                  </a:cubicBezTo>
                  <a:cubicBezTo>
                    <a:pt x="37" y="25"/>
                    <a:pt x="0" y="91"/>
                    <a:pt x="21" y="145"/>
                  </a:cubicBezTo>
                  <a:cubicBezTo>
                    <a:pt x="45" y="182"/>
                    <a:pt x="79" y="202"/>
                    <a:pt x="116" y="202"/>
                  </a:cubicBezTo>
                  <a:cubicBezTo>
                    <a:pt x="129" y="202"/>
                    <a:pt x="143" y="200"/>
                    <a:pt x="157" y="194"/>
                  </a:cubicBezTo>
                  <a:cubicBezTo>
                    <a:pt x="227" y="178"/>
                    <a:pt x="243" y="112"/>
                    <a:pt x="227" y="58"/>
                  </a:cubicBezTo>
                  <a:cubicBezTo>
                    <a:pt x="212" y="22"/>
                    <a:pt x="172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6" name="Google Shape;12496;p31"/>
            <p:cNvSpPr/>
            <p:nvPr/>
          </p:nvSpPr>
          <p:spPr>
            <a:xfrm>
              <a:off x="4082325" y="31357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71" y="0"/>
                    <a:pt x="38" y="17"/>
                    <a:pt x="17" y="66"/>
                  </a:cubicBezTo>
                  <a:lnTo>
                    <a:pt x="1" y="82"/>
                  </a:lnTo>
                  <a:cubicBezTo>
                    <a:pt x="1" y="103"/>
                    <a:pt x="1" y="136"/>
                    <a:pt x="17" y="136"/>
                  </a:cubicBezTo>
                  <a:cubicBezTo>
                    <a:pt x="17" y="169"/>
                    <a:pt x="38" y="186"/>
                    <a:pt x="71" y="206"/>
                  </a:cubicBezTo>
                  <a:lnTo>
                    <a:pt x="87" y="206"/>
                  </a:lnTo>
                  <a:cubicBezTo>
                    <a:pt x="96" y="208"/>
                    <a:pt x="104" y="209"/>
                    <a:pt x="113" y="209"/>
                  </a:cubicBezTo>
                  <a:cubicBezTo>
                    <a:pt x="169" y="209"/>
                    <a:pt x="207" y="163"/>
                    <a:pt x="207" y="120"/>
                  </a:cubicBezTo>
                  <a:cubicBezTo>
                    <a:pt x="223" y="103"/>
                    <a:pt x="207" y="66"/>
                    <a:pt x="190" y="49"/>
                  </a:cubicBezTo>
                  <a:cubicBezTo>
                    <a:pt x="174" y="17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7" name="Google Shape;12497;p31"/>
            <p:cNvSpPr/>
            <p:nvPr/>
          </p:nvSpPr>
          <p:spPr>
            <a:xfrm>
              <a:off x="4084500" y="31085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4" y="0"/>
                  </a:moveTo>
                  <a:cubicBezTo>
                    <a:pt x="105" y="0"/>
                    <a:pt x="95" y="2"/>
                    <a:pt x="87" y="5"/>
                  </a:cubicBezTo>
                  <a:cubicBezTo>
                    <a:pt x="33" y="21"/>
                    <a:pt x="0" y="91"/>
                    <a:pt x="33" y="141"/>
                  </a:cubicBezTo>
                  <a:cubicBezTo>
                    <a:pt x="48" y="180"/>
                    <a:pt x="78" y="208"/>
                    <a:pt x="120" y="208"/>
                  </a:cubicBezTo>
                  <a:cubicBezTo>
                    <a:pt x="136" y="208"/>
                    <a:pt x="154" y="203"/>
                    <a:pt x="173" y="194"/>
                  </a:cubicBezTo>
                  <a:cubicBezTo>
                    <a:pt x="223" y="178"/>
                    <a:pt x="239" y="124"/>
                    <a:pt x="223" y="75"/>
                  </a:cubicBezTo>
                  <a:cubicBezTo>
                    <a:pt x="209" y="31"/>
                    <a:pt x="159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8" name="Google Shape;12498;p31"/>
            <p:cNvSpPr/>
            <p:nvPr/>
          </p:nvSpPr>
          <p:spPr>
            <a:xfrm>
              <a:off x="4093550" y="3052300"/>
              <a:ext cx="5200" cy="5250"/>
            </a:xfrm>
            <a:custGeom>
              <a:avLst/>
              <a:gdLst/>
              <a:ahLst/>
              <a:cxnLst/>
              <a:rect l="l" t="t" r="r" b="b"/>
              <a:pathLst>
                <a:path w="208" h="210" extrusionOk="0">
                  <a:moveTo>
                    <a:pt x="100" y="1"/>
                  </a:moveTo>
                  <a:cubicBezTo>
                    <a:pt x="51" y="1"/>
                    <a:pt x="1" y="47"/>
                    <a:pt x="1" y="90"/>
                  </a:cubicBezTo>
                  <a:lnTo>
                    <a:pt x="1" y="144"/>
                  </a:lnTo>
                  <a:lnTo>
                    <a:pt x="17" y="160"/>
                  </a:lnTo>
                  <a:cubicBezTo>
                    <a:pt x="34" y="193"/>
                    <a:pt x="50" y="210"/>
                    <a:pt x="83" y="210"/>
                  </a:cubicBezTo>
                  <a:cubicBezTo>
                    <a:pt x="137" y="210"/>
                    <a:pt x="186" y="177"/>
                    <a:pt x="207" y="123"/>
                  </a:cubicBezTo>
                  <a:cubicBezTo>
                    <a:pt x="207" y="90"/>
                    <a:pt x="207" y="74"/>
                    <a:pt x="186" y="41"/>
                  </a:cubicBezTo>
                  <a:cubicBezTo>
                    <a:pt x="170" y="20"/>
                    <a:pt x="137" y="4"/>
                    <a:pt x="121" y="4"/>
                  </a:cubicBezTo>
                  <a:cubicBezTo>
                    <a:pt x="114" y="2"/>
                    <a:pt x="107" y="1"/>
                    <a:pt x="1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9" name="Google Shape;12499;p31"/>
            <p:cNvSpPr/>
            <p:nvPr/>
          </p:nvSpPr>
          <p:spPr>
            <a:xfrm>
              <a:off x="4096150" y="3115475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8" y="1"/>
                  </a:moveTo>
                  <a:cubicBezTo>
                    <a:pt x="53" y="1"/>
                    <a:pt x="14" y="44"/>
                    <a:pt x="0" y="91"/>
                  </a:cubicBezTo>
                  <a:cubicBezTo>
                    <a:pt x="0" y="107"/>
                    <a:pt x="0" y="123"/>
                    <a:pt x="17" y="140"/>
                  </a:cubicBezTo>
                  <a:lnTo>
                    <a:pt x="17" y="156"/>
                  </a:lnTo>
                  <a:cubicBezTo>
                    <a:pt x="33" y="194"/>
                    <a:pt x="66" y="210"/>
                    <a:pt x="82" y="210"/>
                  </a:cubicBezTo>
                  <a:cubicBezTo>
                    <a:pt x="153" y="210"/>
                    <a:pt x="206" y="173"/>
                    <a:pt x="206" y="123"/>
                  </a:cubicBezTo>
                  <a:cubicBezTo>
                    <a:pt x="223" y="91"/>
                    <a:pt x="206" y="70"/>
                    <a:pt x="186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2" y="2"/>
                    <a:pt x="105" y="1"/>
                    <a:pt x="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0" name="Google Shape;12500;p31"/>
            <p:cNvSpPr/>
            <p:nvPr/>
          </p:nvSpPr>
          <p:spPr>
            <a:xfrm>
              <a:off x="4090475" y="306610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12" y="1"/>
                  </a:moveTo>
                  <a:cubicBezTo>
                    <a:pt x="76" y="1"/>
                    <a:pt x="41" y="17"/>
                    <a:pt x="21" y="37"/>
                  </a:cubicBezTo>
                  <a:cubicBezTo>
                    <a:pt x="0" y="54"/>
                    <a:pt x="0" y="87"/>
                    <a:pt x="0" y="124"/>
                  </a:cubicBezTo>
                  <a:lnTo>
                    <a:pt x="0" y="140"/>
                  </a:lnTo>
                  <a:cubicBezTo>
                    <a:pt x="21" y="157"/>
                    <a:pt x="21" y="173"/>
                    <a:pt x="37" y="190"/>
                  </a:cubicBezTo>
                  <a:cubicBezTo>
                    <a:pt x="57" y="204"/>
                    <a:pt x="80" y="211"/>
                    <a:pt x="102" y="211"/>
                  </a:cubicBezTo>
                  <a:cubicBezTo>
                    <a:pt x="136" y="211"/>
                    <a:pt x="170" y="196"/>
                    <a:pt x="190" y="173"/>
                  </a:cubicBezTo>
                  <a:cubicBezTo>
                    <a:pt x="227" y="124"/>
                    <a:pt x="227" y="54"/>
                    <a:pt x="173" y="21"/>
                  </a:cubicBezTo>
                  <a:cubicBezTo>
                    <a:pt x="155" y="7"/>
                    <a:pt x="133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1" name="Google Shape;12501;p31"/>
            <p:cNvSpPr/>
            <p:nvPr/>
          </p:nvSpPr>
          <p:spPr>
            <a:xfrm>
              <a:off x="4089650" y="3082875"/>
              <a:ext cx="5575" cy="4925"/>
            </a:xfrm>
            <a:custGeom>
              <a:avLst/>
              <a:gdLst/>
              <a:ahLst/>
              <a:cxnLst/>
              <a:rect l="l" t="t" r="r" b="b"/>
              <a:pathLst>
                <a:path w="223" h="197" extrusionOk="0">
                  <a:moveTo>
                    <a:pt x="70" y="1"/>
                  </a:moveTo>
                  <a:cubicBezTo>
                    <a:pt x="54" y="17"/>
                    <a:pt x="33" y="34"/>
                    <a:pt x="17" y="55"/>
                  </a:cubicBezTo>
                  <a:cubicBezTo>
                    <a:pt x="0" y="71"/>
                    <a:pt x="0" y="104"/>
                    <a:pt x="17" y="137"/>
                  </a:cubicBezTo>
                  <a:cubicBezTo>
                    <a:pt x="29" y="177"/>
                    <a:pt x="63" y="197"/>
                    <a:pt x="108" y="197"/>
                  </a:cubicBezTo>
                  <a:cubicBezTo>
                    <a:pt x="123" y="197"/>
                    <a:pt x="140" y="195"/>
                    <a:pt x="157" y="191"/>
                  </a:cubicBezTo>
                  <a:cubicBezTo>
                    <a:pt x="206" y="174"/>
                    <a:pt x="223" y="121"/>
                    <a:pt x="206" y="55"/>
                  </a:cubicBezTo>
                  <a:cubicBezTo>
                    <a:pt x="190" y="34"/>
                    <a:pt x="17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2" name="Google Shape;12502;p31"/>
            <p:cNvSpPr/>
            <p:nvPr/>
          </p:nvSpPr>
          <p:spPr>
            <a:xfrm>
              <a:off x="4066450" y="3156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5" y="1"/>
                  </a:moveTo>
                  <a:cubicBezTo>
                    <a:pt x="41" y="1"/>
                    <a:pt x="1" y="44"/>
                    <a:pt x="1" y="91"/>
                  </a:cubicBezTo>
                  <a:lnTo>
                    <a:pt x="1" y="140"/>
                  </a:lnTo>
                  <a:lnTo>
                    <a:pt x="17" y="157"/>
                  </a:lnTo>
                  <a:cubicBezTo>
                    <a:pt x="34" y="194"/>
                    <a:pt x="54" y="194"/>
                    <a:pt x="87" y="210"/>
                  </a:cubicBezTo>
                  <a:cubicBezTo>
                    <a:pt x="120" y="210"/>
                    <a:pt x="137" y="210"/>
                    <a:pt x="157" y="194"/>
                  </a:cubicBezTo>
                  <a:cubicBezTo>
                    <a:pt x="190" y="173"/>
                    <a:pt x="207" y="140"/>
                    <a:pt x="207" y="124"/>
                  </a:cubicBezTo>
                  <a:cubicBezTo>
                    <a:pt x="207" y="91"/>
                    <a:pt x="207" y="70"/>
                    <a:pt x="190" y="37"/>
                  </a:cubicBezTo>
                  <a:cubicBezTo>
                    <a:pt x="174" y="21"/>
                    <a:pt x="137" y="4"/>
                    <a:pt x="120" y="4"/>
                  </a:cubicBezTo>
                  <a:cubicBezTo>
                    <a:pt x="111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3" name="Google Shape;12503;p31"/>
            <p:cNvSpPr/>
            <p:nvPr/>
          </p:nvSpPr>
          <p:spPr>
            <a:xfrm>
              <a:off x="4077175" y="31626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10" y="0"/>
                  </a:moveTo>
                  <a:cubicBezTo>
                    <a:pt x="96" y="0"/>
                    <a:pt x="83" y="2"/>
                    <a:pt x="70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17" y="163"/>
                    <a:pt x="38" y="163"/>
                    <a:pt x="38" y="179"/>
                  </a:cubicBezTo>
                  <a:cubicBezTo>
                    <a:pt x="57" y="199"/>
                    <a:pt x="76" y="207"/>
                    <a:pt x="100" y="207"/>
                  </a:cubicBezTo>
                  <a:cubicBezTo>
                    <a:pt x="116" y="207"/>
                    <a:pt x="135" y="203"/>
                    <a:pt x="157" y="196"/>
                  </a:cubicBezTo>
                  <a:cubicBezTo>
                    <a:pt x="190" y="179"/>
                    <a:pt x="207" y="142"/>
                    <a:pt x="223" y="109"/>
                  </a:cubicBezTo>
                  <a:cubicBezTo>
                    <a:pt x="223" y="93"/>
                    <a:pt x="223" y="76"/>
                    <a:pt x="207" y="60"/>
                  </a:cubicBezTo>
                  <a:cubicBezTo>
                    <a:pt x="194" y="19"/>
                    <a:pt x="151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4" name="Google Shape;12504;p31"/>
            <p:cNvSpPr/>
            <p:nvPr/>
          </p:nvSpPr>
          <p:spPr>
            <a:xfrm>
              <a:off x="4062650" y="3181225"/>
              <a:ext cx="5575" cy="5125"/>
            </a:xfrm>
            <a:custGeom>
              <a:avLst/>
              <a:gdLst/>
              <a:ahLst/>
              <a:cxnLst/>
              <a:rect l="l" t="t" r="r" b="b"/>
              <a:pathLst>
                <a:path w="223" h="205" extrusionOk="0">
                  <a:moveTo>
                    <a:pt x="103" y="0"/>
                  </a:moveTo>
                  <a:cubicBezTo>
                    <a:pt x="66" y="0"/>
                    <a:pt x="50" y="17"/>
                    <a:pt x="33" y="37"/>
                  </a:cubicBezTo>
                  <a:cubicBezTo>
                    <a:pt x="17" y="54"/>
                    <a:pt x="0" y="87"/>
                    <a:pt x="0" y="103"/>
                  </a:cubicBezTo>
                  <a:cubicBezTo>
                    <a:pt x="0" y="120"/>
                    <a:pt x="17" y="120"/>
                    <a:pt x="17" y="140"/>
                  </a:cubicBezTo>
                  <a:cubicBezTo>
                    <a:pt x="17" y="157"/>
                    <a:pt x="33" y="173"/>
                    <a:pt x="50" y="173"/>
                  </a:cubicBezTo>
                  <a:cubicBezTo>
                    <a:pt x="64" y="196"/>
                    <a:pt x="87" y="205"/>
                    <a:pt x="110" y="205"/>
                  </a:cubicBezTo>
                  <a:cubicBezTo>
                    <a:pt x="138" y="205"/>
                    <a:pt x="168" y="191"/>
                    <a:pt x="186" y="173"/>
                  </a:cubicBezTo>
                  <a:cubicBezTo>
                    <a:pt x="206" y="140"/>
                    <a:pt x="223" y="120"/>
                    <a:pt x="223" y="87"/>
                  </a:cubicBezTo>
                  <a:cubicBezTo>
                    <a:pt x="206" y="70"/>
                    <a:pt x="206" y="3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5" name="Google Shape;12505;p31"/>
            <p:cNvSpPr/>
            <p:nvPr/>
          </p:nvSpPr>
          <p:spPr>
            <a:xfrm>
              <a:off x="4060475" y="31945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24"/>
                    <a:pt x="17" y="140"/>
                  </a:cubicBezTo>
                  <a:cubicBezTo>
                    <a:pt x="17" y="157"/>
                    <a:pt x="17" y="157"/>
                    <a:pt x="33" y="173"/>
                  </a:cubicBezTo>
                  <a:cubicBezTo>
                    <a:pt x="33" y="190"/>
                    <a:pt x="66" y="206"/>
                    <a:pt x="104" y="206"/>
                  </a:cubicBezTo>
                  <a:cubicBezTo>
                    <a:pt x="120" y="206"/>
                    <a:pt x="153" y="206"/>
                    <a:pt x="170" y="190"/>
                  </a:cubicBezTo>
                  <a:cubicBezTo>
                    <a:pt x="190" y="173"/>
                    <a:pt x="207" y="157"/>
                    <a:pt x="207" y="124"/>
                  </a:cubicBezTo>
                  <a:cubicBezTo>
                    <a:pt x="223" y="70"/>
                    <a:pt x="190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6" name="Google Shape;12506;p31"/>
            <p:cNvSpPr/>
            <p:nvPr/>
          </p:nvSpPr>
          <p:spPr>
            <a:xfrm>
              <a:off x="4096550" y="3129775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29" y="0"/>
                  </a:moveTo>
                  <a:cubicBezTo>
                    <a:pt x="115" y="0"/>
                    <a:pt x="101" y="4"/>
                    <a:pt x="87" y="13"/>
                  </a:cubicBezTo>
                  <a:cubicBezTo>
                    <a:pt x="17" y="34"/>
                    <a:pt x="1" y="83"/>
                    <a:pt x="17" y="137"/>
                  </a:cubicBezTo>
                  <a:cubicBezTo>
                    <a:pt x="30" y="187"/>
                    <a:pt x="73" y="209"/>
                    <a:pt x="116" y="209"/>
                  </a:cubicBezTo>
                  <a:cubicBezTo>
                    <a:pt x="129" y="209"/>
                    <a:pt x="141" y="207"/>
                    <a:pt x="153" y="203"/>
                  </a:cubicBezTo>
                  <a:cubicBezTo>
                    <a:pt x="207" y="186"/>
                    <a:pt x="240" y="116"/>
                    <a:pt x="223" y="67"/>
                  </a:cubicBezTo>
                  <a:cubicBezTo>
                    <a:pt x="199" y="28"/>
                    <a:pt x="165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7" name="Google Shape;12507;p31"/>
            <p:cNvSpPr/>
            <p:nvPr/>
          </p:nvSpPr>
          <p:spPr>
            <a:xfrm>
              <a:off x="4063050" y="3167825"/>
              <a:ext cx="5600" cy="5450"/>
            </a:xfrm>
            <a:custGeom>
              <a:avLst/>
              <a:gdLst/>
              <a:ahLst/>
              <a:cxnLst/>
              <a:rect l="l" t="t" r="r" b="b"/>
              <a:pathLst>
                <a:path w="224" h="218" extrusionOk="0">
                  <a:moveTo>
                    <a:pt x="102" y="0"/>
                  </a:moveTo>
                  <a:cubicBezTo>
                    <a:pt x="91" y="0"/>
                    <a:pt x="79" y="1"/>
                    <a:pt x="67" y="4"/>
                  </a:cubicBezTo>
                  <a:cubicBezTo>
                    <a:pt x="17" y="37"/>
                    <a:pt x="1" y="91"/>
                    <a:pt x="17" y="140"/>
                  </a:cubicBezTo>
                  <a:cubicBezTo>
                    <a:pt x="17" y="161"/>
                    <a:pt x="34" y="178"/>
                    <a:pt x="50" y="194"/>
                  </a:cubicBezTo>
                  <a:cubicBezTo>
                    <a:pt x="62" y="206"/>
                    <a:pt x="92" y="217"/>
                    <a:pt x="120" y="217"/>
                  </a:cubicBezTo>
                  <a:cubicBezTo>
                    <a:pt x="132" y="217"/>
                    <a:pt x="143" y="215"/>
                    <a:pt x="153" y="211"/>
                  </a:cubicBezTo>
                  <a:cubicBezTo>
                    <a:pt x="190" y="194"/>
                    <a:pt x="207" y="161"/>
                    <a:pt x="223" y="124"/>
                  </a:cubicBezTo>
                  <a:cubicBezTo>
                    <a:pt x="223" y="107"/>
                    <a:pt x="223" y="91"/>
                    <a:pt x="207" y="74"/>
                  </a:cubicBezTo>
                  <a:cubicBezTo>
                    <a:pt x="193" y="30"/>
                    <a:pt x="15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8" name="Google Shape;12508;p31"/>
            <p:cNvSpPr/>
            <p:nvPr/>
          </p:nvSpPr>
          <p:spPr>
            <a:xfrm>
              <a:off x="4075000" y="31781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0" y="0"/>
                  </a:moveTo>
                  <a:cubicBezTo>
                    <a:pt x="38" y="0"/>
                    <a:pt x="1" y="33"/>
                    <a:pt x="1" y="91"/>
                  </a:cubicBezTo>
                  <a:lnTo>
                    <a:pt x="1" y="141"/>
                  </a:lnTo>
                  <a:cubicBezTo>
                    <a:pt x="21" y="178"/>
                    <a:pt x="54" y="194"/>
                    <a:pt x="87" y="211"/>
                  </a:cubicBezTo>
                  <a:cubicBezTo>
                    <a:pt x="141" y="211"/>
                    <a:pt x="190" y="178"/>
                    <a:pt x="207" y="124"/>
                  </a:cubicBezTo>
                  <a:cubicBezTo>
                    <a:pt x="207" y="91"/>
                    <a:pt x="207" y="58"/>
                    <a:pt x="190" y="38"/>
                  </a:cubicBezTo>
                  <a:cubicBezTo>
                    <a:pt x="174" y="21"/>
                    <a:pt x="141" y="5"/>
                    <a:pt x="125" y="5"/>
                  </a:cubicBezTo>
                  <a:cubicBezTo>
                    <a:pt x="113" y="2"/>
                    <a:pt x="101" y="0"/>
                    <a:pt x="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9" name="Google Shape;12509;p31"/>
            <p:cNvSpPr/>
            <p:nvPr/>
          </p:nvSpPr>
          <p:spPr>
            <a:xfrm>
              <a:off x="4068625" y="3140225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5" y="1"/>
                  </a:moveTo>
                  <a:cubicBezTo>
                    <a:pt x="76" y="1"/>
                    <a:pt x="60" y="13"/>
                    <a:pt x="33" y="28"/>
                  </a:cubicBezTo>
                  <a:cubicBezTo>
                    <a:pt x="17" y="45"/>
                    <a:pt x="0" y="61"/>
                    <a:pt x="0" y="94"/>
                  </a:cubicBezTo>
                  <a:lnTo>
                    <a:pt x="0" y="148"/>
                  </a:lnTo>
                  <a:lnTo>
                    <a:pt x="17" y="164"/>
                  </a:lnTo>
                  <a:cubicBezTo>
                    <a:pt x="33" y="181"/>
                    <a:pt x="50" y="197"/>
                    <a:pt x="87" y="197"/>
                  </a:cubicBezTo>
                  <a:cubicBezTo>
                    <a:pt x="95" y="200"/>
                    <a:pt x="104" y="201"/>
                    <a:pt x="112" y="201"/>
                  </a:cubicBezTo>
                  <a:cubicBezTo>
                    <a:pt x="153" y="201"/>
                    <a:pt x="193" y="169"/>
                    <a:pt x="206" y="111"/>
                  </a:cubicBezTo>
                  <a:cubicBezTo>
                    <a:pt x="206" y="94"/>
                    <a:pt x="206" y="61"/>
                    <a:pt x="190" y="45"/>
                  </a:cubicBezTo>
                  <a:cubicBezTo>
                    <a:pt x="173" y="28"/>
                    <a:pt x="136" y="8"/>
                    <a:pt x="120" y="8"/>
                  </a:cubicBezTo>
                  <a:cubicBezTo>
                    <a:pt x="110" y="3"/>
                    <a:pt x="102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0" name="Google Shape;12510;p31"/>
            <p:cNvSpPr/>
            <p:nvPr/>
          </p:nvSpPr>
          <p:spPr>
            <a:xfrm>
              <a:off x="4072950" y="319320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99" y="0"/>
                  </a:moveTo>
                  <a:cubicBezTo>
                    <a:pt x="54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cubicBezTo>
                    <a:pt x="17" y="140"/>
                    <a:pt x="17" y="156"/>
                    <a:pt x="33" y="156"/>
                  </a:cubicBezTo>
                  <a:cubicBezTo>
                    <a:pt x="33" y="193"/>
                    <a:pt x="66" y="193"/>
                    <a:pt x="103" y="210"/>
                  </a:cubicBezTo>
                  <a:cubicBezTo>
                    <a:pt x="120" y="210"/>
                    <a:pt x="153" y="210"/>
                    <a:pt x="169" y="193"/>
                  </a:cubicBezTo>
                  <a:cubicBezTo>
                    <a:pt x="186" y="177"/>
                    <a:pt x="207" y="140"/>
                    <a:pt x="207" y="123"/>
                  </a:cubicBezTo>
                  <a:cubicBezTo>
                    <a:pt x="223" y="90"/>
                    <a:pt x="207" y="74"/>
                    <a:pt x="186" y="37"/>
                  </a:cubicBezTo>
                  <a:cubicBezTo>
                    <a:pt x="169" y="20"/>
                    <a:pt x="153" y="4"/>
                    <a:pt x="120" y="4"/>
                  </a:cubicBezTo>
                  <a:cubicBezTo>
                    <a:pt x="113" y="1"/>
                    <a:pt x="106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1" name="Google Shape;12511;p31"/>
            <p:cNvSpPr/>
            <p:nvPr/>
          </p:nvSpPr>
          <p:spPr>
            <a:xfrm>
              <a:off x="4056150" y="3148900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122" y="0"/>
                  </a:moveTo>
                  <a:cubicBezTo>
                    <a:pt x="115" y="0"/>
                    <a:pt x="108" y="2"/>
                    <a:pt x="103" y="7"/>
                  </a:cubicBezTo>
                  <a:cubicBezTo>
                    <a:pt x="70" y="7"/>
                    <a:pt x="54" y="23"/>
                    <a:pt x="33" y="40"/>
                  </a:cubicBezTo>
                  <a:cubicBezTo>
                    <a:pt x="17" y="56"/>
                    <a:pt x="0" y="93"/>
                    <a:pt x="0" y="110"/>
                  </a:cubicBezTo>
                  <a:cubicBezTo>
                    <a:pt x="0" y="126"/>
                    <a:pt x="0" y="126"/>
                    <a:pt x="17" y="143"/>
                  </a:cubicBezTo>
                  <a:cubicBezTo>
                    <a:pt x="17" y="159"/>
                    <a:pt x="33" y="176"/>
                    <a:pt x="54" y="176"/>
                  </a:cubicBezTo>
                  <a:cubicBezTo>
                    <a:pt x="69" y="193"/>
                    <a:pt x="92" y="202"/>
                    <a:pt x="115" y="202"/>
                  </a:cubicBezTo>
                  <a:cubicBezTo>
                    <a:pt x="143" y="202"/>
                    <a:pt x="172" y="189"/>
                    <a:pt x="190" y="159"/>
                  </a:cubicBezTo>
                  <a:cubicBezTo>
                    <a:pt x="223" y="126"/>
                    <a:pt x="223" y="56"/>
                    <a:pt x="173" y="23"/>
                  </a:cubicBezTo>
                  <a:cubicBezTo>
                    <a:pt x="162" y="12"/>
                    <a:pt x="140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2" name="Google Shape;12512;p31"/>
            <p:cNvSpPr/>
            <p:nvPr/>
          </p:nvSpPr>
          <p:spPr>
            <a:xfrm>
              <a:off x="4128700" y="31579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5" y="1"/>
                  </a:moveTo>
                  <a:cubicBezTo>
                    <a:pt x="58" y="1"/>
                    <a:pt x="17" y="47"/>
                    <a:pt x="17" y="90"/>
                  </a:cubicBezTo>
                  <a:cubicBezTo>
                    <a:pt x="1" y="107"/>
                    <a:pt x="17" y="123"/>
                    <a:pt x="17" y="144"/>
                  </a:cubicBezTo>
                  <a:cubicBezTo>
                    <a:pt x="17" y="144"/>
                    <a:pt x="17" y="160"/>
                    <a:pt x="38" y="160"/>
                  </a:cubicBezTo>
                  <a:cubicBezTo>
                    <a:pt x="54" y="193"/>
                    <a:pt x="71" y="210"/>
                    <a:pt x="104" y="210"/>
                  </a:cubicBezTo>
                  <a:cubicBezTo>
                    <a:pt x="158" y="210"/>
                    <a:pt x="207" y="177"/>
                    <a:pt x="223" y="123"/>
                  </a:cubicBezTo>
                  <a:cubicBezTo>
                    <a:pt x="223" y="90"/>
                    <a:pt x="223" y="74"/>
                    <a:pt x="207" y="41"/>
                  </a:cubicBezTo>
                  <a:cubicBezTo>
                    <a:pt x="191" y="20"/>
                    <a:pt x="158" y="4"/>
                    <a:pt x="141" y="4"/>
                  </a:cubicBezTo>
                  <a:cubicBezTo>
                    <a:pt x="132" y="1"/>
                    <a:pt x="124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3" name="Google Shape;12513;p31"/>
            <p:cNvSpPr/>
            <p:nvPr/>
          </p:nvSpPr>
          <p:spPr>
            <a:xfrm>
              <a:off x="4131275" y="31301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88" y="0"/>
                    <a:pt x="71" y="0"/>
                    <a:pt x="38" y="21"/>
                  </a:cubicBezTo>
                  <a:cubicBezTo>
                    <a:pt x="17" y="37"/>
                    <a:pt x="1" y="70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8" y="190"/>
                    <a:pt x="55" y="206"/>
                    <a:pt x="88" y="206"/>
                  </a:cubicBezTo>
                  <a:cubicBezTo>
                    <a:pt x="141" y="206"/>
                    <a:pt x="191" y="173"/>
                    <a:pt x="207" y="124"/>
                  </a:cubicBezTo>
                  <a:cubicBezTo>
                    <a:pt x="207" y="87"/>
                    <a:pt x="207" y="70"/>
                    <a:pt x="191" y="37"/>
                  </a:cubicBezTo>
                  <a:cubicBezTo>
                    <a:pt x="174" y="21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4" name="Google Shape;12514;p31"/>
            <p:cNvSpPr/>
            <p:nvPr/>
          </p:nvSpPr>
          <p:spPr>
            <a:xfrm>
              <a:off x="4130050" y="31442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3" y="1"/>
                  </a:moveTo>
                  <a:cubicBezTo>
                    <a:pt x="38" y="1"/>
                    <a:pt x="0" y="44"/>
                    <a:pt x="0" y="91"/>
                  </a:cubicBezTo>
                  <a:lnTo>
                    <a:pt x="0" y="124"/>
                  </a:lnTo>
                  <a:lnTo>
                    <a:pt x="0" y="140"/>
                  </a:lnTo>
                  <a:lnTo>
                    <a:pt x="17" y="157"/>
                  </a:lnTo>
                  <a:cubicBezTo>
                    <a:pt x="33" y="194"/>
                    <a:pt x="50" y="210"/>
                    <a:pt x="87" y="210"/>
                  </a:cubicBezTo>
                  <a:cubicBezTo>
                    <a:pt x="120" y="210"/>
                    <a:pt x="137" y="210"/>
                    <a:pt x="153" y="194"/>
                  </a:cubicBezTo>
                  <a:cubicBezTo>
                    <a:pt x="190" y="177"/>
                    <a:pt x="207" y="140"/>
                    <a:pt x="207" y="124"/>
                  </a:cubicBezTo>
                  <a:cubicBezTo>
                    <a:pt x="207" y="91"/>
                    <a:pt x="207" y="74"/>
                    <a:pt x="190" y="54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5" name="Google Shape;12515;p31"/>
            <p:cNvSpPr/>
            <p:nvPr/>
          </p:nvSpPr>
          <p:spPr>
            <a:xfrm>
              <a:off x="4124475" y="3169925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08" y="1"/>
                  </a:moveTo>
                  <a:cubicBezTo>
                    <a:pt x="94" y="1"/>
                    <a:pt x="80" y="3"/>
                    <a:pt x="67" y="7"/>
                  </a:cubicBezTo>
                  <a:cubicBezTo>
                    <a:pt x="17" y="23"/>
                    <a:pt x="1" y="94"/>
                    <a:pt x="17" y="143"/>
                  </a:cubicBezTo>
                  <a:cubicBezTo>
                    <a:pt x="30" y="183"/>
                    <a:pt x="61" y="203"/>
                    <a:pt x="106" y="203"/>
                  </a:cubicBezTo>
                  <a:cubicBezTo>
                    <a:pt x="120" y="203"/>
                    <a:pt x="136" y="201"/>
                    <a:pt x="153" y="197"/>
                  </a:cubicBezTo>
                  <a:cubicBezTo>
                    <a:pt x="207" y="180"/>
                    <a:pt x="223" y="110"/>
                    <a:pt x="207" y="56"/>
                  </a:cubicBezTo>
                  <a:cubicBezTo>
                    <a:pt x="191" y="19"/>
                    <a:pt x="15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6" name="Google Shape;12516;p31"/>
            <p:cNvSpPr/>
            <p:nvPr/>
          </p:nvSpPr>
          <p:spPr>
            <a:xfrm>
              <a:off x="4146325" y="312617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5" y="1"/>
                  </a:moveTo>
                  <a:cubicBezTo>
                    <a:pt x="54" y="1"/>
                    <a:pt x="15" y="33"/>
                    <a:pt x="1" y="91"/>
                  </a:cubicBezTo>
                  <a:cubicBezTo>
                    <a:pt x="1" y="108"/>
                    <a:pt x="1" y="124"/>
                    <a:pt x="17" y="141"/>
                  </a:cubicBezTo>
                  <a:lnTo>
                    <a:pt x="17" y="157"/>
                  </a:lnTo>
                  <a:cubicBezTo>
                    <a:pt x="34" y="178"/>
                    <a:pt x="71" y="194"/>
                    <a:pt x="87" y="211"/>
                  </a:cubicBezTo>
                  <a:cubicBezTo>
                    <a:pt x="120" y="211"/>
                    <a:pt x="158" y="194"/>
                    <a:pt x="174" y="194"/>
                  </a:cubicBezTo>
                  <a:cubicBezTo>
                    <a:pt x="191" y="178"/>
                    <a:pt x="207" y="141"/>
                    <a:pt x="207" y="124"/>
                  </a:cubicBezTo>
                  <a:cubicBezTo>
                    <a:pt x="223" y="91"/>
                    <a:pt x="207" y="54"/>
                    <a:pt x="191" y="38"/>
                  </a:cubicBezTo>
                  <a:cubicBezTo>
                    <a:pt x="174" y="21"/>
                    <a:pt x="158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7" name="Google Shape;12517;p31"/>
            <p:cNvSpPr/>
            <p:nvPr/>
          </p:nvSpPr>
          <p:spPr>
            <a:xfrm>
              <a:off x="4142925" y="31373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42"/>
                    <a:pt x="1" y="92"/>
                    <a:pt x="17" y="145"/>
                  </a:cubicBezTo>
                  <a:cubicBezTo>
                    <a:pt x="34" y="162"/>
                    <a:pt x="34" y="178"/>
                    <a:pt x="50" y="178"/>
                  </a:cubicBezTo>
                  <a:cubicBezTo>
                    <a:pt x="87" y="211"/>
                    <a:pt x="120" y="211"/>
                    <a:pt x="153" y="211"/>
                  </a:cubicBezTo>
                  <a:cubicBezTo>
                    <a:pt x="207" y="195"/>
                    <a:pt x="223" y="162"/>
                    <a:pt x="223" y="125"/>
                  </a:cubicBezTo>
                  <a:lnTo>
                    <a:pt x="223" y="75"/>
                  </a:lnTo>
                  <a:cubicBezTo>
                    <a:pt x="210" y="31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8" name="Google Shape;12518;p31"/>
            <p:cNvSpPr/>
            <p:nvPr/>
          </p:nvSpPr>
          <p:spPr>
            <a:xfrm>
              <a:off x="4142925" y="315055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15" y="0"/>
                  </a:moveTo>
                  <a:cubicBezTo>
                    <a:pt x="106" y="0"/>
                    <a:pt x="97" y="2"/>
                    <a:pt x="87" y="7"/>
                  </a:cubicBezTo>
                  <a:cubicBezTo>
                    <a:pt x="67" y="7"/>
                    <a:pt x="34" y="27"/>
                    <a:pt x="17" y="44"/>
                  </a:cubicBezTo>
                  <a:cubicBezTo>
                    <a:pt x="1" y="60"/>
                    <a:pt x="1" y="93"/>
                    <a:pt x="1" y="110"/>
                  </a:cubicBezTo>
                  <a:lnTo>
                    <a:pt x="1" y="147"/>
                  </a:lnTo>
                  <a:cubicBezTo>
                    <a:pt x="17" y="164"/>
                    <a:pt x="17" y="180"/>
                    <a:pt x="34" y="180"/>
                  </a:cubicBez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4"/>
                  </a:cubicBezTo>
                  <a:cubicBezTo>
                    <a:pt x="207" y="147"/>
                    <a:pt x="207" y="131"/>
                    <a:pt x="207" y="93"/>
                  </a:cubicBezTo>
                  <a:cubicBezTo>
                    <a:pt x="207" y="60"/>
                    <a:pt x="190" y="44"/>
                    <a:pt x="170" y="27"/>
                  </a:cubicBezTo>
                  <a:cubicBezTo>
                    <a:pt x="158" y="13"/>
                    <a:pt x="138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9" name="Google Shape;12519;p31"/>
            <p:cNvSpPr/>
            <p:nvPr/>
          </p:nvSpPr>
          <p:spPr>
            <a:xfrm>
              <a:off x="4136450" y="3118150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87" y="0"/>
                  </a:moveTo>
                  <a:cubicBezTo>
                    <a:pt x="70" y="16"/>
                    <a:pt x="37" y="16"/>
                    <a:pt x="17" y="49"/>
                  </a:cubicBezTo>
                  <a:cubicBezTo>
                    <a:pt x="0" y="66"/>
                    <a:pt x="0" y="87"/>
                    <a:pt x="0" y="120"/>
                  </a:cubicBezTo>
                  <a:lnTo>
                    <a:pt x="0" y="153"/>
                  </a:lnTo>
                  <a:cubicBezTo>
                    <a:pt x="17" y="169"/>
                    <a:pt x="17" y="169"/>
                    <a:pt x="37" y="190"/>
                  </a:cubicBezTo>
                  <a:cubicBezTo>
                    <a:pt x="59" y="204"/>
                    <a:pt x="85" y="212"/>
                    <a:pt x="109" y="212"/>
                  </a:cubicBezTo>
                  <a:cubicBezTo>
                    <a:pt x="141" y="212"/>
                    <a:pt x="171" y="199"/>
                    <a:pt x="190" y="169"/>
                  </a:cubicBezTo>
                  <a:cubicBezTo>
                    <a:pt x="223" y="136"/>
                    <a:pt x="206" y="66"/>
                    <a:pt x="173" y="33"/>
                  </a:cubicBezTo>
                  <a:cubicBezTo>
                    <a:pt x="140" y="16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0" name="Google Shape;12520;p31"/>
            <p:cNvSpPr/>
            <p:nvPr/>
          </p:nvSpPr>
          <p:spPr>
            <a:xfrm>
              <a:off x="4123150" y="31837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0" y="0"/>
                  </a:moveTo>
                  <a:cubicBezTo>
                    <a:pt x="54" y="0"/>
                    <a:pt x="0" y="47"/>
                    <a:pt x="0" y="90"/>
                  </a:cubicBezTo>
                  <a:lnTo>
                    <a:pt x="0" y="143"/>
                  </a:lnTo>
                  <a:lnTo>
                    <a:pt x="17" y="160"/>
                  </a:lnTo>
                  <a:cubicBezTo>
                    <a:pt x="33" y="193"/>
                    <a:pt x="54" y="193"/>
                    <a:pt x="87" y="209"/>
                  </a:cubicBezTo>
                  <a:cubicBezTo>
                    <a:pt x="136" y="209"/>
                    <a:pt x="190" y="176"/>
                    <a:pt x="206" y="123"/>
                  </a:cubicBezTo>
                  <a:cubicBezTo>
                    <a:pt x="206" y="90"/>
                    <a:pt x="206" y="73"/>
                    <a:pt x="190" y="40"/>
                  </a:cubicBezTo>
                  <a:cubicBezTo>
                    <a:pt x="173" y="20"/>
                    <a:pt x="157" y="3"/>
                    <a:pt x="120" y="3"/>
                  </a:cubicBezTo>
                  <a:cubicBezTo>
                    <a:pt x="114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1" name="Google Shape;12521;p31"/>
            <p:cNvSpPr/>
            <p:nvPr/>
          </p:nvSpPr>
          <p:spPr>
            <a:xfrm>
              <a:off x="4120150" y="3120600"/>
              <a:ext cx="5600" cy="5300"/>
            </a:xfrm>
            <a:custGeom>
              <a:avLst/>
              <a:gdLst/>
              <a:ahLst/>
              <a:cxnLst/>
              <a:rect l="l" t="t" r="r" b="b"/>
              <a:pathLst>
                <a:path w="224" h="212" extrusionOk="0">
                  <a:moveTo>
                    <a:pt x="104" y="1"/>
                  </a:moveTo>
                  <a:cubicBezTo>
                    <a:pt x="54" y="1"/>
                    <a:pt x="17" y="34"/>
                    <a:pt x="17" y="92"/>
                  </a:cubicBezTo>
                  <a:cubicBezTo>
                    <a:pt x="1" y="108"/>
                    <a:pt x="17" y="125"/>
                    <a:pt x="17" y="141"/>
                  </a:cubicBezTo>
                  <a:cubicBezTo>
                    <a:pt x="17" y="141"/>
                    <a:pt x="17" y="158"/>
                    <a:pt x="34" y="158"/>
                  </a:cubicBezTo>
                  <a:cubicBezTo>
                    <a:pt x="50" y="195"/>
                    <a:pt x="71" y="195"/>
                    <a:pt x="104" y="211"/>
                  </a:cubicBezTo>
                  <a:cubicBezTo>
                    <a:pt x="153" y="211"/>
                    <a:pt x="207" y="174"/>
                    <a:pt x="223" y="125"/>
                  </a:cubicBezTo>
                  <a:cubicBezTo>
                    <a:pt x="223" y="92"/>
                    <a:pt x="207" y="55"/>
                    <a:pt x="207" y="38"/>
                  </a:cubicBezTo>
                  <a:cubicBezTo>
                    <a:pt x="190" y="22"/>
                    <a:pt x="153" y="5"/>
                    <a:pt x="137" y="5"/>
                  </a:cubicBezTo>
                  <a:cubicBezTo>
                    <a:pt x="125" y="2"/>
                    <a:pt x="11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2" name="Google Shape;12522;p31"/>
            <p:cNvSpPr/>
            <p:nvPr/>
          </p:nvSpPr>
          <p:spPr>
            <a:xfrm>
              <a:off x="4109850" y="31086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50" y="1"/>
                    <a:pt x="0" y="34"/>
                    <a:pt x="0" y="87"/>
                  </a:cubicBezTo>
                  <a:lnTo>
                    <a:pt x="0" y="137"/>
                  </a:lnTo>
                  <a:cubicBezTo>
                    <a:pt x="0" y="157"/>
                    <a:pt x="17" y="157"/>
                    <a:pt x="17" y="174"/>
                  </a:cubicBezTo>
                  <a:cubicBezTo>
                    <a:pt x="33" y="190"/>
                    <a:pt x="50" y="207"/>
                    <a:pt x="87" y="207"/>
                  </a:cubicBezTo>
                  <a:cubicBezTo>
                    <a:pt x="136" y="207"/>
                    <a:pt x="190" y="174"/>
                    <a:pt x="207" y="120"/>
                  </a:cubicBezTo>
                  <a:cubicBezTo>
                    <a:pt x="207" y="87"/>
                    <a:pt x="207" y="71"/>
                    <a:pt x="190" y="34"/>
                  </a:cubicBezTo>
                  <a:cubicBezTo>
                    <a:pt x="174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3" name="Google Shape;12523;p31"/>
            <p:cNvSpPr/>
            <p:nvPr/>
          </p:nvSpPr>
          <p:spPr>
            <a:xfrm>
              <a:off x="4106450" y="31409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50" y="0"/>
                    <a:pt x="0" y="33"/>
                    <a:pt x="0" y="83"/>
                  </a:cubicBezTo>
                  <a:lnTo>
                    <a:pt x="0" y="153"/>
                  </a:lnTo>
                  <a:lnTo>
                    <a:pt x="17" y="169"/>
                  </a:lnTo>
                  <a:cubicBezTo>
                    <a:pt x="33" y="186"/>
                    <a:pt x="50" y="206"/>
                    <a:pt x="83" y="206"/>
                  </a:cubicBezTo>
                  <a:cubicBezTo>
                    <a:pt x="91" y="209"/>
                    <a:pt x="100" y="210"/>
                    <a:pt x="108" y="210"/>
                  </a:cubicBezTo>
                  <a:cubicBezTo>
                    <a:pt x="151" y="210"/>
                    <a:pt x="189" y="175"/>
                    <a:pt x="206" y="120"/>
                  </a:cubicBezTo>
                  <a:cubicBezTo>
                    <a:pt x="206" y="103"/>
                    <a:pt x="206" y="66"/>
                    <a:pt x="186" y="50"/>
                  </a:cubicBezTo>
                  <a:cubicBezTo>
                    <a:pt x="169" y="33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4" name="Google Shape;12524;p31"/>
            <p:cNvSpPr/>
            <p:nvPr/>
          </p:nvSpPr>
          <p:spPr>
            <a:xfrm>
              <a:off x="4107275" y="3122200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10" y="1"/>
                  </a:moveTo>
                  <a:cubicBezTo>
                    <a:pt x="96" y="1"/>
                    <a:pt x="83" y="3"/>
                    <a:pt x="70" y="7"/>
                  </a:cubicBezTo>
                  <a:cubicBezTo>
                    <a:pt x="17" y="28"/>
                    <a:pt x="0" y="77"/>
                    <a:pt x="17" y="147"/>
                  </a:cubicBezTo>
                  <a:cubicBezTo>
                    <a:pt x="29" y="184"/>
                    <a:pt x="72" y="203"/>
                    <a:pt x="113" y="203"/>
                  </a:cubicBezTo>
                  <a:cubicBezTo>
                    <a:pt x="127" y="203"/>
                    <a:pt x="140" y="201"/>
                    <a:pt x="153" y="197"/>
                  </a:cubicBezTo>
                  <a:cubicBezTo>
                    <a:pt x="206" y="180"/>
                    <a:pt x="223" y="110"/>
                    <a:pt x="206" y="61"/>
                  </a:cubicBezTo>
                  <a:cubicBezTo>
                    <a:pt x="194" y="20"/>
                    <a:pt x="151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5" name="Google Shape;12525;p31"/>
            <p:cNvSpPr/>
            <p:nvPr/>
          </p:nvSpPr>
          <p:spPr>
            <a:xfrm>
              <a:off x="4102125" y="31529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1" y="1"/>
                  </a:moveTo>
                  <a:cubicBezTo>
                    <a:pt x="116" y="1"/>
                    <a:pt x="100" y="5"/>
                    <a:pt x="87" y="14"/>
                  </a:cubicBezTo>
                  <a:cubicBezTo>
                    <a:pt x="33" y="35"/>
                    <a:pt x="0" y="84"/>
                    <a:pt x="17" y="138"/>
                  </a:cubicBezTo>
                  <a:cubicBezTo>
                    <a:pt x="33" y="154"/>
                    <a:pt x="33" y="171"/>
                    <a:pt x="50" y="187"/>
                  </a:cubicBezTo>
                  <a:cubicBezTo>
                    <a:pt x="76" y="199"/>
                    <a:pt x="100" y="210"/>
                    <a:pt x="124" y="210"/>
                  </a:cubicBezTo>
                  <a:cubicBezTo>
                    <a:pt x="133" y="210"/>
                    <a:pt x="143" y="208"/>
                    <a:pt x="153" y="204"/>
                  </a:cubicBezTo>
                  <a:cubicBezTo>
                    <a:pt x="206" y="187"/>
                    <a:pt x="223" y="154"/>
                    <a:pt x="223" y="117"/>
                  </a:cubicBezTo>
                  <a:lnTo>
                    <a:pt x="223" y="68"/>
                  </a:lnTo>
                  <a:cubicBezTo>
                    <a:pt x="211" y="29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6" name="Google Shape;12526;p31"/>
            <p:cNvSpPr/>
            <p:nvPr/>
          </p:nvSpPr>
          <p:spPr>
            <a:xfrm>
              <a:off x="4117175" y="313437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124" y="1"/>
                  </a:moveTo>
                  <a:cubicBezTo>
                    <a:pt x="88" y="1"/>
                    <a:pt x="53" y="15"/>
                    <a:pt x="33" y="35"/>
                  </a:cubicBezTo>
                  <a:cubicBezTo>
                    <a:pt x="17" y="56"/>
                    <a:pt x="0" y="89"/>
                    <a:pt x="17" y="122"/>
                  </a:cubicBezTo>
                  <a:lnTo>
                    <a:pt x="17" y="138"/>
                  </a:lnTo>
                  <a:cubicBezTo>
                    <a:pt x="17" y="159"/>
                    <a:pt x="33" y="176"/>
                    <a:pt x="50" y="192"/>
                  </a:cubicBezTo>
                  <a:cubicBezTo>
                    <a:pt x="70" y="205"/>
                    <a:pt x="90" y="210"/>
                    <a:pt x="109" y="210"/>
                  </a:cubicBezTo>
                  <a:cubicBezTo>
                    <a:pt x="139" y="210"/>
                    <a:pt x="167" y="196"/>
                    <a:pt x="190" y="176"/>
                  </a:cubicBezTo>
                  <a:cubicBezTo>
                    <a:pt x="239" y="122"/>
                    <a:pt x="223" y="56"/>
                    <a:pt x="190" y="19"/>
                  </a:cubicBezTo>
                  <a:cubicBezTo>
                    <a:pt x="169" y="6"/>
                    <a:pt x="146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7" name="Google Shape;12527;p31"/>
            <p:cNvSpPr/>
            <p:nvPr/>
          </p:nvSpPr>
          <p:spPr>
            <a:xfrm>
              <a:off x="4097375" y="3101600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2" y="1"/>
                  </a:moveTo>
                  <a:cubicBezTo>
                    <a:pt x="110" y="1"/>
                    <a:pt x="99" y="3"/>
                    <a:pt x="87" y="6"/>
                  </a:cubicBezTo>
                  <a:cubicBezTo>
                    <a:pt x="17" y="27"/>
                    <a:pt x="0" y="93"/>
                    <a:pt x="17" y="147"/>
                  </a:cubicBezTo>
                  <a:cubicBezTo>
                    <a:pt x="29" y="184"/>
                    <a:pt x="72" y="202"/>
                    <a:pt x="115" y="202"/>
                  </a:cubicBezTo>
                  <a:cubicBezTo>
                    <a:pt x="129" y="202"/>
                    <a:pt x="144" y="200"/>
                    <a:pt x="157" y="196"/>
                  </a:cubicBezTo>
                  <a:cubicBezTo>
                    <a:pt x="207" y="180"/>
                    <a:pt x="240" y="130"/>
                    <a:pt x="207" y="77"/>
                  </a:cubicBezTo>
                  <a:cubicBezTo>
                    <a:pt x="194" y="23"/>
                    <a:pt x="160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8" name="Google Shape;12528;p31"/>
            <p:cNvSpPr/>
            <p:nvPr/>
          </p:nvSpPr>
          <p:spPr>
            <a:xfrm>
              <a:off x="4116750" y="31508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2" y="1"/>
                  </a:moveTo>
                  <a:cubicBezTo>
                    <a:pt x="88" y="1"/>
                    <a:pt x="75" y="6"/>
                    <a:pt x="67" y="16"/>
                  </a:cubicBezTo>
                  <a:cubicBezTo>
                    <a:pt x="50" y="16"/>
                    <a:pt x="17" y="33"/>
                    <a:pt x="17" y="66"/>
                  </a:cubicBezTo>
                  <a:cubicBezTo>
                    <a:pt x="1" y="82"/>
                    <a:pt x="1" y="120"/>
                    <a:pt x="1" y="153"/>
                  </a:cubicBezTo>
                  <a:cubicBezTo>
                    <a:pt x="25" y="189"/>
                    <a:pt x="58" y="210"/>
                    <a:pt x="96" y="210"/>
                  </a:cubicBezTo>
                  <a:cubicBezTo>
                    <a:pt x="109" y="210"/>
                    <a:pt x="123" y="207"/>
                    <a:pt x="137" y="202"/>
                  </a:cubicBezTo>
                  <a:cubicBezTo>
                    <a:pt x="186" y="185"/>
                    <a:pt x="223" y="120"/>
                    <a:pt x="207" y="66"/>
                  </a:cubicBezTo>
                  <a:cubicBezTo>
                    <a:pt x="186" y="49"/>
                    <a:pt x="170" y="16"/>
                    <a:pt x="137" y="16"/>
                  </a:cubicBezTo>
                  <a:cubicBezTo>
                    <a:pt x="128" y="6"/>
                    <a:pt x="115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9" name="Google Shape;12529;p31"/>
            <p:cNvSpPr/>
            <p:nvPr/>
          </p:nvSpPr>
          <p:spPr>
            <a:xfrm>
              <a:off x="4112425" y="3162625"/>
              <a:ext cx="6000" cy="5050"/>
            </a:xfrm>
            <a:custGeom>
              <a:avLst/>
              <a:gdLst/>
              <a:ahLst/>
              <a:cxnLst/>
              <a:rect l="l" t="t" r="r" b="b"/>
              <a:pathLst>
                <a:path w="240" h="202" extrusionOk="0">
                  <a:moveTo>
                    <a:pt x="124" y="0"/>
                  </a:moveTo>
                  <a:cubicBezTo>
                    <a:pt x="112" y="0"/>
                    <a:pt x="99" y="2"/>
                    <a:pt x="87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29" y="183"/>
                    <a:pt x="72" y="202"/>
                    <a:pt x="114" y="202"/>
                  </a:cubicBezTo>
                  <a:cubicBezTo>
                    <a:pt x="127" y="202"/>
                    <a:pt x="141" y="200"/>
                    <a:pt x="153" y="196"/>
                  </a:cubicBezTo>
                  <a:cubicBezTo>
                    <a:pt x="207" y="179"/>
                    <a:pt x="240" y="109"/>
                    <a:pt x="223" y="60"/>
                  </a:cubicBezTo>
                  <a:cubicBezTo>
                    <a:pt x="198" y="19"/>
                    <a:pt x="162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0" name="Google Shape;12530;p31"/>
            <p:cNvSpPr/>
            <p:nvPr/>
          </p:nvSpPr>
          <p:spPr>
            <a:xfrm>
              <a:off x="4140775" y="31640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96" y="0"/>
                  </a:moveTo>
                  <a:cubicBezTo>
                    <a:pt x="51" y="0"/>
                    <a:pt x="0" y="45"/>
                    <a:pt x="0" y="87"/>
                  </a:cubicBezTo>
                  <a:lnTo>
                    <a:pt x="0" y="141"/>
                  </a:lnTo>
                  <a:cubicBezTo>
                    <a:pt x="0" y="157"/>
                    <a:pt x="17" y="157"/>
                    <a:pt x="17" y="157"/>
                  </a:cubicBezTo>
                  <a:cubicBezTo>
                    <a:pt x="33" y="190"/>
                    <a:pt x="50" y="211"/>
                    <a:pt x="87" y="211"/>
                  </a:cubicBezTo>
                  <a:cubicBezTo>
                    <a:pt x="120" y="211"/>
                    <a:pt x="136" y="211"/>
                    <a:pt x="173" y="190"/>
                  </a:cubicBezTo>
                  <a:cubicBezTo>
                    <a:pt x="190" y="174"/>
                    <a:pt x="206" y="141"/>
                    <a:pt x="206" y="124"/>
                  </a:cubicBezTo>
                  <a:cubicBezTo>
                    <a:pt x="223" y="71"/>
                    <a:pt x="173" y="5"/>
                    <a:pt x="120" y="5"/>
                  </a:cubicBezTo>
                  <a:cubicBezTo>
                    <a:pt x="112" y="2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1" name="Google Shape;12531;p31"/>
            <p:cNvSpPr/>
            <p:nvPr/>
          </p:nvSpPr>
          <p:spPr>
            <a:xfrm>
              <a:off x="4002450" y="3012500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87" y="0"/>
                  </a:moveTo>
                  <a:cubicBezTo>
                    <a:pt x="70" y="0"/>
                    <a:pt x="37" y="17"/>
                    <a:pt x="17" y="33"/>
                  </a:cubicBezTo>
                  <a:cubicBezTo>
                    <a:pt x="0" y="50"/>
                    <a:pt x="0" y="87"/>
                    <a:pt x="0" y="120"/>
                  </a:cubicBezTo>
                  <a:lnTo>
                    <a:pt x="0" y="136"/>
                  </a:lnTo>
                  <a:cubicBezTo>
                    <a:pt x="17" y="153"/>
                    <a:pt x="17" y="169"/>
                    <a:pt x="37" y="190"/>
                  </a:cubicBezTo>
                  <a:cubicBezTo>
                    <a:pt x="56" y="202"/>
                    <a:pt x="77" y="207"/>
                    <a:pt x="99" y="207"/>
                  </a:cubicBezTo>
                  <a:cubicBezTo>
                    <a:pt x="134" y="207"/>
                    <a:pt x="169" y="192"/>
                    <a:pt x="190" y="169"/>
                  </a:cubicBezTo>
                  <a:cubicBezTo>
                    <a:pt x="223" y="120"/>
                    <a:pt x="223" y="50"/>
                    <a:pt x="173" y="17"/>
                  </a:cubicBezTo>
                  <a:cubicBezTo>
                    <a:pt x="15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2" name="Google Shape;12532;p31"/>
            <p:cNvSpPr/>
            <p:nvPr/>
          </p:nvSpPr>
          <p:spPr>
            <a:xfrm>
              <a:off x="4002025" y="299647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1" y="0"/>
                  </a:moveTo>
                  <a:cubicBezTo>
                    <a:pt x="53" y="0"/>
                    <a:pt x="17" y="35"/>
                    <a:pt x="17" y="89"/>
                  </a:cubicBezTo>
                  <a:cubicBezTo>
                    <a:pt x="1" y="109"/>
                    <a:pt x="17" y="126"/>
                    <a:pt x="17" y="142"/>
                  </a:cubicBezTo>
                  <a:cubicBezTo>
                    <a:pt x="17" y="142"/>
                    <a:pt x="17" y="159"/>
                    <a:pt x="34" y="159"/>
                  </a:cubicBezTo>
                  <a:cubicBezTo>
                    <a:pt x="54" y="192"/>
                    <a:pt x="71" y="192"/>
                    <a:pt x="104" y="212"/>
                  </a:cubicBezTo>
                  <a:cubicBezTo>
                    <a:pt x="120" y="212"/>
                    <a:pt x="157" y="192"/>
                    <a:pt x="174" y="192"/>
                  </a:cubicBezTo>
                  <a:cubicBezTo>
                    <a:pt x="207" y="175"/>
                    <a:pt x="207" y="142"/>
                    <a:pt x="223" y="126"/>
                  </a:cubicBezTo>
                  <a:cubicBezTo>
                    <a:pt x="223" y="89"/>
                    <a:pt x="223" y="56"/>
                    <a:pt x="207" y="39"/>
                  </a:cubicBezTo>
                  <a:cubicBezTo>
                    <a:pt x="190" y="23"/>
                    <a:pt x="157" y="6"/>
                    <a:pt x="137" y="6"/>
                  </a:cubicBezTo>
                  <a:cubicBezTo>
                    <a:pt x="124" y="2"/>
                    <a:pt x="113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3" name="Google Shape;12533;p31"/>
            <p:cNvSpPr/>
            <p:nvPr/>
          </p:nvSpPr>
          <p:spPr>
            <a:xfrm>
              <a:off x="3999050" y="31034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04" y="0"/>
                  </a:moveTo>
                  <a:cubicBezTo>
                    <a:pt x="54" y="0"/>
                    <a:pt x="17" y="33"/>
                    <a:pt x="17" y="91"/>
                  </a:cubicBezTo>
                  <a:cubicBezTo>
                    <a:pt x="0" y="108"/>
                    <a:pt x="0" y="124"/>
                    <a:pt x="17" y="141"/>
                  </a:cubicBezTo>
                  <a:cubicBezTo>
                    <a:pt x="17" y="141"/>
                    <a:pt x="17" y="161"/>
                    <a:pt x="33" y="161"/>
                  </a:cubicBezTo>
                  <a:cubicBezTo>
                    <a:pt x="50" y="194"/>
                    <a:pt x="70" y="194"/>
                    <a:pt x="103" y="211"/>
                  </a:cubicBezTo>
                  <a:cubicBezTo>
                    <a:pt x="153" y="211"/>
                    <a:pt x="206" y="178"/>
                    <a:pt x="223" y="124"/>
                  </a:cubicBezTo>
                  <a:cubicBezTo>
                    <a:pt x="223" y="91"/>
                    <a:pt x="206" y="58"/>
                    <a:pt x="206" y="38"/>
                  </a:cubicBezTo>
                  <a:cubicBezTo>
                    <a:pt x="190" y="21"/>
                    <a:pt x="153" y="5"/>
                    <a:pt x="136" y="5"/>
                  </a:cubicBezTo>
                  <a:cubicBezTo>
                    <a:pt x="125" y="2"/>
                    <a:pt x="11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4" name="Google Shape;12534;p31"/>
            <p:cNvSpPr/>
            <p:nvPr/>
          </p:nvSpPr>
          <p:spPr>
            <a:xfrm>
              <a:off x="4002450" y="30708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40" y="1"/>
                  </a:moveTo>
                  <a:cubicBezTo>
                    <a:pt x="70" y="1"/>
                    <a:pt x="17" y="38"/>
                    <a:pt x="17" y="87"/>
                  </a:cubicBezTo>
                  <a:cubicBezTo>
                    <a:pt x="0" y="104"/>
                    <a:pt x="17" y="124"/>
                    <a:pt x="17" y="141"/>
                  </a:cubicBezTo>
                  <a:cubicBezTo>
                    <a:pt x="17" y="157"/>
                    <a:pt x="17" y="157"/>
                    <a:pt x="37" y="174"/>
                  </a:cubicBezTo>
                  <a:cubicBezTo>
                    <a:pt x="54" y="190"/>
                    <a:pt x="70" y="207"/>
                    <a:pt x="103" y="207"/>
                  </a:cubicBezTo>
                  <a:cubicBezTo>
                    <a:pt x="111" y="210"/>
                    <a:pt x="119" y="211"/>
                    <a:pt x="127" y="211"/>
                  </a:cubicBezTo>
                  <a:cubicBezTo>
                    <a:pt x="171" y="211"/>
                    <a:pt x="209" y="166"/>
                    <a:pt x="223" y="124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90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5" name="Google Shape;12535;p31"/>
            <p:cNvSpPr/>
            <p:nvPr/>
          </p:nvSpPr>
          <p:spPr>
            <a:xfrm>
              <a:off x="3997300" y="3024275"/>
              <a:ext cx="5175" cy="5050"/>
            </a:xfrm>
            <a:custGeom>
              <a:avLst/>
              <a:gdLst/>
              <a:ahLst/>
              <a:cxnLst/>
              <a:rect l="l" t="t" r="r" b="b"/>
              <a:pathLst>
                <a:path w="207" h="202" extrusionOk="0">
                  <a:moveTo>
                    <a:pt x="95" y="1"/>
                  </a:moveTo>
                  <a:cubicBezTo>
                    <a:pt x="76" y="1"/>
                    <a:pt x="61" y="13"/>
                    <a:pt x="37" y="28"/>
                  </a:cubicBezTo>
                  <a:cubicBezTo>
                    <a:pt x="17" y="44"/>
                    <a:pt x="0" y="61"/>
                    <a:pt x="0" y="94"/>
                  </a:cubicBezTo>
                  <a:lnTo>
                    <a:pt x="0" y="147"/>
                  </a:lnTo>
                  <a:cubicBezTo>
                    <a:pt x="17" y="147"/>
                    <a:pt x="17" y="164"/>
                    <a:pt x="17" y="164"/>
                  </a:cubicBezTo>
                  <a:cubicBezTo>
                    <a:pt x="37" y="180"/>
                    <a:pt x="70" y="197"/>
                    <a:pt x="87" y="197"/>
                  </a:cubicBezTo>
                  <a:cubicBezTo>
                    <a:pt x="96" y="200"/>
                    <a:pt x="105" y="201"/>
                    <a:pt x="115" y="201"/>
                  </a:cubicBezTo>
                  <a:cubicBezTo>
                    <a:pt x="161" y="201"/>
                    <a:pt x="206" y="169"/>
                    <a:pt x="206" y="110"/>
                  </a:cubicBezTo>
                  <a:cubicBezTo>
                    <a:pt x="206" y="94"/>
                    <a:pt x="206" y="61"/>
                    <a:pt x="190" y="44"/>
                  </a:cubicBezTo>
                  <a:cubicBezTo>
                    <a:pt x="173" y="28"/>
                    <a:pt x="157" y="7"/>
                    <a:pt x="120" y="7"/>
                  </a:cubicBezTo>
                  <a:cubicBezTo>
                    <a:pt x="110" y="3"/>
                    <a:pt x="102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6" name="Google Shape;12536;p31"/>
            <p:cNvSpPr/>
            <p:nvPr/>
          </p:nvSpPr>
          <p:spPr>
            <a:xfrm>
              <a:off x="3989550" y="3092225"/>
              <a:ext cx="6125" cy="5075"/>
            </a:xfrm>
            <a:custGeom>
              <a:avLst/>
              <a:gdLst/>
              <a:ahLst/>
              <a:cxnLst/>
              <a:rect l="l" t="t" r="r" b="b"/>
              <a:pathLst>
                <a:path w="245" h="203" extrusionOk="0">
                  <a:moveTo>
                    <a:pt x="120" y="0"/>
                  </a:moveTo>
                  <a:cubicBezTo>
                    <a:pt x="105" y="0"/>
                    <a:pt x="89" y="2"/>
                    <a:pt x="71" y="6"/>
                  </a:cubicBezTo>
                  <a:cubicBezTo>
                    <a:pt x="17" y="23"/>
                    <a:pt x="1" y="93"/>
                    <a:pt x="17" y="142"/>
                  </a:cubicBezTo>
                  <a:cubicBezTo>
                    <a:pt x="33" y="183"/>
                    <a:pt x="74" y="202"/>
                    <a:pt x="117" y="202"/>
                  </a:cubicBezTo>
                  <a:cubicBezTo>
                    <a:pt x="130" y="202"/>
                    <a:pt x="144" y="200"/>
                    <a:pt x="158" y="196"/>
                  </a:cubicBezTo>
                  <a:cubicBezTo>
                    <a:pt x="207" y="175"/>
                    <a:pt x="244" y="109"/>
                    <a:pt x="207" y="56"/>
                  </a:cubicBezTo>
                  <a:cubicBezTo>
                    <a:pt x="195" y="19"/>
                    <a:pt x="164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7" name="Google Shape;12537;p31"/>
            <p:cNvSpPr/>
            <p:nvPr/>
          </p:nvSpPr>
          <p:spPr>
            <a:xfrm>
              <a:off x="3990500" y="3063925"/>
              <a:ext cx="6000" cy="5375"/>
            </a:xfrm>
            <a:custGeom>
              <a:avLst/>
              <a:gdLst/>
              <a:ahLst/>
              <a:cxnLst/>
              <a:rect l="l" t="t" r="r" b="b"/>
              <a:pathLst>
                <a:path w="240" h="215" extrusionOk="0">
                  <a:moveTo>
                    <a:pt x="101" y="0"/>
                  </a:moveTo>
                  <a:cubicBezTo>
                    <a:pt x="90" y="0"/>
                    <a:pt x="78" y="2"/>
                    <a:pt x="66" y="4"/>
                  </a:cubicBezTo>
                  <a:cubicBezTo>
                    <a:pt x="17" y="37"/>
                    <a:pt x="0" y="91"/>
                    <a:pt x="17" y="141"/>
                  </a:cubicBezTo>
                  <a:cubicBezTo>
                    <a:pt x="30" y="185"/>
                    <a:pt x="80" y="215"/>
                    <a:pt x="125" y="215"/>
                  </a:cubicBezTo>
                  <a:cubicBezTo>
                    <a:pt x="135" y="215"/>
                    <a:pt x="144" y="214"/>
                    <a:pt x="153" y="211"/>
                  </a:cubicBezTo>
                  <a:cubicBezTo>
                    <a:pt x="206" y="174"/>
                    <a:pt x="239" y="124"/>
                    <a:pt x="206" y="70"/>
                  </a:cubicBezTo>
                  <a:cubicBezTo>
                    <a:pt x="189" y="30"/>
                    <a:pt x="153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8" name="Google Shape;12538;p31"/>
            <p:cNvSpPr/>
            <p:nvPr/>
          </p:nvSpPr>
          <p:spPr>
            <a:xfrm>
              <a:off x="3995125" y="30519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54" y="0"/>
                    <a:pt x="1" y="33"/>
                    <a:pt x="1" y="87"/>
                  </a:cubicBezTo>
                  <a:lnTo>
                    <a:pt x="1" y="136"/>
                  </a:lnTo>
                  <a:cubicBezTo>
                    <a:pt x="1" y="157"/>
                    <a:pt x="21" y="157"/>
                    <a:pt x="21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94" y="208"/>
                    <a:pt x="101" y="209"/>
                    <a:pt x="108" y="209"/>
                  </a:cubicBezTo>
                  <a:cubicBezTo>
                    <a:pt x="153" y="209"/>
                    <a:pt x="192" y="166"/>
                    <a:pt x="207" y="120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17"/>
                    <a:pt x="141" y="17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9" name="Google Shape;12539;p31"/>
            <p:cNvSpPr/>
            <p:nvPr/>
          </p:nvSpPr>
          <p:spPr>
            <a:xfrm>
              <a:off x="3989150" y="307772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71" y="1"/>
                    <a:pt x="17" y="34"/>
                    <a:pt x="0" y="87"/>
                  </a:cubicBezTo>
                  <a:lnTo>
                    <a:pt x="0" y="137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3" y="190"/>
                    <a:pt x="71" y="207"/>
                    <a:pt x="87" y="207"/>
                  </a:cubicBezTo>
                  <a:cubicBezTo>
                    <a:pt x="96" y="209"/>
                    <a:pt x="105" y="210"/>
                    <a:pt x="114" y="210"/>
                  </a:cubicBezTo>
                  <a:cubicBezTo>
                    <a:pt x="169" y="210"/>
                    <a:pt x="207" y="167"/>
                    <a:pt x="207" y="120"/>
                  </a:cubicBezTo>
                  <a:cubicBezTo>
                    <a:pt x="207" y="104"/>
                    <a:pt x="207" y="71"/>
                    <a:pt x="190" y="54"/>
                  </a:cubicBezTo>
                  <a:cubicBezTo>
                    <a:pt x="174" y="17"/>
                    <a:pt x="157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0" name="Google Shape;12540;p31"/>
            <p:cNvSpPr/>
            <p:nvPr/>
          </p:nvSpPr>
          <p:spPr>
            <a:xfrm>
              <a:off x="3996050" y="30382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20"/>
                  </a:lnTo>
                  <a:lnTo>
                    <a:pt x="1" y="137"/>
                  </a:lnTo>
                  <a:cubicBezTo>
                    <a:pt x="17" y="153"/>
                    <a:pt x="17" y="153"/>
                    <a:pt x="17" y="170"/>
                  </a:cubicBezTo>
                  <a:cubicBezTo>
                    <a:pt x="34" y="190"/>
                    <a:pt x="50" y="207"/>
                    <a:pt x="87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90" y="170"/>
                    <a:pt x="207" y="153"/>
                    <a:pt x="207" y="120"/>
                  </a:cubicBezTo>
                  <a:cubicBezTo>
                    <a:pt x="207" y="104"/>
                    <a:pt x="207" y="67"/>
                    <a:pt x="190" y="50"/>
                  </a:cubicBezTo>
                  <a:cubicBezTo>
                    <a:pt x="170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1" name="Google Shape;12541;p31"/>
            <p:cNvSpPr/>
            <p:nvPr/>
          </p:nvSpPr>
          <p:spPr>
            <a:xfrm>
              <a:off x="4014500" y="3003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37" y="1"/>
                  </a:moveTo>
                  <a:cubicBezTo>
                    <a:pt x="104" y="1"/>
                    <a:pt x="71" y="1"/>
                    <a:pt x="50" y="21"/>
                  </a:cubicBezTo>
                  <a:cubicBezTo>
                    <a:pt x="34" y="38"/>
                    <a:pt x="17" y="54"/>
                    <a:pt x="17" y="87"/>
                  </a:cubicBezTo>
                  <a:cubicBezTo>
                    <a:pt x="1" y="104"/>
                    <a:pt x="1" y="124"/>
                    <a:pt x="17" y="141"/>
                  </a:cubicBezTo>
                  <a:cubicBezTo>
                    <a:pt x="17" y="141"/>
                    <a:pt x="17" y="157"/>
                    <a:pt x="34" y="157"/>
                  </a:cubicBezTo>
                  <a:cubicBezTo>
                    <a:pt x="50" y="190"/>
                    <a:pt x="71" y="190"/>
                    <a:pt x="104" y="207"/>
                  </a:cubicBezTo>
                  <a:cubicBezTo>
                    <a:pt x="153" y="207"/>
                    <a:pt x="207" y="174"/>
                    <a:pt x="223" y="124"/>
                  </a:cubicBezTo>
                  <a:cubicBezTo>
                    <a:pt x="223" y="87"/>
                    <a:pt x="207" y="54"/>
                    <a:pt x="207" y="38"/>
                  </a:cubicBezTo>
                  <a:cubicBezTo>
                    <a:pt x="190" y="2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2" name="Google Shape;12542;p31"/>
            <p:cNvSpPr/>
            <p:nvPr/>
          </p:nvSpPr>
          <p:spPr>
            <a:xfrm>
              <a:off x="4016250" y="29897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37"/>
                  </a:lnTo>
                  <a:cubicBezTo>
                    <a:pt x="17" y="153"/>
                    <a:pt x="17" y="153"/>
                    <a:pt x="17" y="174"/>
                  </a:cubicBezTo>
                  <a:cubicBezTo>
                    <a:pt x="34" y="191"/>
                    <a:pt x="67" y="207"/>
                    <a:pt x="83" y="207"/>
                  </a:cubicBezTo>
                  <a:cubicBezTo>
                    <a:pt x="93" y="209"/>
                    <a:pt x="102" y="210"/>
                    <a:pt x="110" y="210"/>
                  </a:cubicBezTo>
                  <a:cubicBezTo>
                    <a:pt x="167" y="210"/>
                    <a:pt x="207" y="167"/>
                    <a:pt x="207" y="120"/>
                  </a:cubicBezTo>
                  <a:cubicBezTo>
                    <a:pt x="207" y="104"/>
                    <a:pt x="207" y="71"/>
                    <a:pt x="186" y="50"/>
                  </a:cubicBezTo>
                  <a:cubicBezTo>
                    <a:pt x="170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3" name="Google Shape;12543;p31"/>
            <p:cNvSpPr/>
            <p:nvPr/>
          </p:nvSpPr>
          <p:spPr>
            <a:xfrm>
              <a:off x="4017500" y="297382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0" y="1"/>
                  </a:moveTo>
                  <a:cubicBezTo>
                    <a:pt x="87" y="1"/>
                    <a:pt x="70" y="1"/>
                    <a:pt x="33" y="34"/>
                  </a:cubicBezTo>
                  <a:cubicBezTo>
                    <a:pt x="17" y="50"/>
                    <a:pt x="17" y="67"/>
                    <a:pt x="0" y="88"/>
                  </a:cubicBezTo>
                  <a:cubicBezTo>
                    <a:pt x="0" y="104"/>
                    <a:pt x="0" y="121"/>
                    <a:pt x="17" y="137"/>
                  </a:cubicBezTo>
                  <a:cubicBezTo>
                    <a:pt x="33" y="170"/>
                    <a:pt x="54" y="207"/>
                    <a:pt x="103" y="207"/>
                  </a:cubicBezTo>
                  <a:cubicBezTo>
                    <a:pt x="157" y="207"/>
                    <a:pt x="206" y="170"/>
                    <a:pt x="223" y="121"/>
                  </a:cubicBezTo>
                  <a:cubicBezTo>
                    <a:pt x="223" y="88"/>
                    <a:pt x="206" y="67"/>
                    <a:pt x="190" y="34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4" name="Google Shape;12544;p31"/>
            <p:cNvSpPr/>
            <p:nvPr/>
          </p:nvSpPr>
          <p:spPr>
            <a:xfrm>
              <a:off x="4012350" y="3020225"/>
              <a:ext cx="5575" cy="5175"/>
            </a:xfrm>
            <a:custGeom>
              <a:avLst/>
              <a:gdLst/>
              <a:ahLst/>
              <a:cxnLst/>
              <a:rect l="l" t="t" r="r" b="b"/>
              <a:pathLst>
                <a:path w="223" h="207" extrusionOk="0">
                  <a:moveTo>
                    <a:pt x="120" y="0"/>
                  </a:moveTo>
                  <a:cubicBezTo>
                    <a:pt x="70" y="0"/>
                    <a:pt x="17" y="33"/>
                    <a:pt x="0" y="87"/>
                  </a:cubicBezTo>
                  <a:cubicBezTo>
                    <a:pt x="0" y="103"/>
                    <a:pt x="0" y="120"/>
                    <a:pt x="17" y="136"/>
                  </a:cubicBezTo>
                  <a:cubicBezTo>
                    <a:pt x="17" y="153"/>
                    <a:pt x="17" y="153"/>
                    <a:pt x="33" y="169"/>
                  </a:cubicBezTo>
                  <a:cubicBezTo>
                    <a:pt x="54" y="190"/>
                    <a:pt x="70" y="206"/>
                    <a:pt x="103" y="206"/>
                  </a:cubicBezTo>
                  <a:cubicBezTo>
                    <a:pt x="120" y="206"/>
                    <a:pt x="157" y="206"/>
                    <a:pt x="173" y="190"/>
                  </a:cubicBezTo>
                  <a:cubicBezTo>
                    <a:pt x="190" y="169"/>
                    <a:pt x="206" y="153"/>
                    <a:pt x="223" y="120"/>
                  </a:cubicBezTo>
                  <a:cubicBezTo>
                    <a:pt x="223" y="87"/>
                    <a:pt x="206" y="66"/>
                    <a:pt x="190" y="50"/>
                  </a:cubicBezTo>
                  <a:cubicBezTo>
                    <a:pt x="173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5" name="Google Shape;12545;p31"/>
            <p:cNvSpPr/>
            <p:nvPr/>
          </p:nvSpPr>
          <p:spPr>
            <a:xfrm>
              <a:off x="4006775" y="3057950"/>
              <a:ext cx="5600" cy="5400"/>
            </a:xfrm>
            <a:custGeom>
              <a:avLst/>
              <a:gdLst/>
              <a:ahLst/>
              <a:cxnLst/>
              <a:rect l="l" t="t" r="r" b="b"/>
              <a:pathLst>
                <a:path w="224" h="216" extrusionOk="0">
                  <a:moveTo>
                    <a:pt x="120" y="0"/>
                  </a:moveTo>
                  <a:cubicBezTo>
                    <a:pt x="71" y="0"/>
                    <a:pt x="17" y="37"/>
                    <a:pt x="0" y="87"/>
                  </a:cubicBezTo>
                  <a:lnTo>
                    <a:pt x="0" y="157"/>
                  </a:lnTo>
                  <a:cubicBezTo>
                    <a:pt x="17" y="157"/>
                    <a:pt x="17" y="157"/>
                    <a:pt x="17" y="173"/>
                  </a:cubicBezTo>
                  <a:cubicBezTo>
                    <a:pt x="33" y="190"/>
                    <a:pt x="71" y="206"/>
                    <a:pt x="87" y="206"/>
                  </a:cubicBezTo>
                  <a:cubicBezTo>
                    <a:pt x="97" y="213"/>
                    <a:pt x="105" y="215"/>
                    <a:pt x="113" y="215"/>
                  </a:cubicBezTo>
                  <a:cubicBezTo>
                    <a:pt x="132" y="215"/>
                    <a:pt x="148" y="201"/>
                    <a:pt x="174" y="190"/>
                  </a:cubicBezTo>
                  <a:cubicBezTo>
                    <a:pt x="190" y="173"/>
                    <a:pt x="207" y="157"/>
                    <a:pt x="207" y="124"/>
                  </a:cubicBezTo>
                  <a:cubicBezTo>
                    <a:pt x="223" y="70"/>
                    <a:pt x="174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6" name="Google Shape;12546;p31"/>
            <p:cNvSpPr/>
            <p:nvPr/>
          </p:nvSpPr>
          <p:spPr>
            <a:xfrm>
              <a:off x="4008950" y="30316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126" y="1"/>
                  </a:moveTo>
                  <a:cubicBezTo>
                    <a:pt x="112" y="1"/>
                    <a:pt x="99" y="3"/>
                    <a:pt x="87" y="7"/>
                  </a:cubicBezTo>
                  <a:cubicBezTo>
                    <a:pt x="33" y="24"/>
                    <a:pt x="0" y="77"/>
                    <a:pt x="33" y="147"/>
                  </a:cubicBezTo>
                  <a:cubicBezTo>
                    <a:pt x="33" y="147"/>
                    <a:pt x="50" y="164"/>
                    <a:pt x="50" y="180"/>
                  </a:cubicBezTo>
                  <a:cubicBezTo>
                    <a:pt x="76" y="192"/>
                    <a:pt x="100" y="204"/>
                    <a:pt x="129" y="204"/>
                  </a:cubicBezTo>
                  <a:cubicBezTo>
                    <a:pt x="142" y="204"/>
                    <a:pt x="155" y="202"/>
                    <a:pt x="169" y="197"/>
                  </a:cubicBezTo>
                  <a:cubicBezTo>
                    <a:pt x="206" y="180"/>
                    <a:pt x="223" y="147"/>
                    <a:pt x="223" y="110"/>
                  </a:cubicBezTo>
                  <a:lnTo>
                    <a:pt x="223" y="61"/>
                  </a:lnTo>
                  <a:cubicBezTo>
                    <a:pt x="210" y="20"/>
                    <a:pt x="167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7" name="Google Shape;12547;p31"/>
            <p:cNvSpPr/>
            <p:nvPr/>
          </p:nvSpPr>
          <p:spPr>
            <a:xfrm>
              <a:off x="3999875" y="3084475"/>
              <a:ext cx="6100" cy="5075"/>
            </a:xfrm>
            <a:custGeom>
              <a:avLst/>
              <a:gdLst/>
              <a:ahLst/>
              <a:cxnLst/>
              <a:rect l="l" t="t" r="r" b="b"/>
              <a:pathLst>
                <a:path w="244" h="203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4"/>
                    <a:pt x="0" y="94"/>
                    <a:pt x="37" y="143"/>
                  </a:cubicBezTo>
                  <a:cubicBezTo>
                    <a:pt x="50" y="184"/>
                    <a:pt x="81" y="203"/>
                    <a:pt x="126" y="203"/>
                  </a:cubicBezTo>
                  <a:cubicBezTo>
                    <a:pt x="140" y="203"/>
                    <a:pt x="156" y="201"/>
                    <a:pt x="173" y="197"/>
                  </a:cubicBezTo>
                  <a:cubicBezTo>
                    <a:pt x="223" y="176"/>
                    <a:pt x="243" y="127"/>
                    <a:pt x="223" y="57"/>
                  </a:cubicBezTo>
                  <a:cubicBezTo>
                    <a:pt x="210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8" name="Google Shape;12548;p31"/>
            <p:cNvSpPr/>
            <p:nvPr/>
          </p:nvSpPr>
          <p:spPr>
            <a:xfrm>
              <a:off x="4008950" y="3044650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03" y="0"/>
                  </a:moveTo>
                  <a:cubicBezTo>
                    <a:pt x="66" y="0"/>
                    <a:pt x="33" y="17"/>
                    <a:pt x="17" y="37"/>
                  </a:cubicBezTo>
                  <a:cubicBezTo>
                    <a:pt x="0" y="70"/>
                    <a:pt x="0" y="87"/>
                    <a:pt x="0" y="120"/>
                  </a:cubicBezTo>
                  <a:cubicBezTo>
                    <a:pt x="0" y="120"/>
                    <a:pt x="0" y="141"/>
                    <a:pt x="17" y="141"/>
                  </a:cubicBezTo>
                  <a:cubicBezTo>
                    <a:pt x="17" y="157"/>
                    <a:pt x="33" y="174"/>
                    <a:pt x="33" y="190"/>
                  </a:cubicBezTo>
                  <a:cubicBezTo>
                    <a:pt x="53" y="203"/>
                    <a:pt x="76" y="208"/>
                    <a:pt x="98" y="208"/>
                  </a:cubicBezTo>
                  <a:cubicBezTo>
                    <a:pt x="133" y="208"/>
                    <a:pt x="167" y="194"/>
                    <a:pt x="190" y="174"/>
                  </a:cubicBezTo>
                  <a:cubicBezTo>
                    <a:pt x="206" y="157"/>
                    <a:pt x="206" y="120"/>
                    <a:pt x="206" y="87"/>
                  </a:cubicBezTo>
                  <a:cubicBezTo>
                    <a:pt x="206" y="70"/>
                    <a:pt x="190" y="3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9" name="Google Shape;12549;p31"/>
            <p:cNvSpPr/>
            <p:nvPr/>
          </p:nvSpPr>
          <p:spPr>
            <a:xfrm>
              <a:off x="4046250" y="31248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96" y="0"/>
                  </a:moveTo>
                  <a:cubicBezTo>
                    <a:pt x="41" y="0"/>
                    <a:pt x="1" y="46"/>
                    <a:pt x="1" y="90"/>
                  </a:cubicBezTo>
                  <a:lnTo>
                    <a:pt x="1" y="143"/>
                  </a:lnTo>
                  <a:cubicBezTo>
                    <a:pt x="1" y="160"/>
                    <a:pt x="17" y="160"/>
                    <a:pt x="17" y="160"/>
                  </a:cubicBezTo>
                  <a:cubicBezTo>
                    <a:pt x="38" y="193"/>
                    <a:pt x="54" y="209"/>
                    <a:pt x="87" y="209"/>
                  </a:cubicBezTo>
                  <a:cubicBezTo>
                    <a:pt x="104" y="209"/>
                    <a:pt x="141" y="209"/>
                    <a:pt x="157" y="193"/>
                  </a:cubicBezTo>
                  <a:cubicBezTo>
                    <a:pt x="190" y="176"/>
                    <a:pt x="207" y="143"/>
                    <a:pt x="207" y="127"/>
                  </a:cubicBezTo>
                  <a:cubicBezTo>
                    <a:pt x="207" y="90"/>
                    <a:pt x="207" y="73"/>
                    <a:pt x="190" y="40"/>
                  </a:cubicBezTo>
                  <a:cubicBezTo>
                    <a:pt x="174" y="24"/>
                    <a:pt x="141" y="3"/>
                    <a:pt x="120" y="3"/>
                  </a:cubicBezTo>
                  <a:cubicBezTo>
                    <a:pt x="112" y="1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0" name="Google Shape;12550;p31"/>
            <p:cNvSpPr/>
            <p:nvPr/>
          </p:nvSpPr>
          <p:spPr>
            <a:xfrm>
              <a:off x="4040275" y="3151100"/>
              <a:ext cx="5175" cy="5300"/>
            </a:xfrm>
            <a:custGeom>
              <a:avLst/>
              <a:gdLst/>
              <a:ahLst/>
              <a:cxnLst/>
              <a:rect l="l" t="t" r="r" b="b"/>
              <a:pathLst>
                <a:path w="207" h="212" extrusionOk="0">
                  <a:moveTo>
                    <a:pt x="97" y="1"/>
                  </a:moveTo>
                  <a:cubicBezTo>
                    <a:pt x="55" y="1"/>
                    <a:pt x="14" y="46"/>
                    <a:pt x="0" y="88"/>
                  </a:cubicBezTo>
                  <a:lnTo>
                    <a:pt x="0" y="142"/>
                  </a:lnTo>
                  <a:cubicBezTo>
                    <a:pt x="17" y="142"/>
                    <a:pt x="17" y="158"/>
                    <a:pt x="17" y="158"/>
                  </a:cubicBezTo>
                  <a:cubicBezTo>
                    <a:pt x="33" y="191"/>
                    <a:pt x="70" y="212"/>
                    <a:pt x="87" y="212"/>
                  </a:cubicBezTo>
                  <a:cubicBezTo>
                    <a:pt x="136" y="212"/>
                    <a:pt x="207" y="174"/>
                    <a:pt x="207" y="125"/>
                  </a:cubicBezTo>
                  <a:cubicBezTo>
                    <a:pt x="207" y="88"/>
                    <a:pt x="207" y="71"/>
                    <a:pt x="190" y="38"/>
                  </a:cubicBezTo>
                  <a:cubicBezTo>
                    <a:pt x="174" y="22"/>
                    <a:pt x="153" y="5"/>
                    <a:pt x="120" y="5"/>
                  </a:cubicBezTo>
                  <a:cubicBezTo>
                    <a:pt x="112" y="2"/>
                    <a:pt x="105" y="1"/>
                    <a:pt x="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1" name="Google Shape;12551;p31"/>
            <p:cNvSpPr/>
            <p:nvPr/>
          </p:nvSpPr>
          <p:spPr>
            <a:xfrm>
              <a:off x="4037275" y="31649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12" y="0"/>
                  </a:moveTo>
                  <a:cubicBezTo>
                    <a:pt x="80" y="0"/>
                    <a:pt x="48" y="14"/>
                    <a:pt x="17" y="35"/>
                  </a:cubicBezTo>
                  <a:cubicBezTo>
                    <a:pt x="1" y="51"/>
                    <a:pt x="1" y="88"/>
                    <a:pt x="1" y="121"/>
                  </a:cubicBezTo>
                  <a:cubicBezTo>
                    <a:pt x="1" y="121"/>
                    <a:pt x="1" y="138"/>
                    <a:pt x="17" y="138"/>
                  </a:cubicBezTo>
                  <a:cubicBezTo>
                    <a:pt x="17" y="154"/>
                    <a:pt x="34" y="175"/>
                    <a:pt x="34" y="191"/>
                  </a:cubicBezTo>
                  <a:cubicBezTo>
                    <a:pt x="54" y="204"/>
                    <a:pt x="77" y="209"/>
                    <a:pt x="98" y="209"/>
                  </a:cubicBezTo>
                  <a:cubicBezTo>
                    <a:pt x="134" y="209"/>
                    <a:pt x="168" y="195"/>
                    <a:pt x="190" y="175"/>
                  </a:cubicBezTo>
                  <a:cubicBezTo>
                    <a:pt x="223" y="121"/>
                    <a:pt x="223" y="51"/>
                    <a:pt x="170" y="18"/>
                  </a:cubicBezTo>
                  <a:cubicBezTo>
                    <a:pt x="151" y="6"/>
                    <a:pt x="13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2" name="Google Shape;12552;p31"/>
            <p:cNvSpPr/>
            <p:nvPr/>
          </p:nvSpPr>
          <p:spPr>
            <a:xfrm>
              <a:off x="4033775" y="312627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4" y="1"/>
                  </a:moveTo>
                  <a:cubicBezTo>
                    <a:pt x="54" y="1"/>
                    <a:pt x="1" y="34"/>
                    <a:pt x="1" y="87"/>
                  </a:cubicBezTo>
                  <a:lnTo>
                    <a:pt x="1" y="137"/>
                  </a:lnTo>
                  <a:cubicBezTo>
                    <a:pt x="1" y="153"/>
                    <a:pt x="21" y="153"/>
                    <a:pt x="21" y="174"/>
                  </a:cubicBezTo>
                  <a:cubicBezTo>
                    <a:pt x="38" y="190"/>
                    <a:pt x="54" y="207"/>
                    <a:pt x="87" y="207"/>
                  </a:cubicBezTo>
                  <a:cubicBezTo>
                    <a:pt x="104" y="207"/>
                    <a:pt x="141" y="207"/>
                    <a:pt x="157" y="190"/>
                  </a:cubicBezTo>
                  <a:cubicBezTo>
                    <a:pt x="190" y="174"/>
                    <a:pt x="207" y="153"/>
                    <a:pt x="207" y="120"/>
                  </a:cubicBezTo>
                  <a:cubicBezTo>
                    <a:pt x="207" y="71"/>
                    <a:pt x="174" y="17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3" name="Google Shape;12553;p31"/>
            <p:cNvSpPr/>
            <p:nvPr/>
          </p:nvSpPr>
          <p:spPr>
            <a:xfrm>
              <a:off x="4029550" y="313917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cubicBezTo>
                    <a:pt x="1" y="103"/>
                    <a:pt x="1" y="120"/>
                    <a:pt x="17" y="136"/>
                  </a:cubicBezTo>
                  <a:lnTo>
                    <a:pt x="17" y="173"/>
                  </a:lnTo>
                  <a:cubicBezTo>
                    <a:pt x="34" y="190"/>
                    <a:pt x="67" y="206"/>
                    <a:pt x="87" y="206"/>
                  </a:cubicBezTo>
                  <a:cubicBezTo>
                    <a:pt x="96" y="208"/>
                    <a:pt x="105" y="209"/>
                    <a:pt x="113" y="209"/>
                  </a:cubicBezTo>
                  <a:cubicBezTo>
                    <a:pt x="167" y="209"/>
                    <a:pt x="207" y="166"/>
                    <a:pt x="207" y="120"/>
                  </a:cubicBezTo>
                  <a:cubicBezTo>
                    <a:pt x="223" y="103"/>
                    <a:pt x="207" y="70"/>
                    <a:pt x="190" y="50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4" name="Google Shape;12554;p31"/>
            <p:cNvSpPr/>
            <p:nvPr/>
          </p:nvSpPr>
          <p:spPr>
            <a:xfrm>
              <a:off x="3996050" y="3115400"/>
              <a:ext cx="4775" cy="5225"/>
            </a:xfrm>
            <a:custGeom>
              <a:avLst/>
              <a:gdLst/>
              <a:ahLst/>
              <a:cxnLst/>
              <a:rect l="l" t="t" r="r" b="b"/>
              <a:pathLst>
                <a:path w="191" h="209" extrusionOk="0">
                  <a:moveTo>
                    <a:pt x="89" y="1"/>
                  </a:moveTo>
                  <a:cubicBezTo>
                    <a:pt x="77" y="1"/>
                    <a:pt x="64" y="3"/>
                    <a:pt x="50" y="7"/>
                  </a:cubicBezTo>
                  <a:cubicBezTo>
                    <a:pt x="34" y="7"/>
                    <a:pt x="17" y="23"/>
                    <a:pt x="1" y="40"/>
                  </a:cubicBezTo>
                  <a:cubicBezTo>
                    <a:pt x="17" y="94"/>
                    <a:pt x="50" y="143"/>
                    <a:pt x="67" y="197"/>
                  </a:cubicBezTo>
                  <a:cubicBezTo>
                    <a:pt x="77" y="205"/>
                    <a:pt x="86" y="209"/>
                    <a:pt x="95" y="209"/>
                  </a:cubicBezTo>
                  <a:cubicBezTo>
                    <a:pt x="104" y="209"/>
                    <a:pt x="112" y="205"/>
                    <a:pt x="120" y="197"/>
                  </a:cubicBezTo>
                  <a:cubicBezTo>
                    <a:pt x="153" y="176"/>
                    <a:pt x="190" y="143"/>
                    <a:pt x="190" y="110"/>
                  </a:cubicBezTo>
                  <a:lnTo>
                    <a:pt x="190" y="56"/>
                  </a:lnTo>
                  <a:cubicBezTo>
                    <a:pt x="162" y="19"/>
                    <a:pt x="128" y="1"/>
                    <a:pt x="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5" name="Google Shape;12555;p31"/>
            <p:cNvSpPr/>
            <p:nvPr/>
          </p:nvSpPr>
          <p:spPr>
            <a:xfrm>
              <a:off x="4042425" y="3139000"/>
              <a:ext cx="5600" cy="5075"/>
            </a:xfrm>
            <a:custGeom>
              <a:avLst/>
              <a:gdLst/>
              <a:ahLst/>
              <a:cxnLst/>
              <a:rect l="l" t="t" r="r" b="b"/>
              <a:pathLst>
                <a:path w="224" h="203" extrusionOk="0">
                  <a:moveTo>
                    <a:pt x="110" y="1"/>
                  </a:moveTo>
                  <a:cubicBezTo>
                    <a:pt x="82" y="1"/>
                    <a:pt x="52" y="13"/>
                    <a:pt x="34" y="40"/>
                  </a:cubicBezTo>
                  <a:cubicBezTo>
                    <a:pt x="17" y="57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0"/>
                    <a:pt x="34" y="180"/>
                    <a:pt x="50" y="180"/>
                  </a:cubicBezTo>
                  <a:cubicBezTo>
                    <a:pt x="67" y="195"/>
                    <a:pt x="89" y="203"/>
                    <a:pt x="111" y="203"/>
                  </a:cubicBezTo>
                  <a:cubicBezTo>
                    <a:pt x="140" y="203"/>
                    <a:pt x="170" y="190"/>
                    <a:pt x="191" y="160"/>
                  </a:cubicBezTo>
                  <a:cubicBezTo>
                    <a:pt x="207" y="143"/>
                    <a:pt x="224" y="110"/>
                    <a:pt x="224" y="94"/>
                  </a:cubicBezTo>
                  <a:cubicBezTo>
                    <a:pt x="224" y="57"/>
                    <a:pt x="207" y="40"/>
                    <a:pt x="170" y="24"/>
                  </a:cubicBezTo>
                  <a:cubicBezTo>
                    <a:pt x="155" y="9"/>
                    <a:pt x="133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6" name="Google Shape;12556;p31"/>
            <p:cNvSpPr/>
            <p:nvPr/>
          </p:nvSpPr>
          <p:spPr>
            <a:xfrm>
              <a:off x="4049750" y="317482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lnTo>
                    <a:pt x="1" y="120"/>
                  </a:lnTo>
                  <a:cubicBezTo>
                    <a:pt x="1" y="137"/>
                    <a:pt x="1" y="137"/>
                    <a:pt x="17" y="137"/>
                  </a:cubicBezTo>
                  <a:lnTo>
                    <a:pt x="17" y="170"/>
                  </a:lnTo>
                  <a:cubicBezTo>
                    <a:pt x="34" y="190"/>
                    <a:pt x="67" y="207"/>
                    <a:pt x="83" y="207"/>
                  </a:cubicBezTo>
                  <a:cubicBezTo>
                    <a:pt x="120" y="207"/>
                    <a:pt x="153" y="207"/>
                    <a:pt x="170" y="190"/>
                  </a:cubicBezTo>
                  <a:cubicBezTo>
                    <a:pt x="186" y="170"/>
                    <a:pt x="207" y="137"/>
                    <a:pt x="207" y="120"/>
                  </a:cubicBezTo>
                  <a:cubicBezTo>
                    <a:pt x="223" y="87"/>
                    <a:pt x="207" y="67"/>
                    <a:pt x="207" y="50"/>
                  </a:cubicBezTo>
                  <a:cubicBezTo>
                    <a:pt x="186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7" name="Google Shape;12557;p31"/>
            <p:cNvSpPr/>
            <p:nvPr/>
          </p:nvSpPr>
          <p:spPr>
            <a:xfrm>
              <a:off x="4026975" y="31527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6" y="0"/>
                  </a:moveTo>
                  <a:cubicBezTo>
                    <a:pt x="113" y="0"/>
                    <a:pt x="99" y="2"/>
                    <a:pt x="87" y="6"/>
                  </a:cubicBezTo>
                  <a:cubicBezTo>
                    <a:pt x="34" y="23"/>
                    <a:pt x="1" y="93"/>
                    <a:pt x="17" y="147"/>
                  </a:cubicBezTo>
                  <a:cubicBezTo>
                    <a:pt x="42" y="184"/>
                    <a:pt x="78" y="202"/>
                    <a:pt x="116" y="202"/>
                  </a:cubicBezTo>
                  <a:cubicBezTo>
                    <a:pt x="128" y="202"/>
                    <a:pt x="141" y="200"/>
                    <a:pt x="153" y="196"/>
                  </a:cubicBezTo>
                  <a:cubicBezTo>
                    <a:pt x="207" y="180"/>
                    <a:pt x="240" y="109"/>
                    <a:pt x="223" y="60"/>
                  </a:cubicBezTo>
                  <a:cubicBezTo>
                    <a:pt x="211" y="20"/>
                    <a:pt x="168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8" name="Google Shape;12558;p31"/>
            <p:cNvSpPr/>
            <p:nvPr/>
          </p:nvSpPr>
          <p:spPr>
            <a:xfrm>
              <a:off x="4051000" y="316060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2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20"/>
                    <a:pt x="17" y="141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6" y="209"/>
                    <a:pt x="105" y="210"/>
                    <a:pt x="114" y="210"/>
                  </a:cubicBezTo>
                  <a:cubicBezTo>
                    <a:pt x="169" y="210"/>
                    <a:pt x="206" y="167"/>
                    <a:pt x="206" y="120"/>
                  </a:cubicBezTo>
                  <a:cubicBezTo>
                    <a:pt x="223" y="104"/>
                    <a:pt x="206" y="71"/>
                    <a:pt x="190" y="54"/>
                  </a:cubicBezTo>
                  <a:cubicBezTo>
                    <a:pt x="173" y="17"/>
                    <a:pt x="15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9" name="Google Shape;12559;p31"/>
            <p:cNvSpPr/>
            <p:nvPr/>
          </p:nvSpPr>
          <p:spPr>
            <a:xfrm>
              <a:off x="4013175" y="3082875"/>
              <a:ext cx="5675" cy="5200"/>
            </a:xfrm>
            <a:custGeom>
              <a:avLst/>
              <a:gdLst/>
              <a:ahLst/>
              <a:cxnLst/>
              <a:rect l="l" t="t" r="r" b="b"/>
              <a:pathLst>
                <a:path w="227" h="208" extrusionOk="0">
                  <a:moveTo>
                    <a:pt x="124" y="1"/>
                  </a:moveTo>
                  <a:cubicBezTo>
                    <a:pt x="70" y="1"/>
                    <a:pt x="21" y="34"/>
                    <a:pt x="0" y="88"/>
                  </a:cubicBezTo>
                  <a:cubicBezTo>
                    <a:pt x="0" y="104"/>
                    <a:pt x="0" y="121"/>
                    <a:pt x="21" y="137"/>
                  </a:cubicBezTo>
                  <a:lnTo>
                    <a:pt x="21" y="174"/>
                  </a:lnTo>
                  <a:cubicBezTo>
                    <a:pt x="37" y="191"/>
                    <a:pt x="70" y="207"/>
                    <a:pt x="87" y="207"/>
                  </a:cubicBezTo>
                  <a:cubicBezTo>
                    <a:pt x="157" y="207"/>
                    <a:pt x="206" y="174"/>
                    <a:pt x="206" y="121"/>
                  </a:cubicBezTo>
                  <a:cubicBezTo>
                    <a:pt x="227" y="88"/>
                    <a:pt x="206" y="71"/>
                    <a:pt x="190" y="34"/>
                  </a:cubicBezTo>
                  <a:cubicBezTo>
                    <a:pt x="173" y="17"/>
                    <a:pt x="157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0" name="Google Shape;12560;p31"/>
            <p:cNvSpPr/>
            <p:nvPr/>
          </p:nvSpPr>
          <p:spPr>
            <a:xfrm>
              <a:off x="4009775" y="3113400"/>
              <a:ext cx="5575" cy="5100"/>
            </a:xfrm>
            <a:custGeom>
              <a:avLst/>
              <a:gdLst/>
              <a:ahLst/>
              <a:cxnLst/>
              <a:rect l="l" t="t" r="r" b="b"/>
              <a:pathLst>
                <a:path w="223" h="204" extrusionOk="0">
                  <a:moveTo>
                    <a:pt x="70" y="0"/>
                  </a:moveTo>
                  <a:cubicBezTo>
                    <a:pt x="33" y="17"/>
                    <a:pt x="17" y="33"/>
                    <a:pt x="17" y="50"/>
                  </a:cubicBezTo>
                  <a:cubicBezTo>
                    <a:pt x="0" y="70"/>
                    <a:pt x="0" y="103"/>
                    <a:pt x="0" y="136"/>
                  </a:cubicBezTo>
                  <a:cubicBezTo>
                    <a:pt x="12" y="175"/>
                    <a:pt x="52" y="203"/>
                    <a:pt x="92" y="203"/>
                  </a:cubicBezTo>
                  <a:cubicBezTo>
                    <a:pt x="107" y="203"/>
                    <a:pt x="122" y="199"/>
                    <a:pt x="136" y="190"/>
                  </a:cubicBezTo>
                  <a:cubicBezTo>
                    <a:pt x="190" y="174"/>
                    <a:pt x="223" y="120"/>
                    <a:pt x="206" y="70"/>
                  </a:cubicBezTo>
                  <a:cubicBezTo>
                    <a:pt x="190" y="33"/>
                    <a:pt x="157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1" name="Google Shape;12561;p31"/>
            <p:cNvSpPr/>
            <p:nvPr/>
          </p:nvSpPr>
          <p:spPr>
            <a:xfrm>
              <a:off x="4010175" y="30966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2" y="0"/>
                  </a:moveTo>
                  <a:cubicBezTo>
                    <a:pt x="91" y="0"/>
                    <a:pt x="58" y="15"/>
                    <a:pt x="38" y="37"/>
                  </a:cubicBezTo>
                  <a:cubicBezTo>
                    <a:pt x="17" y="70"/>
                    <a:pt x="1" y="87"/>
                    <a:pt x="1" y="124"/>
                  </a:cubicBezTo>
                  <a:cubicBezTo>
                    <a:pt x="17" y="124"/>
                    <a:pt x="17" y="140"/>
                    <a:pt x="17" y="140"/>
                  </a:cubicBezTo>
                  <a:cubicBezTo>
                    <a:pt x="17" y="157"/>
                    <a:pt x="38" y="173"/>
                    <a:pt x="54" y="190"/>
                  </a:cubicBezTo>
                  <a:cubicBezTo>
                    <a:pt x="67" y="204"/>
                    <a:pt x="84" y="210"/>
                    <a:pt x="103" y="210"/>
                  </a:cubicBezTo>
                  <a:cubicBezTo>
                    <a:pt x="135" y="210"/>
                    <a:pt x="170" y="194"/>
                    <a:pt x="190" y="173"/>
                  </a:cubicBezTo>
                  <a:cubicBezTo>
                    <a:pt x="223" y="124"/>
                    <a:pt x="223" y="70"/>
                    <a:pt x="174" y="21"/>
                  </a:cubicBezTo>
                  <a:cubicBezTo>
                    <a:pt x="161" y="6"/>
                    <a:pt x="142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2" name="Google Shape;12562;p31"/>
            <p:cNvSpPr/>
            <p:nvPr/>
          </p:nvSpPr>
          <p:spPr>
            <a:xfrm>
              <a:off x="4023050" y="31065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54" y="0"/>
                    <a:pt x="1" y="37"/>
                    <a:pt x="1" y="87"/>
                  </a:cubicBezTo>
                  <a:lnTo>
                    <a:pt x="1" y="120"/>
                  </a:lnTo>
                  <a:lnTo>
                    <a:pt x="1" y="140"/>
                  </a:lnTo>
                  <a:cubicBezTo>
                    <a:pt x="1" y="157"/>
                    <a:pt x="1" y="157"/>
                    <a:pt x="17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104" y="206"/>
                    <a:pt x="141" y="206"/>
                    <a:pt x="158" y="190"/>
                  </a:cubicBezTo>
                  <a:cubicBezTo>
                    <a:pt x="191" y="173"/>
                    <a:pt x="191" y="157"/>
                    <a:pt x="207" y="120"/>
                  </a:cubicBezTo>
                  <a:cubicBezTo>
                    <a:pt x="207" y="103"/>
                    <a:pt x="207" y="70"/>
                    <a:pt x="191" y="54"/>
                  </a:cubicBezTo>
                  <a:cubicBezTo>
                    <a:pt x="174" y="37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3" name="Google Shape;12563;p31"/>
            <p:cNvSpPr/>
            <p:nvPr/>
          </p:nvSpPr>
          <p:spPr>
            <a:xfrm>
              <a:off x="4005425" y="3124800"/>
              <a:ext cx="6125" cy="5275"/>
            </a:xfrm>
            <a:custGeom>
              <a:avLst/>
              <a:gdLst/>
              <a:ahLst/>
              <a:cxnLst/>
              <a:rect l="l" t="t" r="r" b="b"/>
              <a:pathLst>
                <a:path w="245" h="211" extrusionOk="0">
                  <a:moveTo>
                    <a:pt x="116" y="0"/>
                  </a:moveTo>
                  <a:cubicBezTo>
                    <a:pt x="102" y="0"/>
                    <a:pt x="87" y="2"/>
                    <a:pt x="71" y="6"/>
                  </a:cubicBezTo>
                  <a:cubicBezTo>
                    <a:pt x="21" y="27"/>
                    <a:pt x="1" y="93"/>
                    <a:pt x="21" y="146"/>
                  </a:cubicBezTo>
                  <a:cubicBezTo>
                    <a:pt x="33" y="182"/>
                    <a:pt x="71" y="211"/>
                    <a:pt x="110" y="211"/>
                  </a:cubicBezTo>
                  <a:cubicBezTo>
                    <a:pt x="126" y="211"/>
                    <a:pt x="142" y="206"/>
                    <a:pt x="158" y="196"/>
                  </a:cubicBezTo>
                  <a:cubicBezTo>
                    <a:pt x="207" y="179"/>
                    <a:pt x="244" y="130"/>
                    <a:pt x="207" y="76"/>
                  </a:cubicBezTo>
                  <a:cubicBezTo>
                    <a:pt x="194" y="22"/>
                    <a:pt x="16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4" name="Google Shape;12564;p31"/>
            <p:cNvSpPr/>
            <p:nvPr/>
          </p:nvSpPr>
          <p:spPr>
            <a:xfrm>
              <a:off x="4021825" y="31203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66" y="1"/>
                    <a:pt x="17" y="34"/>
                    <a:pt x="0" y="83"/>
                  </a:cubicBezTo>
                  <a:cubicBezTo>
                    <a:pt x="0" y="104"/>
                    <a:pt x="0" y="120"/>
                    <a:pt x="17" y="137"/>
                  </a:cubicBezTo>
                  <a:cubicBezTo>
                    <a:pt x="17" y="153"/>
                    <a:pt x="17" y="153"/>
                    <a:pt x="33" y="170"/>
                  </a:cubicBezTo>
                  <a:cubicBezTo>
                    <a:pt x="50" y="186"/>
                    <a:pt x="66" y="207"/>
                    <a:pt x="103" y="207"/>
                  </a:cubicBezTo>
                  <a:cubicBezTo>
                    <a:pt x="110" y="209"/>
                    <a:pt x="116" y="210"/>
                    <a:pt x="122" y="210"/>
                  </a:cubicBezTo>
                  <a:cubicBezTo>
                    <a:pt x="166" y="210"/>
                    <a:pt x="209" y="163"/>
                    <a:pt x="223" y="120"/>
                  </a:cubicBezTo>
                  <a:cubicBezTo>
                    <a:pt x="223" y="83"/>
                    <a:pt x="207" y="67"/>
                    <a:pt x="190" y="50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5" name="Google Shape;12565;p31"/>
            <p:cNvSpPr/>
            <p:nvPr/>
          </p:nvSpPr>
          <p:spPr>
            <a:xfrm>
              <a:off x="4016250" y="314607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50" y="0"/>
                    <a:pt x="1" y="33"/>
                    <a:pt x="1" y="83"/>
                  </a:cubicBezTo>
                  <a:lnTo>
                    <a:pt x="1" y="136"/>
                  </a:lnTo>
                  <a:cubicBezTo>
                    <a:pt x="1" y="153"/>
                    <a:pt x="17" y="153"/>
                    <a:pt x="17" y="169"/>
                  </a:cubicBezTo>
                  <a:cubicBezTo>
                    <a:pt x="34" y="186"/>
                    <a:pt x="50" y="206"/>
                    <a:pt x="83" y="206"/>
                  </a:cubicBezTo>
                  <a:cubicBezTo>
                    <a:pt x="90" y="209"/>
                    <a:pt x="97" y="209"/>
                    <a:pt x="103" y="209"/>
                  </a:cubicBezTo>
                  <a:cubicBezTo>
                    <a:pt x="149" y="209"/>
                    <a:pt x="189" y="163"/>
                    <a:pt x="207" y="120"/>
                  </a:cubicBezTo>
                  <a:cubicBezTo>
                    <a:pt x="207" y="83"/>
                    <a:pt x="207" y="66"/>
                    <a:pt x="186" y="50"/>
                  </a:cubicBezTo>
                  <a:cubicBezTo>
                    <a:pt x="170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6" name="Google Shape;12566;p31"/>
            <p:cNvSpPr/>
            <p:nvPr/>
          </p:nvSpPr>
          <p:spPr>
            <a:xfrm>
              <a:off x="4017075" y="3132150"/>
              <a:ext cx="6000" cy="5200"/>
            </a:xfrm>
            <a:custGeom>
              <a:avLst/>
              <a:gdLst/>
              <a:ahLst/>
              <a:cxnLst/>
              <a:rect l="l" t="t" r="r" b="b"/>
              <a:pathLst>
                <a:path w="240" h="208" extrusionOk="0">
                  <a:moveTo>
                    <a:pt x="115" y="1"/>
                  </a:moveTo>
                  <a:cubicBezTo>
                    <a:pt x="105" y="1"/>
                    <a:pt x="96" y="2"/>
                    <a:pt x="87" y="5"/>
                  </a:cubicBezTo>
                  <a:cubicBezTo>
                    <a:pt x="34" y="21"/>
                    <a:pt x="1" y="91"/>
                    <a:pt x="34" y="145"/>
                  </a:cubicBezTo>
                  <a:cubicBezTo>
                    <a:pt x="46" y="181"/>
                    <a:pt x="77" y="208"/>
                    <a:pt x="112" y="208"/>
                  </a:cubicBezTo>
                  <a:cubicBezTo>
                    <a:pt x="125" y="208"/>
                    <a:pt x="139" y="204"/>
                    <a:pt x="153" y="194"/>
                  </a:cubicBezTo>
                  <a:cubicBezTo>
                    <a:pt x="223" y="178"/>
                    <a:pt x="240" y="124"/>
                    <a:pt x="223" y="75"/>
                  </a:cubicBezTo>
                  <a:cubicBezTo>
                    <a:pt x="210" y="31"/>
                    <a:pt x="160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7" name="Google Shape;12567;p31"/>
            <p:cNvSpPr/>
            <p:nvPr/>
          </p:nvSpPr>
          <p:spPr>
            <a:xfrm>
              <a:off x="4178600" y="31477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83" y="0"/>
                    <a:pt x="50" y="17"/>
                    <a:pt x="33" y="37"/>
                  </a:cubicBezTo>
                  <a:cubicBezTo>
                    <a:pt x="17" y="54"/>
                    <a:pt x="0" y="70"/>
                    <a:pt x="0" y="87"/>
                  </a:cubicBezTo>
                  <a:lnTo>
                    <a:pt x="0" y="157"/>
                  </a:lnTo>
                  <a:cubicBezTo>
                    <a:pt x="17" y="173"/>
                    <a:pt x="50" y="206"/>
                    <a:pt x="83" y="206"/>
                  </a:cubicBezTo>
                  <a:lnTo>
                    <a:pt x="103" y="206"/>
                  </a:lnTo>
                  <a:cubicBezTo>
                    <a:pt x="110" y="209"/>
                    <a:pt x="117" y="210"/>
                    <a:pt x="123" y="210"/>
                  </a:cubicBezTo>
                  <a:cubicBezTo>
                    <a:pt x="166" y="210"/>
                    <a:pt x="206" y="166"/>
                    <a:pt x="206" y="120"/>
                  </a:cubicBezTo>
                  <a:cubicBezTo>
                    <a:pt x="206" y="103"/>
                    <a:pt x="206" y="70"/>
                    <a:pt x="186" y="54"/>
                  </a:cubicBezTo>
                  <a:cubicBezTo>
                    <a:pt x="169" y="3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8" name="Google Shape;12568;p31"/>
            <p:cNvSpPr/>
            <p:nvPr/>
          </p:nvSpPr>
          <p:spPr>
            <a:xfrm>
              <a:off x="4275175" y="316667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1"/>
                  </a:moveTo>
                  <a:cubicBezTo>
                    <a:pt x="33" y="34"/>
                    <a:pt x="0" y="83"/>
                    <a:pt x="17" y="137"/>
                  </a:cubicBezTo>
                  <a:cubicBezTo>
                    <a:pt x="48" y="178"/>
                    <a:pt x="88" y="211"/>
                    <a:pt x="131" y="211"/>
                  </a:cubicBezTo>
                  <a:cubicBezTo>
                    <a:pt x="140" y="211"/>
                    <a:pt x="148" y="210"/>
                    <a:pt x="157" y="207"/>
                  </a:cubicBezTo>
                  <a:cubicBezTo>
                    <a:pt x="174" y="186"/>
                    <a:pt x="190" y="186"/>
                    <a:pt x="207" y="170"/>
                  </a:cubicBezTo>
                  <a:cubicBezTo>
                    <a:pt x="223" y="137"/>
                    <a:pt x="240" y="104"/>
                    <a:pt x="223" y="67"/>
                  </a:cubicBezTo>
                  <a:cubicBezTo>
                    <a:pt x="207" y="34"/>
                    <a:pt x="174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9" name="Google Shape;12569;p31"/>
            <p:cNvSpPr/>
            <p:nvPr/>
          </p:nvSpPr>
          <p:spPr>
            <a:xfrm>
              <a:off x="4274350" y="3180225"/>
              <a:ext cx="5600" cy="5050"/>
            </a:xfrm>
            <a:custGeom>
              <a:avLst/>
              <a:gdLst/>
              <a:ahLst/>
              <a:cxnLst/>
              <a:rect l="l" t="t" r="r" b="b"/>
              <a:pathLst>
                <a:path w="224" h="202" extrusionOk="0">
                  <a:moveTo>
                    <a:pt x="107" y="0"/>
                  </a:moveTo>
                  <a:cubicBezTo>
                    <a:pt x="84" y="0"/>
                    <a:pt x="62" y="12"/>
                    <a:pt x="50" y="24"/>
                  </a:cubicBezTo>
                  <a:cubicBezTo>
                    <a:pt x="33" y="40"/>
                    <a:pt x="17" y="57"/>
                    <a:pt x="17" y="94"/>
                  </a:cubicBezTo>
                  <a:cubicBezTo>
                    <a:pt x="1" y="110"/>
                    <a:pt x="17" y="127"/>
                    <a:pt x="17" y="143"/>
                  </a:cubicBezTo>
                  <a:cubicBezTo>
                    <a:pt x="17" y="143"/>
                    <a:pt x="17" y="160"/>
                    <a:pt x="33" y="160"/>
                  </a:cubicBezTo>
                  <a:cubicBezTo>
                    <a:pt x="50" y="180"/>
                    <a:pt x="66" y="197"/>
                    <a:pt x="104" y="197"/>
                  </a:cubicBezTo>
                  <a:cubicBezTo>
                    <a:pt x="112" y="200"/>
                    <a:pt x="121" y="201"/>
                    <a:pt x="129" y="201"/>
                  </a:cubicBezTo>
                  <a:cubicBezTo>
                    <a:pt x="170" y="201"/>
                    <a:pt x="209" y="168"/>
                    <a:pt x="223" y="110"/>
                  </a:cubicBezTo>
                  <a:cubicBezTo>
                    <a:pt x="223" y="94"/>
                    <a:pt x="223" y="57"/>
                    <a:pt x="207" y="40"/>
                  </a:cubicBezTo>
                  <a:cubicBezTo>
                    <a:pt x="190" y="24"/>
                    <a:pt x="153" y="7"/>
                    <a:pt x="137" y="7"/>
                  </a:cubicBez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0" name="Google Shape;12570;p31"/>
            <p:cNvSpPr/>
            <p:nvPr/>
          </p:nvSpPr>
          <p:spPr>
            <a:xfrm>
              <a:off x="4269600" y="31428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6" y="1"/>
                  </a:moveTo>
                  <a:cubicBezTo>
                    <a:pt x="54" y="1"/>
                    <a:pt x="15" y="33"/>
                    <a:pt x="1" y="75"/>
                  </a:cubicBezTo>
                  <a:lnTo>
                    <a:pt x="1" y="91"/>
                  </a:lnTo>
                  <a:lnTo>
                    <a:pt x="1" y="145"/>
                  </a:lnTo>
                  <a:cubicBezTo>
                    <a:pt x="17" y="161"/>
                    <a:pt x="34" y="194"/>
                    <a:pt x="50" y="194"/>
                  </a:cubicBezTo>
                  <a:cubicBezTo>
                    <a:pt x="71" y="211"/>
                    <a:pt x="87" y="211"/>
                    <a:pt x="87" y="211"/>
                  </a:cubicBezTo>
                  <a:cubicBezTo>
                    <a:pt x="137" y="211"/>
                    <a:pt x="207" y="178"/>
                    <a:pt x="207" y="128"/>
                  </a:cubicBezTo>
                  <a:cubicBezTo>
                    <a:pt x="207" y="91"/>
                    <a:pt x="207" y="75"/>
                    <a:pt x="191" y="42"/>
                  </a:cubicBezTo>
                  <a:cubicBezTo>
                    <a:pt x="174" y="25"/>
                    <a:pt x="153" y="5"/>
                    <a:pt x="120" y="5"/>
                  </a:cubicBezTo>
                  <a:cubicBezTo>
                    <a:pt x="112" y="2"/>
                    <a:pt x="104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1" name="Google Shape;12571;p31"/>
            <p:cNvSpPr/>
            <p:nvPr/>
          </p:nvSpPr>
          <p:spPr>
            <a:xfrm>
              <a:off x="4270025" y="3208250"/>
              <a:ext cx="5575" cy="5250"/>
            </a:xfrm>
            <a:custGeom>
              <a:avLst/>
              <a:gdLst/>
              <a:ahLst/>
              <a:cxnLst/>
              <a:rect l="l" t="t" r="r" b="b"/>
              <a:pathLst>
                <a:path w="223" h="210" extrusionOk="0">
                  <a:moveTo>
                    <a:pt x="100" y="0"/>
                  </a:moveTo>
                  <a:cubicBezTo>
                    <a:pt x="57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40"/>
                  </a:cubicBezTo>
                  <a:lnTo>
                    <a:pt x="17" y="156"/>
                  </a:lnTo>
                  <a:cubicBezTo>
                    <a:pt x="33" y="193"/>
                    <a:pt x="70" y="210"/>
                    <a:pt x="87" y="210"/>
                  </a:cubicBezTo>
                  <a:cubicBezTo>
                    <a:pt x="120" y="210"/>
                    <a:pt x="157" y="210"/>
                    <a:pt x="174" y="193"/>
                  </a:cubicBezTo>
                  <a:cubicBezTo>
                    <a:pt x="190" y="173"/>
                    <a:pt x="206" y="140"/>
                    <a:pt x="206" y="123"/>
                  </a:cubicBezTo>
                  <a:cubicBezTo>
                    <a:pt x="223" y="90"/>
                    <a:pt x="206" y="70"/>
                    <a:pt x="190" y="37"/>
                  </a:cubicBezTo>
                  <a:cubicBezTo>
                    <a:pt x="174" y="20"/>
                    <a:pt x="157" y="4"/>
                    <a:pt x="120" y="4"/>
                  </a:cubicBezTo>
                  <a:cubicBezTo>
                    <a:pt x="113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2" name="Google Shape;12572;p31"/>
            <p:cNvSpPr/>
            <p:nvPr/>
          </p:nvSpPr>
          <p:spPr>
            <a:xfrm>
              <a:off x="4287650" y="31737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11" y="0"/>
                  </a:moveTo>
                  <a:cubicBezTo>
                    <a:pt x="82" y="0"/>
                    <a:pt x="54" y="13"/>
                    <a:pt x="33" y="43"/>
                  </a:cubicBezTo>
                  <a:cubicBezTo>
                    <a:pt x="17" y="59"/>
                    <a:pt x="0" y="92"/>
                    <a:pt x="0" y="109"/>
                  </a:cubicBezTo>
                  <a:cubicBezTo>
                    <a:pt x="17" y="129"/>
                    <a:pt x="17" y="129"/>
                    <a:pt x="17" y="146"/>
                  </a:cubicBezTo>
                  <a:cubicBezTo>
                    <a:pt x="17" y="162"/>
                    <a:pt x="33" y="179"/>
                    <a:pt x="50" y="179"/>
                  </a:cubicBezTo>
                  <a:cubicBezTo>
                    <a:pt x="70" y="195"/>
                    <a:pt x="103" y="212"/>
                    <a:pt x="120" y="212"/>
                  </a:cubicBezTo>
                  <a:cubicBezTo>
                    <a:pt x="153" y="212"/>
                    <a:pt x="174" y="195"/>
                    <a:pt x="190" y="179"/>
                  </a:cubicBezTo>
                  <a:cubicBezTo>
                    <a:pt x="207" y="146"/>
                    <a:pt x="223" y="129"/>
                    <a:pt x="223" y="92"/>
                  </a:cubicBezTo>
                  <a:cubicBezTo>
                    <a:pt x="207" y="76"/>
                    <a:pt x="207" y="43"/>
                    <a:pt x="174" y="26"/>
                  </a:cubicBezTo>
                  <a:cubicBezTo>
                    <a:pt x="157" y="9"/>
                    <a:pt x="134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3" name="Google Shape;12573;p31"/>
            <p:cNvSpPr/>
            <p:nvPr/>
          </p:nvSpPr>
          <p:spPr>
            <a:xfrm>
              <a:off x="4285475" y="3185550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7" y="0"/>
                    <a:pt x="54" y="17"/>
                    <a:pt x="34" y="33"/>
                  </a:cubicBezTo>
                  <a:cubicBezTo>
                    <a:pt x="17" y="50"/>
                    <a:pt x="1" y="70"/>
                    <a:pt x="1" y="87"/>
                  </a:cubicBezTo>
                  <a:lnTo>
                    <a:pt x="1" y="136"/>
                  </a:lnTo>
                  <a:cubicBezTo>
                    <a:pt x="17" y="174"/>
                    <a:pt x="54" y="207"/>
                    <a:pt x="87" y="207"/>
                  </a:cubicBezTo>
                  <a:lnTo>
                    <a:pt x="104" y="207"/>
                  </a:lnTo>
                  <a:cubicBezTo>
                    <a:pt x="157" y="207"/>
                    <a:pt x="207" y="174"/>
                    <a:pt x="207" y="120"/>
                  </a:cubicBezTo>
                  <a:cubicBezTo>
                    <a:pt x="207" y="87"/>
                    <a:pt x="207" y="70"/>
                    <a:pt x="190" y="50"/>
                  </a:cubicBezTo>
                  <a:cubicBezTo>
                    <a:pt x="174" y="17"/>
                    <a:pt x="15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4" name="Google Shape;12574;p31"/>
            <p:cNvSpPr/>
            <p:nvPr/>
          </p:nvSpPr>
          <p:spPr>
            <a:xfrm>
              <a:off x="4265275" y="31574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16" y="1"/>
                  </a:moveTo>
                  <a:cubicBezTo>
                    <a:pt x="85" y="1"/>
                    <a:pt x="56" y="13"/>
                    <a:pt x="38" y="40"/>
                  </a:cubicBezTo>
                  <a:cubicBezTo>
                    <a:pt x="17" y="61"/>
                    <a:pt x="1" y="94"/>
                    <a:pt x="17" y="110"/>
                  </a:cubicBezTo>
                  <a:lnTo>
                    <a:pt x="17" y="143"/>
                  </a:lnTo>
                  <a:cubicBezTo>
                    <a:pt x="17" y="164"/>
                    <a:pt x="38" y="180"/>
                    <a:pt x="54" y="180"/>
                  </a:cubicBezTo>
                  <a:cubicBezTo>
                    <a:pt x="71" y="197"/>
                    <a:pt x="104" y="213"/>
                    <a:pt x="120" y="213"/>
                  </a:cubicBezTo>
                  <a:cubicBezTo>
                    <a:pt x="157" y="197"/>
                    <a:pt x="174" y="197"/>
                    <a:pt x="207" y="164"/>
                  </a:cubicBezTo>
                  <a:cubicBezTo>
                    <a:pt x="223" y="143"/>
                    <a:pt x="223" y="127"/>
                    <a:pt x="223" y="94"/>
                  </a:cubicBezTo>
                  <a:cubicBezTo>
                    <a:pt x="223" y="61"/>
                    <a:pt x="207" y="40"/>
                    <a:pt x="190" y="24"/>
                  </a:cubicBezTo>
                  <a:cubicBezTo>
                    <a:pt x="168" y="9"/>
                    <a:pt x="14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5" name="Google Shape;12575;p31"/>
            <p:cNvSpPr/>
            <p:nvPr/>
          </p:nvSpPr>
          <p:spPr>
            <a:xfrm>
              <a:off x="4279100" y="3153275"/>
              <a:ext cx="5575" cy="5325"/>
            </a:xfrm>
            <a:custGeom>
              <a:avLst/>
              <a:gdLst/>
              <a:ahLst/>
              <a:cxnLst/>
              <a:rect l="l" t="t" r="r" b="b"/>
              <a:pathLst>
                <a:path w="223" h="213" extrusionOk="0">
                  <a:moveTo>
                    <a:pt x="120" y="1"/>
                  </a:moveTo>
                  <a:cubicBezTo>
                    <a:pt x="103" y="1"/>
                    <a:pt x="66" y="22"/>
                    <a:pt x="50" y="38"/>
                  </a:cubicBezTo>
                  <a:cubicBezTo>
                    <a:pt x="17" y="38"/>
                    <a:pt x="17" y="71"/>
                    <a:pt x="0" y="87"/>
                  </a:cubicBezTo>
                  <a:cubicBezTo>
                    <a:pt x="0" y="104"/>
                    <a:pt x="0" y="141"/>
                    <a:pt x="17" y="158"/>
                  </a:cubicBezTo>
                  <a:lnTo>
                    <a:pt x="17" y="174"/>
                  </a:lnTo>
                  <a:cubicBezTo>
                    <a:pt x="33" y="191"/>
                    <a:pt x="66" y="207"/>
                    <a:pt x="83" y="207"/>
                  </a:cubicBezTo>
                  <a:cubicBezTo>
                    <a:pt x="96" y="211"/>
                    <a:pt x="108" y="213"/>
                    <a:pt x="120" y="213"/>
                  </a:cubicBezTo>
                  <a:cubicBezTo>
                    <a:pt x="171" y="213"/>
                    <a:pt x="206" y="178"/>
                    <a:pt x="206" y="125"/>
                  </a:cubicBezTo>
                  <a:cubicBezTo>
                    <a:pt x="223" y="104"/>
                    <a:pt x="206" y="71"/>
                    <a:pt x="186" y="55"/>
                  </a:cubicBezTo>
                  <a:cubicBezTo>
                    <a:pt x="169" y="38"/>
                    <a:pt x="153" y="22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6" name="Google Shape;12576;p31"/>
            <p:cNvSpPr/>
            <p:nvPr/>
          </p:nvSpPr>
          <p:spPr>
            <a:xfrm>
              <a:off x="4283725" y="313690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00" y="0"/>
                  </a:moveTo>
                  <a:cubicBezTo>
                    <a:pt x="90" y="0"/>
                    <a:pt x="80" y="2"/>
                    <a:pt x="71" y="4"/>
                  </a:cubicBezTo>
                  <a:cubicBezTo>
                    <a:pt x="21" y="21"/>
                    <a:pt x="1" y="91"/>
                    <a:pt x="21" y="141"/>
                  </a:cubicBezTo>
                  <a:cubicBezTo>
                    <a:pt x="33" y="179"/>
                    <a:pt x="71" y="207"/>
                    <a:pt x="111" y="207"/>
                  </a:cubicBezTo>
                  <a:cubicBezTo>
                    <a:pt x="127" y="207"/>
                    <a:pt x="143" y="203"/>
                    <a:pt x="157" y="194"/>
                  </a:cubicBezTo>
                  <a:cubicBezTo>
                    <a:pt x="207" y="178"/>
                    <a:pt x="227" y="124"/>
                    <a:pt x="207" y="75"/>
                  </a:cubicBezTo>
                  <a:cubicBezTo>
                    <a:pt x="193" y="30"/>
                    <a:pt x="146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7" name="Google Shape;12577;p31"/>
            <p:cNvSpPr/>
            <p:nvPr/>
          </p:nvSpPr>
          <p:spPr>
            <a:xfrm>
              <a:off x="4255375" y="3147300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25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38" y="34"/>
                    <a:pt x="22" y="71"/>
                    <a:pt x="22" y="87"/>
                  </a:cubicBezTo>
                  <a:cubicBezTo>
                    <a:pt x="1" y="104"/>
                    <a:pt x="1" y="120"/>
                    <a:pt x="22" y="137"/>
                  </a:cubicBezTo>
                  <a:cubicBezTo>
                    <a:pt x="22" y="157"/>
                    <a:pt x="22" y="157"/>
                    <a:pt x="38" y="174"/>
                  </a:cubicBezTo>
                  <a:cubicBezTo>
                    <a:pt x="54" y="190"/>
                    <a:pt x="71" y="207"/>
                    <a:pt x="104" y="207"/>
                  </a:cubicBezTo>
                  <a:cubicBezTo>
                    <a:pt x="158" y="207"/>
                    <a:pt x="207" y="174"/>
                    <a:pt x="228" y="120"/>
                  </a:cubicBezTo>
                  <a:cubicBezTo>
                    <a:pt x="228" y="87"/>
                    <a:pt x="207" y="71"/>
                    <a:pt x="191" y="34"/>
                  </a:cubicBezTo>
                  <a:cubicBezTo>
                    <a:pt x="191" y="17"/>
                    <a:pt x="158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8" name="Google Shape;12578;p31"/>
            <p:cNvSpPr/>
            <p:nvPr/>
          </p:nvSpPr>
          <p:spPr>
            <a:xfrm>
              <a:off x="4249825" y="31750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8" y="1"/>
                  </a:moveTo>
                  <a:cubicBezTo>
                    <a:pt x="114" y="1"/>
                    <a:pt x="100" y="3"/>
                    <a:pt x="87" y="7"/>
                  </a:cubicBezTo>
                  <a:cubicBezTo>
                    <a:pt x="37" y="24"/>
                    <a:pt x="0" y="94"/>
                    <a:pt x="37" y="143"/>
                  </a:cubicBezTo>
                  <a:cubicBezTo>
                    <a:pt x="37" y="160"/>
                    <a:pt x="54" y="160"/>
                    <a:pt x="54" y="180"/>
                  </a:cubicBezTo>
                  <a:cubicBezTo>
                    <a:pt x="73" y="200"/>
                    <a:pt x="92" y="208"/>
                    <a:pt x="113" y="208"/>
                  </a:cubicBezTo>
                  <a:cubicBezTo>
                    <a:pt x="127" y="208"/>
                    <a:pt x="142" y="204"/>
                    <a:pt x="157" y="197"/>
                  </a:cubicBezTo>
                  <a:cubicBezTo>
                    <a:pt x="206" y="180"/>
                    <a:pt x="223" y="143"/>
                    <a:pt x="223" y="110"/>
                  </a:cubicBezTo>
                  <a:lnTo>
                    <a:pt x="223" y="57"/>
                  </a:lnTo>
                  <a:cubicBezTo>
                    <a:pt x="211" y="19"/>
                    <a:pt x="170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9" name="Google Shape;12579;p31"/>
            <p:cNvSpPr/>
            <p:nvPr/>
          </p:nvSpPr>
          <p:spPr>
            <a:xfrm>
              <a:off x="4249825" y="3188125"/>
              <a:ext cx="5175" cy="5350"/>
            </a:xfrm>
            <a:custGeom>
              <a:avLst/>
              <a:gdLst/>
              <a:ahLst/>
              <a:cxnLst/>
              <a:rect l="l" t="t" r="r" b="b"/>
              <a:pathLst>
                <a:path w="207" h="214" extrusionOk="0">
                  <a:moveTo>
                    <a:pt x="103" y="0"/>
                  </a:moveTo>
                  <a:cubicBezTo>
                    <a:pt x="70" y="17"/>
                    <a:pt x="37" y="17"/>
                    <a:pt x="17" y="50"/>
                  </a:cubicBezTo>
                  <a:cubicBezTo>
                    <a:pt x="0" y="71"/>
                    <a:pt x="0" y="87"/>
                    <a:pt x="0" y="120"/>
                  </a:cubicBezTo>
                  <a:lnTo>
                    <a:pt x="0" y="153"/>
                  </a:lnTo>
                  <a:cubicBezTo>
                    <a:pt x="17" y="153"/>
                    <a:pt x="17" y="174"/>
                    <a:pt x="37" y="190"/>
                  </a:cubicBezTo>
                  <a:cubicBezTo>
                    <a:pt x="60" y="205"/>
                    <a:pt x="86" y="213"/>
                    <a:pt x="111" y="213"/>
                  </a:cubicBezTo>
                  <a:cubicBezTo>
                    <a:pt x="142" y="213"/>
                    <a:pt x="172" y="201"/>
                    <a:pt x="190" y="174"/>
                  </a:cubicBezTo>
                  <a:cubicBezTo>
                    <a:pt x="206" y="153"/>
                    <a:pt x="206" y="120"/>
                    <a:pt x="206" y="104"/>
                  </a:cubicBezTo>
                  <a:cubicBezTo>
                    <a:pt x="206" y="71"/>
                    <a:pt x="190" y="50"/>
                    <a:pt x="173" y="33"/>
                  </a:cubicBezTo>
                  <a:cubicBezTo>
                    <a:pt x="157" y="17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0" name="Google Shape;12580;p31"/>
            <p:cNvSpPr/>
            <p:nvPr/>
          </p:nvSpPr>
          <p:spPr>
            <a:xfrm>
              <a:off x="4245600" y="3125825"/>
              <a:ext cx="5175" cy="5225"/>
            </a:xfrm>
            <a:custGeom>
              <a:avLst/>
              <a:gdLst/>
              <a:ahLst/>
              <a:cxnLst/>
              <a:rect l="l" t="t" r="r" b="b"/>
              <a:pathLst>
                <a:path w="207" h="209" extrusionOk="0">
                  <a:moveTo>
                    <a:pt x="107" y="1"/>
                  </a:moveTo>
                  <a:cubicBezTo>
                    <a:pt x="72" y="1"/>
                    <a:pt x="37" y="15"/>
                    <a:pt x="17" y="35"/>
                  </a:cubicBezTo>
                  <a:cubicBezTo>
                    <a:pt x="0" y="68"/>
                    <a:pt x="0" y="89"/>
                    <a:pt x="0" y="122"/>
                  </a:cubicBezTo>
                  <a:lnTo>
                    <a:pt x="0" y="138"/>
                  </a:lnTo>
                  <a:cubicBezTo>
                    <a:pt x="17" y="155"/>
                    <a:pt x="17" y="171"/>
                    <a:pt x="33" y="192"/>
                  </a:cubicBezTo>
                  <a:cubicBezTo>
                    <a:pt x="50" y="208"/>
                    <a:pt x="83" y="208"/>
                    <a:pt x="120" y="208"/>
                  </a:cubicBezTo>
                  <a:cubicBezTo>
                    <a:pt x="136" y="208"/>
                    <a:pt x="169" y="192"/>
                    <a:pt x="186" y="171"/>
                  </a:cubicBezTo>
                  <a:cubicBezTo>
                    <a:pt x="206" y="155"/>
                    <a:pt x="206" y="122"/>
                    <a:pt x="206" y="89"/>
                  </a:cubicBezTo>
                  <a:cubicBezTo>
                    <a:pt x="206" y="68"/>
                    <a:pt x="186" y="35"/>
                    <a:pt x="169" y="19"/>
                  </a:cubicBezTo>
                  <a:cubicBezTo>
                    <a:pt x="150" y="6"/>
                    <a:pt x="128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1" name="Google Shape;12581;p31"/>
            <p:cNvSpPr/>
            <p:nvPr/>
          </p:nvSpPr>
          <p:spPr>
            <a:xfrm>
              <a:off x="4253325" y="3163600"/>
              <a:ext cx="5600" cy="5375"/>
            </a:xfrm>
            <a:custGeom>
              <a:avLst/>
              <a:gdLst/>
              <a:ahLst/>
              <a:cxnLst/>
              <a:rect l="l" t="t" r="r" b="b"/>
              <a:pathLst>
                <a:path w="224" h="215" extrusionOk="0">
                  <a:moveTo>
                    <a:pt x="120" y="0"/>
                  </a:moveTo>
                  <a:cubicBezTo>
                    <a:pt x="66" y="0"/>
                    <a:pt x="17" y="37"/>
                    <a:pt x="0" y="87"/>
                  </a:cubicBezTo>
                  <a:cubicBezTo>
                    <a:pt x="0" y="103"/>
                    <a:pt x="0" y="140"/>
                    <a:pt x="17" y="157"/>
                  </a:cubicBezTo>
                  <a:lnTo>
                    <a:pt x="33" y="173"/>
                  </a:lnTo>
                  <a:cubicBezTo>
                    <a:pt x="50" y="190"/>
                    <a:pt x="66" y="206"/>
                    <a:pt x="104" y="206"/>
                  </a:cubicBezTo>
                  <a:cubicBezTo>
                    <a:pt x="108" y="213"/>
                    <a:pt x="115" y="215"/>
                    <a:pt x="122" y="215"/>
                  </a:cubicBezTo>
                  <a:cubicBezTo>
                    <a:pt x="138" y="215"/>
                    <a:pt x="158" y="201"/>
                    <a:pt x="169" y="190"/>
                  </a:cubicBezTo>
                  <a:cubicBezTo>
                    <a:pt x="186" y="173"/>
                    <a:pt x="207" y="157"/>
                    <a:pt x="223" y="124"/>
                  </a:cubicBezTo>
                  <a:cubicBezTo>
                    <a:pt x="223" y="103"/>
                    <a:pt x="207" y="70"/>
                    <a:pt x="186" y="54"/>
                  </a:cubicBezTo>
                  <a:cubicBezTo>
                    <a:pt x="169" y="37"/>
                    <a:pt x="153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2" name="Google Shape;12582;p31"/>
            <p:cNvSpPr/>
            <p:nvPr/>
          </p:nvSpPr>
          <p:spPr>
            <a:xfrm>
              <a:off x="4264050" y="316975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1" y="1"/>
                  </a:moveTo>
                  <a:cubicBezTo>
                    <a:pt x="116" y="1"/>
                    <a:pt x="101" y="5"/>
                    <a:pt x="87" y="14"/>
                  </a:cubicBezTo>
                  <a:cubicBezTo>
                    <a:pt x="33" y="30"/>
                    <a:pt x="0" y="84"/>
                    <a:pt x="17" y="134"/>
                  </a:cubicBezTo>
                  <a:cubicBezTo>
                    <a:pt x="33" y="150"/>
                    <a:pt x="33" y="166"/>
                    <a:pt x="50" y="187"/>
                  </a:cubicBezTo>
                  <a:cubicBezTo>
                    <a:pt x="76" y="199"/>
                    <a:pt x="100" y="210"/>
                    <a:pt x="124" y="210"/>
                  </a:cubicBezTo>
                  <a:cubicBezTo>
                    <a:pt x="133" y="210"/>
                    <a:pt x="143" y="208"/>
                    <a:pt x="153" y="204"/>
                  </a:cubicBezTo>
                  <a:cubicBezTo>
                    <a:pt x="206" y="187"/>
                    <a:pt x="223" y="150"/>
                    <a:pt x="223" y="117"/>
                  </a:cubicBezTo>
                  <a:lnTo>
                    <a:pt x="223" y="63"/>
                  </a:lnTo>
                  <a:cubicBezTo>
                    <a:pt x="211" y="28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3" name="Google Shape;12583;p31"/>
            <p:cNvSpPr/>
            <p:nvPr/>
          </p:nvSpPr>
          <p:spPr>
            <a:xfrm>
              <a:off x="4261875" y="31851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0" y="1"/>
                  </a:moveTo>
                  <a:cubicBezTo>
                    <a:pt x="71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cubicBezTo>
                    <a:pt x="34" y="170"/>
                    <a:pt x="50" y="207"/>
                    <a:pt x="104" y="207"/>
                  </a:cubicBezTo>
                  <a:cubicBezTo>
                    <a:pt x="110" y="209"/>
                    <a:pt x="116" y="210"/>
                    <a:pt x="122" y="210"/>
                  </a:cubicBezTo>
                  <a:cubicBezTo>
                    <a:pt x="166" y="210"/>
                    <a:pt x="207" y="164"/>
                    <a:pt x="207" y="120"/>
                  </a:cubicBezTo>
                  <a:cubicBezTo>
                    <a:pt x="223" y="104"/>
                    <a:pt x="207" y="67"/>
                    <a:pt x="190" y="50"/>
                  </a:cubicBezTo>
                  <a:cubicBezTo>
                    <a:pt x="174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4" name="Google Shape;12584;p31"/>
            <p:cNvSpPr/>
            <p:nvPr/>
          </p:nvSpPr>
          <p:spPr>
            <a:xfrm>
              <a:off x="4289400" y="3160050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8" y="0"/>
                    <a:pt x="95" y="2"/>
                    <a:pt x="83" y="6"/>
                  </a:cubicBezTo>
                  <a:cubicBezTo>
                    <a:pt x="17" y="23"/>
                    <a:pt x="0" y="93"/>
                    <a:pt x="17" y="142"/>
                  </a:cubicBezTo>
                  <a:cubicBezTo>
                    <a:pt x="17" y="163"/>
                    <a:pt x="33" y="179"/>
                    <a:pt x="50" y="179"/>
                  </a:cubicBezTo>
                  <a:cubicBezTo>
                    <a:pt x="60" y="199"/>
                    <a:pt x="82" y="207"/>
                    <a:pt x="106" y="207"/>
                  </a:cubicBezTo>
                  <a:cubicBezTo>
                    <a:pt x="122" y="207"/>
                    <a:pt x="139" y="203"/>
                    <a:pt x="153" y="196"/>
                  </a:cubicBezTo>
                  <a:cubicBezTo>
                    <a:pt x="186" y="196"/>
                    <a:pt x="223" y="163"/>
                    <a:pt x="223" y="109"/>
                  </a:cubicBezTo>
                  <a:lnTo>
                    <a:pt x="223" y="76"/>
                  </a:lnTo>
                  <a:cubicBezTo>
                    <a:pt x="195" y="22"/>
                    <a:pt x="159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5" name="Google Shape;12585;p31"/>
            <p:cNvSpPr/>
            <p:nvPr/>
          </p:nvSpPr>
          <p:spPr>
            <a:xfrm>
              <a:off x="4257125" y="3133500"/>
              <a:ext cx="5200" cy="4950"/>
            </a:xfrm>
            <a:custGeom>
              <a:avLst/>
              <a:gdLst/>
              <a:ahLst/>
              <a:cxnLst/>
              <a:rect l="l" t="t" r="r" b="b"/>
              <a:pathLst>
                <a:path w="208" h="198" extrusionOk="0">
                  <a:moveTo>
                    <a:pt x="95" y="0"/>
                  </a:moveTo>
                  <a:cubicBezTo>
                    <a:pt x="54" y="0"/>
                    <a:pt x="15" y="33"/>
                    <a:pt x="1" y="91"/>
                  </a:cubicBezTo>
                  <a:lnTo>
                    <a:pt x="1" y="140"/>
                  </a:lnTo>
                  <a:cubicBezTo>
                    <a:pt x="17" y="140"/>
                    <a:pt x="17" y="157"/>
                    <a:pt x="17" y="157"/>
                  </a:cubicBezTo>
                  <a:cubicBezTo>
                    <a:pt x="34" y="173"/>
                    <a:pt x="71" y="194"/>
                    <a:pt x="88" y="194"/>
                  </a:cubicBezTo>
                  <a:cubicBezTo>
                    <a:pt x="95" y="197"/>
                    <a:pt x="104" y="198"/>
                    <a:pt x="112" y="198"/>
                  </a:cubicBezTo>
                  <a:cubicBezTo>
                    <a:pt x="158" y="198"/>
                    <a:pt x="207" y="163"/>
                    <a:pt x="207" y="108"/>
                  </a:cubicBezTo>
                  <a:cubicBezTo>
                    <a:pt x="207" y="91"/>
                    <a:pt x="207" y="54"/>
                    <a:pt x="191" y="37"/>
                  </a:cubicBezTo>
                  <a:cubicBezTo>
                    <a:pt x="174" y="21"/>
                    <a:pt x="158" y="4"/>
                    <a:pt x="121" y="4"/>
                  </a:cubicBezTo>
                  <a:cubicBezTo>
                    <a:pt x="112" y="2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6" name="Google Shape;12586;p31"/>
            <p:cNvSpPr/>
            <p:nvPr/>
          </p:nvSpPr>
          <p:spPr>
            <a:xfrm>
              <a:off x="4243425" y="3155850"/>
              <a:ext cx="5600" cy="5425"/>
            </a:xfrm>
            <a:custGeom>
              <a:avLst/>
              <a:gdLst/>
              <a:ahLst/>
              <a:cxnLst/>
              <a:rect l="l" t="t" r="r" b="b"/>
              <a:pathLst>
                <a:path w="224" h="217" extrusionOk="0">
                  <a:moveTo>
                    <a:pt x="87" y="1"/>
                  </a:moveTo>
                  <a:cubicBezTo>
                    <a:pt x="67" y="1"/>
                    <a:pt x="34" y="22"/>
                    <a:pt x="17" y="38"/>
                  </a:cubicBezTo>
                  <a:cubicBezTo>
                    <a:pt x="1" y="71"/>
                    <a:pt x="1" y="88"/>
                    <a:pt x="1" y="125"/>
                  </a:cubicBezTo>
                  <a:lnTo>
                    <a:pt x="1" y="141"/>
                  </a:lnTo>
                  <a:cubicBezTo>
                    <a:pt x="17" y="158"/>
                    <a:pt x="17" y="174"/>
                    <a:pt x="34" y="191"/>
                  </a:cubicBezTo>
                  <a:cubicBezTo>
                    <a:pt x="58" y="207"/>
                    <a:pt x="85" y="217"/>
                    <a:pt x="110" y="217"/>
                  </a:cubicBezTo>
                  <a:cubicBezTo>
                    <a:pt x="141" y="217"/>
                    <a:pt x="170" y="203"/>
                    <a:pt x="190" y="174"/>
                  </a:cubicBezTo>
                  <a:cubicBezTo>
                    <a:pt x="223" y="125"/>
                    <a:pt x="207" y="71"/>
                    <a:pt x="170" y="22"/>
                  </a:cubicBezTo>
                  <a:cubicBezTo>
                    <a:pt x="153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7" name="Google Shape;12587;p31"/>
            <p:cNvSpPr/>
            <p:nvPr/>
          </p:nvSpPr>
          <p:spPr>
            <a:xfrm>
              <a:off x="4316000" y="316492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20" y="1"/>
                  </a:moveTo>
                  <a:cubicBezTo>
                    <a:pt x="70" y="1"/>
                    <a:pt x="17" y="34"/>
                    <a:pt x="0" y="87"/>
                  </a:cubicBezTo>
                  <a:cubicBezTo>
                    <a:pt x="0" y="120"/>
                    <a:pt x="0" y="137"/>
                    <a:pt x="17" y="153"/>
                  </a:cubicBezTo>
                  <a:lnTo>
                    <a:pt x="17" y="174"/>
                  </a:lnTo>
                  <a:cubicBezTo>
                    <a:pt x="33" y="190"/>
                    <a:pt x="70" y="207"/>
                    <a:pt x="87" y="207"/>
                  </a:cubicBezTo>
                  <a:cubicBezTo>
                    <a:pt x="98" y="210"/>
                    <a:pt x="109" y="211"/>
                    <a:pt x="119" y="211"/>
                  </a:cubicBezTo>
                  <a:cubicBezTo>
                    <a:pt x="169" y="211"/>
                    <a:pt x="206" y="179"/>
                    <a:pt x="206" y="120"/>
                  </a:cubicBezTo>
                  <a:cubicBezTo>
                    <a:pt x="223" y="104"/>
                    <a:pt x="206" y="71"/>
                    <a:pt x="190" y="50"/>
                  </a:cubicBezTo>
                  <a:cubicBezTo>
                    <a:pt x="173" y="34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8" name="Google Shape;12588;p31"/>
            <p:cNvSpPr/>
            <p:nvPr/>
          </p:nvSpPr>
          <p:spPr>
            <a:xfrm>
              <a:off x="4323725" y="3183800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120" y="0"/>
                  </a:moveTo>
                  <a:cubicBezTo>
                    <a:pt x="70" y="0"/>
                    <a:pt x="17" y="37"/>
                    <a:pt x="0" y="103"/>
                  </a:cubicBezTo>
                  <a:lnTo>
                    <a:pt x="0" y="157"/>
                  </a:lnTo>
                  <a:cubicBezTo>
                    <a:pt x="17" y="157"/>
                    <a:pt x="17" y="173"/>
                    <a:pt x="17" y="173"/>
                  </a:cubicBezTo>
                  <a:cubicBezTo>
                    <a:pt x="33" y="190"/>
                    <a:pt x="70" y="206"/>
                    <a:pt x="87" y="206"/>
                  </a:cubicBezTo>
                  <a:cubicBezTo>
                    <a:pt x="95" y="209"/>
                    <a:pt x="104" y="211"/>
                    <a:pt x="114" y="211"/>
                  </a:cubicBezTo>
                  <a:cubicBezTo>
                    <a:pt x="158" y="211"/>
                    <a:pt x="207" y="178"/>
                    <a:pt x="207" y="120"/>
                  </a:cubicBezTo>
                  <a:cubicBezTo>
                    <a:pt x="207" y="103"/>
                    <a:pt x="207" y="70"/>
                    <a:pt x="190" y="54"/>
                  </a:cubicBezTo>
                  <a:cubicBezTo>
                    <a:pt x="174" y="37"/>
                    <a:pt x="153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9" name="Google Shape;12589;p31"/>
            <p:cNvSpPr/>
            <p:nvPr/>
          </p:nvSpPr>
          <p:spPr>
            <a:xfrm>
              <a:off x="4323300" y="3125450"/>
              <a:ext cx="5600" cy="5200"/>
            </a:xfrm>
            <a:custGeom>
              <a:avLst/>
              <a:gdLst/>
              <a:ahLst/>
              <a:cxnLst/>
              <a:rect l="l" t="t" r="r" b="b"/>
              <a:pathLst>
                <a:path w="224" h="208" extrusionOk="0">
                  <a:moveTo>
                    <a:pt x="104" y="1"/>
                  </a:moveTo>
                  <a:cubicBezTo>
                    <a:pt x="67" y="1"/>
                    <a:pt x="50" y="17"/>
                    <a:pt x="34" y="34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7" y="120"/>
                    <a:pt x="17" y="137"/>
                    <a:pt x="17" y="137"/>
                  </a:cubicBezTo>
                  <a:cubicBezTo>
                    <a:pt x="17" y="153"/>
                    <a:pt x="34" y="170"/>
                    <a:pt x="50" y="186"/>
                  </a:cubicBezTo>
                  <a:cubicBezTo>
                    <a:pt x="65" y="201"/>
                    <a:pt x="84" y="207"/>
                    <a:pt x="104" y="207"/>
                  </a:cubicBezTo>
                  <a:cubicBezTo>
                    <a:pt x="135" y="207"/>
                    <a:pt x="168" y="192"/>
                    <a:pt x="191" y="170"/>
                  </a:cubicBezTo>
                  <a:cubicBezTo>
                    <a:pt x="224" y="120"/>
                    <a:pt x="224" y="50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0" name="Google Shape;12590;p31"/>
            <p:cNvSpPr/>
            <p:nvPr/>
          </p:nvSpPr>
          <p:spPr>
            <a:xfrm>
              <a:off x="4316825" y="3151225"/>
              <a:ext cx="5575" cy="5350"/>
            </a:xfrm>
            <a:custGeom>
              <a:avLst/>
              <a:gdLst/>
              <a:ahLst/>
              <a:cxnLst/>
              <a:rect l="l" t="t" r="r" b="b"/>
              <a:pathLst>
                <a:path w="223" h="214" extrusionOk="0">
                  <a:moveTo>
                    <a:pt x="120" y="0"/>
                  </a:moveTo>
                  <a:cubicBezTo>
                    <a:pt x="70" y="0"/>
                    <a:pt x="17" y="33"/>
                    <a:pt x="0" y="83"/>
                  </a:cubicBezTo>
                  <a:cubicBezTo>
                    <a:pt x="0" y="104"/>
                    <a:pt x="0" y="120"/>
                    <a:pt x="17" y="137"/>
                  </a:cubicBezTo>
                  <a:lnTo>
                    <a:pt x="17" y="153"/>
                  </a:lnTo>
                  <a:cubicBezTo>
                    <a:pt x="17" y="153"/>
                    <a:pt x="17" y="169"/>
                    <a:pt x="37" y="169"/>
                  </a:cubicBezTo>
                  <a:cubicBezTo>
                    <a:pt x="54" y="186"/>
                    <a:pt x="70" y="207"/>
                    <a:pt x="103" y="207"/>
                  </a:cubicBezTo>
                  <a:cubicBezTo>
                    <a:pt x="108" y="211"/>
                    <a:pt x="114" y="213"/>
                    <a:pt x="121" y="213"/>
                  </a:cubicBezTo>
                  <a:cubicBezTo>
                    <a:pt x="139" y="213"/>
                    <a:pt x="162" y="201"/>
                    <a:pt x="173" y="186"/>
                  </a:cubicBezTo>
                  <a:cubicBezTo>
                    <a:pt x="190" y="169"/>
                    <a:pt x="206" y="153"/>
                    <a:pt x="223" y="120"/>
                  </a:cubicBezTo>
                  <a:cubicBezTo>
                    <a:pt x="223" y="104"/>
                    <a:pt x="206" y="83"/>
                    <a:pt x="206" y="50"/>
                  </a:cubicBezTo>
                  <a:cubicBezTo>
                    <a:pt x="190" y="33"/>
                    <a:pt x="157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1" name="Google Shape;12591;p31"/>
            <p:cNvSpPr/>
            <p:nvPr/>
          </p:nvSpPr>
          <p:spPr>
            <a:xfrm>
              <a:off x="4318150" y="313725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27"/>
                    <a:pt x="17" y="147"/>
                  </a:cubicBezTo>
                  <a:cubicBezTo>
                    <a:pt x="17" y="147"/>
                    <a:pt x="17" y="164"/>
                    <a:pt x="34" y="164"/>
                  </a:cubicBezTo>
                  <a:cubicBezTo>
                    <a:pt x="50" y="180"/>
                    <a:pt x="67" y="197"/>
                    <a:pt x="104" y="213"/>
                  </a:cubicBezTo>
                  <a:cubicBezTo>
                    <a:pt x="153" y="213"/>
                    <a:pt x="207" y="180"/>
                    <a:pt x="223" y="127"/>
                  </a:cubicBezTo>
                  <a:cubicBezTo>
                    <a:pt x="223" y="94"/>
                    <a:pt x="207" y="61"/>
                    <a:pt x="207" y="44"/>
                  </a:cubicBezTo>
                  <a:cubicBezTo>
                    <a:pt x="190" y="23"/>
                    <a:pt x="153" y="7"/>
                    <a:pt x="137" y="7"/>
                  </a:cubicBez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2" name="Google Shape;12592;p31"/>
            <p:cNvSpPr/>
            <p:nvPr/>
          </p:nvSpPr>
          <p:spPr>
            <a:xfrm>
              <a:off x="4330100" y="3144575"/>
              <a:ext cx="5700" cy="5100"/>
            </a:xfrm>
            <a:custGeom>
              <a:avLst/>
              <a:gdLst/>
              <a:ahLst/>
              <a:cxnLst/>
              <a:rect l="l" t="t" r="r" b="b"/>
              <a:pathLst>
                <a:path w="228" h="204" extrusionOk="0">
                  <a:moveTo>
                    <a:pt x="126" y="1"/>
                  </a:moveTo>
                  <a:cubicBezTo>
                    <a:pt x="114" y="1"/>
                    <a:pt x="101" y="3"/>
                    <a:pt x="88" y="7"/>
                  </a:cubicBezTo>
                  <a:cubicBezTo>
                    <a:pt x="22" y="23"/>
                    <a:pt x="1" y="93"/>
                    <a:pt x="22" y="143"/>
                  </a:cubicBezTo>
                  <a:cubicBezTo>
                    <a:pt x="22" y="163"/>
                    <a:pt x="38" y="163"/>
                    <a:pt x="55" y="180"/>
                  </a:cubicBezTo>
                  <a:cubicBezTo>
                    <a:pt x="66" y="192"/>
                    <a:pt x="96" y="203"/>
                    <a:pt x="125" y="203"/>
                  </a:cubicBezTo>
                  <a:cubicBezTo>
                    <a:pt x="137" y="203"/>
                    <a:pt x="148" y="201"/>
                    <a:pt x="158" y="196"/>
                  </a:cubicBezTo>
                  <a:cubicBezTo>
                    <a:pt x="191" y="180"/>
                    <a:pt x="228" y="143"/>
                    <a:pt x="228" y="110"/>
                  </a:cubicBezTo>
                  <a:cubicBezTo>
                    <a:pt x="228" y="93"/>
                    <a:pt x="228" y="77"/>
                    <a:pt x="207" y="60"/>
                  </a:cubicBezTo>
                  <a:cubicBezTo>
                    <a:pt x="195" y="20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3" name="Google Shape;12593;p31"/>
            <p:cNvSpPr/>
            <p:nvPr/>
          </p:nvSpPr>
          <p:spPr>
            <a:xfrm>
              <a:off x="4329700" y="3157625"/>
              <a:ext cx="5600" cy="5325"/>
            </a:xfrm>
            <a:custGeom>
              <a:avLst/>
              <a:gdLst/>
              <a:ahLst/>
              <a:cxnLst/>
              <a:rect l="l" t="t" r="r" b="b"/>
              <a:pathLst>
                <a:path w="224" h="213" extrusionOk="0">
                  <a:moveTo>
                    <a:pt x="104" y="0"/>
                  </a:moveTo>
                  <a:cubicBezTo>
                    <a:pt x="71" y="0"/>
                    <a:pt x="54" y="17"/>
                    <a:pt x="38" y="33"/>
                  </a:cubicBezTo>
                  <a:cubicBezTo>
                    <a:pt x="17" y="70"/>
                    <a:pt x="1" y="87"/>
                    <a:pt x="17" y="120"/>
                  </a:cubicBezTo>
                  <a:lnTo>
                    <a:pt x="17" y="136"/>
                  </a:lnTo>
                  <a:cubicBezTo>
                    <a:pt x="17" y="157"/>
                    <a:pt x="38" y="173"/>
                    <a:pt x="54" y="190"/>
                  </a:cubicBezTo>
                  <a:cubicBezTo>
                    <a:pt x="69" y="205"/>
                    <a:pt x="91" y="213"/>
                    <a:pt x="114" y="213"/>
                  </a:cubicBezTo>
                  <a:cubicBezTo>
                    <a:pt x="143" y="213"/>
                    <a:pt x="172" y="200"/>
                    <a:pt x="190" y="173"/>
                  </a:cubicBezTo>
                  <a:cubicBezTo>
                    <a:pt x="207" y="157"/>
                    <a:pt x="223" y="120"/>
                    <a:pt x="223" y="103"/>
                  </a:cubicBezTo>
                  <a:cubicBezTo>
                    <a:pt x="223" y="70"/>
                    <a:pt x="207" y="54"/>
                    <a:pt x="190" y="33"/>
                  </a:cubicBezTo>
                  <a:cubicBezTo>
                    <a:pt x="157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4" name="Google Shape;12594;p31"/>
            <p:cNvSpPr/>
            <p:nvPr/>
          </p:nvSpPr>
          <p:spPr>
            <a:xfrm>
              <a:off x="4327525" y="3171225"/>
              <a:ext cx="5700" cy="5025"/>
            </a:xfrm>
            <a:custGeom>
              <a:avLst/>
              <a:gdLst/>
              <a:ahLst/>
              <a:cxnLst/>
              <a:rect l="l" t="t" r="r" b="b"/>
              <a:pathLst>
                <a:path w="228" h="201" extrusionOk="0">
                  <a:moveTo>
                    <a:pt x="109" y="1"/>
                  </a:moveTo>
                  <a:cubicBezTo>
                    <a:pt x="56" y="1"/>
                    <a:pt x="22" y="36"/>
                    <a:pt x="22" y="91"/>
                  </a:cubicBezTo>
                  <a:cubicBezTo>
                    <a:pt x="1" y="107"/>
                    <a:pt x="22" y="128"/>
                    <a:pt x="22" y="145"/>
                  </a:cubicBezTo>
                  <a:cubicBezTo>
                    <a:pt x="22" y="145"/>
                    <a:pt x="22" y="161"/>
                    <a:pt x="38" y="161"/>
                  </a:cubicBezTo>
                  <a:cubicBezTo>
                    <a:pt x="55" y="178"/>
                    <a:pt x="71" y="194"/>
                    <a:pt x="104" y="194"/>
                  </a:cubicBezTo>
                  <a:cubicBezTo>
                    <a:pt x="110" y="199"/>
                    <a:pt x="117" y="201"/>
                    <a:pt x="125" y="201"/>
                  </a:cubicBezTo>
                  <a:cubicBezTo>
                    <a:pt x="143" y="201"/>
                    <a:pt x="162" y="189"/>
                    <a:pt x="174" y="178"/>
                  </a:cubicBezTo>
                  <a:cubicBezTo>
                    <a:pt x="207" y="161"/>
                    <a:pt x="207" y="145"/>
                    <a:pt x="228" y="107"/>
                  </a:cubicBezTo>
                  <a:cubicBezTo>
                    <a:pt x="228" y="58"/>
                    <a:pt x="191" y="4"/>
                    <a:pt x="141" y="4"/>
                  </a:cubicBezTo>
                  <a:cubicBezTo>
                    <a:pt x="130" y="2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5" name="Google Shape;12595;p31"/>
            <p:cNvSpPr/>
            <p:nvPr/>
          </p:nvSpPr>
          <p:spPr>
            <a:xfrm>
              <a:off x="4296625" y="3196750"/>
              <a:ext cx="5675" cy="5275"/>
            </a:xfrm>
            <a:custGeom>
              <a:avLst/>
              <a:gdLst/>
              <a:ahLst/>
              <a:cxnLst/>
              <a:rect l="l" t="t" r="r" b="b"/>
              <a:pathLst>
                <a:path w="227" h="211" extrusionOk="0">
                  <a:moveTo>
                    <a:pt x="112" y="0"/>
                  </a:moveTo>
                  <a:cubicBezTo>
                    <a:pt x="84" y="0"/>
                    <a:pt x="55" y="15"/>
                    <a:pt x="37" y="35"/>
                  </a:cubicBezTo>
                  <a:cubicBezTo>
                    <a:pt x="21" y="68"/>
                    <a:pt x="0" y="84"/>
                    <a:pt x="0" y="117"/>
                  </a:cubicBezTo>
                  <a:cubicBezTo>
                    <a:pt x="0" y="117"/>
                    <a:pt x="0" y="138"/>
                    <a:pt x="21" y="138"/>
                  </a:cubicBezTo>
                  <a:cubicBezTo>
                    <a:pt x="21" y="154"/>
                    <a:pt x="37" y="171"/>
                    <a:pt x="54" y="187"/>
                  </a:cubicBezTo>
                  <a:cubicBezTo>
                    <a:pt x="68" y="202"/>
                    <a:pt x="91" y="210"/>
                    <a:pt x="114" y="210"/>
                  </a:cubicBezTo>
                  <a:cubicBezTo>
                    <a:pt x="142" y="210"/>
                    <a:pt x="172" y="198"/>
                    <a:pt x="190" y="171"/>
                  </a:cubicBezTo>
                  <a:cubicBezTo>
                    <a:pt x="206" y="154"/>
                    <a:pt x="227" y="117"/>
                    <a:pt x="206" y="101"/>
                  </a:cubicBezTo>
                  <a:cubicBezTo>
                    <a:pt x="206" y="68"/>
                    <a:pt x="190" y="51"/>
                    <a:pt x="173" y="35"/>
                  </a:cubicBezTo>
                  <a:cubicBezTo>
                    <a:pt x="158" y="10"/>
                    <a:pt x="135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6" name="Google Shape;12596;p31"/>
            <p:cNvSpPr/>
            <p:nvPr/>
          </p:nvSpPr>
          <p:spPr>
            <a:xfrm>
              <a:off x="4303525" y="3158025"/>
              <a:ext cx="6000" cy="5275"/>
            </a:xfrm>
            <a:custGeom>
              <a:avLst/>
              <a:gdLst/>
              <a:ahLst/>
              <a:cxnLst/>
              <a:rect l="l" t="t" r="r" b="b"/>
              <a:pathLst>
                <a:path w="240" h="211" extrusionOk="0">
                  <a:moveTo>
                    <a:pt x="87" y="1"/>
                  </a:moveTo>
                  <a:cubicBezTo>
                    <a:pt x="54" y="17"/>
                    <a:pt x="33" y="38"/>
                    <a:pt x="17" y="54"/>
                  </a:cubicBezTo>
                  <a:cubicBezTo>
                    <a:pt x="17" y="87"/>
                    <a:pt x="0" y="104"/>
                    <a:pt x="17" y="141"/>
                  </a:cubicBezTo>
                  <a:cubicBezTo>
                    <a:pt x="30" y="181"/>
                    <a:pt x="80" y="211"/>
                    <a:pt x="127" y="211"/>
                  </a:cubicBezTo>
                  <a:cubicBezTo>
                    <a:pt x="137" y="211"/>
                    <a:pt x="147" y="210"/>
                    <a:pt x="157" y="207"/>
                  </a:cubicBezTo>
                  <a:cubicBezTo>
                    <a:pt x="206" y="174"/>
                    <a:pt x="239" y="120"/>
                    <a:pt x="206" y="71"/>
                  </a:cubicBezTo>
                  <a:cubicBezTo>
                    <a:pt x="206" y="38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7" name="Google Shape;12597;p31"/>
            <p:cNvSpPr/>
            <p:nvPr/>
          </p:nvSpPr>
          <p:spPr>
            <a:xfrm>
              <a:off x="4298775" y="3183875"/>
              <a:ext cx="6100" cy="5200"/>
            </a:xfrm>
            <a:custGeom>
              <a:avLst/>
              <a:gdLst/>
              <a:ahLst/>
              <a:cxnLst/>
              <a:rect l="l" t="t" r="r" b="b"/>
              <a:pathLst>
                <a:path w="244" h="208" extrusionOk="0">
                  <a:moveTo>
                    <a:pt x="124" y="1"/>
                  </a:moveTo>
                  <a:cubicBezTo>
                    <a:pt x="108" y="1"/>
                    <a:pt x="90" y="5"/>
                    <a:pt x="71" y="14"/>
                  </a:cubicBezTo>
                  <a:cubicBezTo>
                    <a:pt x="17" y="34"/>
                    <a:pt x="1" y="84"/>
                    <a:pt x="17" y="137"/>
                  </a:cubicBezTo>
                  <a:cubicBezTo>
                    <a:pt x="34" y="178"/>
                    <a:pt x="82" y="208"/>
                    <a:pt x="128" y="208"/>
                  </a:cubicBezTo>
                  <a:cubicBezTo>
                    <a:pt x="138" y="208"/>
                    <a:pt x="148" y="206"/>
                    <a:pt x="157" y="203"/>
                  </a:cubicBezTo>
                  <a:cubicBezTo>
                    <a:pt x="207" y="187"/>
                    <a:pt x="244" y="117"/>
                    <a:pt x="207" y="67"/>
                  </a:cubicBezTo>
                  <a:cubicBezTo>
                    <a:pt x="195" y="29"/>
                    <a:pt x="166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8" name="Google Shape;12598;p31"/>
            <p:cNvSpPr/>
            <p:nvPr/>
          </p:nvSpPr>
          <p:spPr>
            <a:xfrm>
              <a:off x="4299700" y="3169575"/>
              <a:ext cx="5600" cy="5375"/>
            </a:xfrm>
            <a:custGeom>
              <a:avLst/>
              <a:gdLst/>
              <a:ahLst/>
              <a:cxnLst/>
              <a:rect l="l" t="t" r="r" b="b"/>
              <a:pathLst>
                <a:path w="224" h="215" extrusionOk="0">
                  <a:moveTo>
                    <a:pt x="96" y="0"/>
                  </a:moveTo>
                  <a:cubicBezTo>
                    <a:pt x="86" y="0"/>
                    <a:pt x="76" y="2"/>
                    <a:pt x="67" y="4"/>
                  </a:cubicBezTo>
                  <a:cubicBezTo>
                    <a:pt x="17" y="37"/>
                    <a:pt x="1" y="91"/>
                    <a:pt x="17" y="141"/>
                  </a:cubicBezTo>
                  <a:cubicBezTo>
                    <a:pt x="31" y="185"/>
                    <a:pt x="81" y="215"/>
                    <a:pt x="126" y="215"/>
                  </a:cubicBezTo>
                  <a:cubicBezTo>
                    <a:pt x="135" y="215"/>
                    <a:pt x="145" y="213"/>
                    <a:pt x="153" y="211"/>
                  </a:cubicBezTo>
                  <a:cubicBezTo>
                    <a:pt x="207" y="173"/>
                    <a:pt x="223" y="124"/>
                    <a:pt x="207" y="70"/>
                  </a:cubicBezTo>
                  <a:cubicBezTo>
                    <a:pt x="190" y="30"/>
                    <a:pt x="142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9" name="Google Shape;12599;p31"/>
            <p:cNvSpPr/>
            <p:nvPr/>
          </p:nvSpPr>
          <p:spPr>
            <a:xfrm>
              <a:off x="4293200" y="314805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2" y="1"/>
                  </a:moveTo>
                  <a:cubicBezTo>
                    <a:pt x="58" y="1"/>
                    <a:pt x="15" y="47"/>
                    <a:pt x="1" y="90"/>
                  </a:cubicBezTo>
                  <a:cubicBezTo>
                    <a:pt x="1" y="107"/>
                    <a:pt x="1" y="127"/>
                    <a:pt x="17" y="144"/>
                  </a:cubicBezTo>
                  <a:lnTo>
                    <a:pt x="17" y="160"/>
                  </a:lnTo>
                  <a:cubicBezTo>
                    <a:pt x="34" y="193"/>
                    <a:pt x="71" y="210"/>
                    <a:pt x="88" y="210"/>
                  </a:cubicBezTo>
                  <a:cubicBezTo>
                    <a:pt x="158" y="210"/>
                    <a:pt x="207" y="177"/>
                    <a:pt x="207" y="127"/>
                  </a:cubicBezTo>
                  <a:cubicBezTo>
                    <a:pt x="224" y="90"/>
                    <a:pt x="207" y="74"/>
                    <a:pt x="191" y="41"/>
                  </a:cubicBezTo>
                  <a:cubicBezTo>
                    <a:pt x="174" y="24"/>
                    <a:pt x="158" y="4"/>
                    <a:pt x="121" y="4"/>
                  </a:cubicBezTo>
                  <a:cubicBezTo>
                    <a:pt x="114" y="2"/>
                    <a:pt x="10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0" name="Google Shape;12600;p31"/>
            <p:cNvSpPr/>
            <p:nvPr/>
          </p:nvSpPr>
          <p:spPr>
            <a:xfrm>
              <a:off x="4311250" y="3176850"/>
              <a:ext cx="6000" cy="5425"/>
            </a:xfrm>
            <a:custGeom>
              <a:avLst/>
              <a:gdLst/>
              <a:ahLst/>
              <a:cxnLst/>
              <a:rect l="l" t="t" r="r" b="b"/>
              <a:pathLst>
                <a:path w="240" h="217" extrusionOk="0">
                  <a:moveTo>
                    <a:pt x="118" y="0"/>
                  </a:moveTo>
                  <a:cubicBezTo>
                    <a:pt x="107" y="0"/>
                    <a:pt x="97" y="2"/>
                    <a:pt x="87" y="6"/>
                  </a:cubicBezTo>
                  <a:cubicBezTo>
                    <a:pt x="33" y="39"/>
                    <a:pt x="1" y="89"/>
                    <a:pt x="17" y="142"/>
                  </a:cubicBezTo>
                  <a:cubicBezTo>
                    <a:pt x="48" y="184"/>
                    <a:pt x="88" y="216"/>
                    <a:pt x="131" y="216"/>
                  </a:cubicBezTo>
                  <a:cubicBezTo>
                    <a:pt x="140" y="216"/>
                    <a:pt x="148" y="215"/>
                    <a:pt x="157" y="212"/>
                  </a:cubicBezTo>
                  <a:cubicBezTo>
                    <a:pt x="207" y="192"/>
                    <a:pt x="240" y="126"/>
                    <a:pt x="223" y="72"/>
                  </a:cubicBezTo>
                  <a:cubicBezTo>
                    <a:pt x="210" y="32"/>
                    <a:pt x="162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1" name="Google Shape;12601;p31"/>
            <p:cNvSpPr/>
            <p:nvPr/>
          </p:nvSpPr>
          <p:spPr>
            <a:xfrm>
              <a:off x="4304350" y="3141575"/>
              <a:ext cx="5700" cy="5075"/>
            </a:xfrm>
            <a:custGeom>
              <a:avLst/>
              <a:gdLst/>
              <a:ahLst/>
              <a:cxnLst/>
              <a:rect l="l" t="t" r="r" b="b"/>
              <a:pathLst>
                <a:path w="228" h="203" extrusionOk="0">
                  <a:moveTo>
                    <a:pt x="113" y="1"/>
                  </a:moveTo>
                  <a:cubicBezTo>
                    <a:pt x="85" y="1"/>
                    <a:pt x="56" y="13"/>
                    <a:pt x="37" y="40"/>
                  </a:cubicBezTo>
                  <a:cubicBezTo>
                    <a:pt x="21" y="57"/>
                    <a:pt x="0" y="77"/>
                    <a:pt x="0" y="110"/>
                  </a:cubicBezTo>
                  <a:cubicBezTo>
                    <a:pt x="0" y="127"/>
                    <a:pt x="0" y="127"/>
                    <a:pt x="21" y="143"/>
                  </a:cubicBezTo>
                  <a:cubicBezTo>
                    <a:pt x="21" y="160"/>
                    <a:pt x="37" y="160"/>
                    <a:pt x="54" y="180"/>
                  </a:cubicBezTo>
                  <a:cubicBezTo>
                    <a:pt x="68" y="195"/>
                    <a:pt x="90" y="203"/>
                    <a:pt x="113" y="203"/>
                  </a:cubicBezTo>
                  <a:cubicBezTo>
                    <a:pt x="141" y="203"/>
                    <a:pt x="171" y="190"/>
                    <a:pt x="190" y="160"/>
                  </a:cubicBezTo>
                  <a:cubicBezTo>
                    <a:pt x="227" y="127"/>
                    <a:pt x="227" y="57"/>
                    <a:pt x="173" y="24"/>
                  </a:cubicBezTo>
                  <a:cubicBezTo>
                    <a:pt x="159" y="9"/>
                    <a:pt x="13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2" name="Google Shape;12602;p31"/>
            <p:cNvSpPr/>
            <p:nvPr/>
          </p:nvSpPr>
          <p:spPr>
            <a:xfrm>
              <a:off x="4310025" y="3190700"/>
              <a:ext cx="5575" cy="5275"/>
            </a:xfrm>
            <a:custGeom>
              <a:avLst/>
              <a:gdLst/>
              <a:ahLst/>
              <a:cxnLst/>
              <a:rect l="l" t="t" r="r" b="b"/>
              <a:pathLst>
                <a:path w="223" h="211" extrusionOk="0">
                  <a:moveTo>
                    <a:pt x="136" y="1"/>
                  </a:moveTo>
                  <a:cubicBezTo>
                    <a:pt x="66" y="1"/>
                    <a:pt x="17" y="34"/>
                    <a:pt x="17" y="87"/>
                  </a:cubicBezTo>
                  <a:cubicBezTo>
                    <a:pt x="0" y="104"/>
                    <a:pt x="17" y="137"/>
                    <a:pt x="17" y="153"/>
                  </a:cubicBezTo>
                  <a:lnTo>
                    <a:pt x="33" y="174"/>
                  </a:lnTo>
                  <a:cubicBezTo>
                    <a:pt x="50" y="190"/>
                    <a:pt x="66" y="207"/>
                    <a:pt x="103" y="207"/>
                  </a:cubicBezTo>
                  <a:cubicBezTo>
                    <a:pt x="112" y="209"/>
                    <a:pt x="120" y="211"/>
                    <a:pt x="129" y="211"/>
                  </a:cubicBezTo>
                  <a:cubicBezTo>
                    <a:pt x="170" y="211"/>
                    <a:pt x="209" y="178"/>
                    <a:pt x="223" y="120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86" y="34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3" name="Google Shape;12603;p31"/>
            <p:cNvSpPr/>
            <p:nvPr/>
          </p:nvSpPr>
          <p:spPr>
            <a:xfrm>
              <a:off x="4307425" y="3127525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121" y="0"/>
                  </a:moveTo>
                  <a:cubicBezTo>
                    <a:pt x="67" y="0"/>
                    <a:pt x="17" y="37"/>
                    <a:pt x="1" y="87"/>
                  </a:cubicBezTo>
                  <a:cubicBezTo>
                    <a:pt x="1" y="103"/>
                    <a:pt x="1" y="124"/>
                    <a:pt x="17" y="140"/>
                  </a:cubicBezTo>
                  <a:lnTo>
                    <a:pt x="17" y="173"/>
                  </a:lnTo>
                  <a:cubicBezTo>
                    <a:pt x="34" y="190"/>
                    <a:pt x="67" y="206"/>
                    <a:pt x="83" y="206"/>
                  </a:cubicBezTo>
                  <a:cubicBezTo>
                    <a:pt x="94" y="209"/>
                    <a:pt x="104" y="211"/>
                    <a:pt x="114" y="211"/>
                  </a:cubicBezTo>
                  <a:cubicBezTo>
                    <a:pt x="168" y="211"/>
                    <a:pt x="207" y="166"/>
                    <a:pt x="207" y="124"/>
                  </a:cubicBezTo>
                  <a:cubicBezTo>
                    <a:pt x="224" y="103"/>
                    <a:pt x="207" y="70"/>
                    <a:pt x="186" y="54"/>
                  </a:cubicBezTo>
                  <a:cubicBezTo>
                    <a:pt x="170" y="21"/>
                    <a:pt x="154" y="21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4" name="Google Shape;12604;p31"/>
            <p:cNvSpPr/>
            <p:nvPr/>
          </p:nvSpPr>
          <p:spPr>
            <a:xfrm>
              <a:off x="4163125" y="3170500"/>
              <a:ext cx="5200" cy="5175"/>
            </a:xfrm>
            <a:custGeom>
              <a:avLst/>
              <a:gdLst/>
              <a:ahLst/>
              <a:cxnLst/>
              <a:rect l="l" t="t" r="r" b="b"/>
              <a:pathLst>
                <a:path w="208" h="207" extrusionOk="0">
                  <a:moveTo>
                    <a:pt x="120" y="0"/>
                  </a:moveTo>
                  <a:cubicBezTo>
                    <a:pt x="67" y="0"/>
                    <a:pt x="17" y="33"/>
                    <a:pt x="1" y="87"/>
                  </a:cubicBezTo>
                  <a:lnTo>
                    <a:pt x="1" y="136"/>
                  </a:lnTo>
                  <a:cubicBezTo>
                    <a:pt x="17" y="157"/>
                    <a:pt x="17" y="157"/>
                    <a:pt x="17" y="174"/>
                  </a:cubicBezTo>
                  <a:cubicBezTo>
                    <a:pt x="34" y="190"/>
                    <a:pt x="67" y="207"/>
                    <a:pt x="83" y="207"/>
                  </a:cubicBezTo>
                  <a:cubicBezTo>
                    <a:pt x="120" y="207"/>
                    <a:pt x="137" y="207"/>
                    <a:pt x="170" y="190"/>
                  </a:cubicBezTo>
                  <a:cubicBezTo>
                    <a:pt x="186" y="174"/>
                    <a:pt x="207" y="157"/>
                    <a:pt x="207" y="120"/>
                  </a:cubicBezTo>
                  <a:cubicBezTo>
                    <a:pt x="207" y="87"/>
                    <a:pt x="207" y="71"/>
                    <a:pt x="186" y="54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5" name="Google Shape;12605;p31"/>
            <p:cNvSpPr/>
            <p:nvPr/>
          </p:nvSpPr>
          <p:spPr>
            <a:xfrm>
              <a:off x="4176850" y="3163975"/>
              <a:ext cx="5575" cy="5300"/>
            </a:xfrm>
            <a:custGeom>
              <a:avLst/>
              <a:gdLst/>
              <a:ahLst/>
              <a:cxnLst/>
              <a:rect l="l" t="t" r="r" b="b"/>
              <a:pathLst>
                <a:path w="223" h="212" extrusionOk="0">
                  <a:moveTo>
                    <a:pt x="101" y="0"/>
                  </a:moveTo>
                  <a:cubicBezTo>
                    <a:pt x="52" y="0"/>
                    <a:pt x="17" y="35"/>
                    <a:pt x="17" y="88"/>
                  </a:cubicBezTo>
                  <a:cubicBezTo>
                    <a:pt x="0" y="109"/>
                    <a:pt x="0" y="125"/>
                    <a:pt x="17" y="142"/>
                  </a:cubicBezTo>
                  <a:cubicBezTo>
                    <a:pt x="17" y="142"/>
                    <a:pt x="17" y="158"/>
                    <a:pt x="33" y="158"/>
                  </a:cubicBezTo>
                  <a:cubicBezTo>
                    <a:pt x="50" y="175"/>
                    <a:pt x="70" y="191"/>
                    <a:pt x="103" y="212"/>
                  </a:cubicBezTo>
                  <a:cubicBezTo>
                    <a:pt x="153" y="212"/>
                    <a:pt x="206" y="175"/>
                    <a:pt x="223" y="125"/>
                  </a:cubicBezTo>
                  <a:cubicBezTo>
                    <a:pt x="223" y="88"/>
                    <a:pt x="206" y="55"/>
                    <a:pt x="206" y="39"/>
                  </a:cubicBezTo>
                  <a:cubicBezTo>
                    <a:pt x="190" y="22"/>
                    <a:pt x="153" y="6"/>
                    <a:pt x="136" y="6"/>
                  </a:cubicBezTo>
                  <a:cubicBezTo>
                    <a:pt x="124" y="2"/>
                    <a:pt x="112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6" name="Google Shape;12606;p31"/>
            <p:cNvSpPr/>
            <p:nvPr/>
          </p:nvSpPr>
          <p:spPr>
            <a:xfrm>
              <a:off x="4180650" y="3136150"/>
              <a:ext cx="5700" cy="5200"/>
            </a:xfrm>
            <a:custGeom>
              <a:avLst/>
              <a:gdLst/>
              <a:ahLst/>
              <a:cxnLst/>
              <a:rect l="l" t="t" r="r" b="b"/>
              <a:pathLst>
                <a:path w="228" h="208" extrusionOk="0">
                  <a:moveTo>
                    <a:pt x="124" y="0"/>
                  </a:moveTo>
                  <a:cubicBezTo>
                    <a:pt x="93" y="0"/>
                    <a:pt x="58" y="14"/>
                    <a:pt x="38" y="34"/>
                  </a:cubicBezTo>
                  <a:cubicBezTo>
                    <a:pt x="21" y="67"/>
                    <a:pt x="1" y="88"/>
                    <a:pt x="1" y="121"/>
                  </a:cubicBezTo>
                  <a:lnTo>
                    <a:pt x="21" y="138"/>
                  </a:lnTo>
                  <a:cubicBezTo>
                    <a:pt x="21" y="154"/>
                    <a:pt x="38" y="171"/>
                    <a:pt x="54" y="191"/>
                  </a:cubicBezTo>
                  <a:cubicBezTo>
                    <a:pt x="71" y="208"/>
                    <a:pt x="87" y="208"/>
                    <a:pt x="124" y="208"/>
                  </a:cubicBezTo>
                  <a:cubicBezTo>
                    <a:pt x="157" y="208"/>
                    <a:pt x="174" y="191"/>
                    <a:pt x="190" y="171"/>
                  </a:cubicBezTo>
                  <a:cubicBezTo>
                    <a:pt x="207" y="154"/>
                    <a:pt x="228" y="121"/>
                    <a:pt x="207" y="88"/>
                  </a:cubicBezTo>
                  <a:cubicBezTo>
                    <a:pt x="207" y="67"/>
                    <a:pt x="207" y="34"/>
                    <a:pt x="174" y="18"/>
                  </a:cubicBezTo>
                  <a:cubicBezTo>
                    <a:pt x="161" y="5"/>
                    <a:pt x="143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7" name="Google Shape;12607;p31"/>
            <p:cNvSpPr/>
            <p:nvPr/>
          </p:nvSpPr>
          <p:spPr>
            <a:xfrm>
              <a:off x="4333625" y="313317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120" y="1"/>
                  </a:moveTo>
                  <a:cubicBezTo>
                    <a:pt x="66" y="1"/>
                    <a:pt x="0" y="34"/>
                    <a:pt x="0" y="83"/>
                  </a:cubicBezTo>
                  <a:lnTo>
                    <a:pt x="0" y="137"/>
                  </a:lnTo>
                  <a:cubicBezTo>
                    <a:pt x="0" y="153"/>
                    <a:pt x="17" y="153"/>
                    <a:pt x="17" y="170"/>
                  </a:cubicBezTo>
                  <a:cubicBezTo>
                    <a:pt x="33" y="186"/>
                    <a:pt x="50" y="207"/>
                    <a:pt x="87" y="207"/>
                  </a:cubicBezTo>
                  <a:cubicBezTo>
                    <a:pt x="120" y="207"/>
                    <a:pt x="136" y="207"/>
                    <a:pt x="169" y="186"/>
                  </a:cubicBezTo>
                  <a:cubicBezTo>
                    <a:pt x="190" y="170"/>
                    <a:pt x="206" y="153"/>
                    <a:pt x="206" y="121"/>
                  </a:cubicBezTo>
                  <a:cubicBezTo>
                    <a:pt x="206" y="104"/>
                    <a:pt x="206" y="67"/>
                    <a:pt x="190" y="50"/>
                  </a:cubicBezTo>
                  <a:cubicBezTo>
                    <a:pt x="169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8" name="Google Shape;12608;p31"/>
            <p:cNvSpPr/>
            <p:nvPr/>
          </p:nvSpPr>
          <p:spPr>
            <a:xfrm>
              <a:off x="4175500" y="3177825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4" y="0"/>
                  </a:moveTo>
                  <a:cubicBezTo>
                    <a:pt x="87" y="0"/>
                    <a:pt x="71" y="0"/>
                    <a:pt x="38" y="17"/>
                  </a:cubicBezTo>
                  <a:cubicBezTo>
                    <a:pt x="21" y="33"/>
                    <a:pt x="1" y="70"/>
                    <a:pt x="1" y="87"/>
                  </a:cubicBezTo>
                  <a:lnTo>
                    <a:pt x="1" y="136"/>
                  </a:lnTo>
                  <a:cubicBezTo>
                    <a:pt x="21" y="153"/>
                    <a:pt x="21" y="153"/>
                    <a:pt x="21" y="173"/>
                  </a:cubicBezTo>
                  <a:cubicBezTo>
                    <a:pt x="38" y="190"/>
                    <a:pt x="54" y="206"/>
                    <a:pt x="87" y="206"/>
                  </a:cubicBezTo>
                  <a:cubicBezTo>
                    <a:pt x="94" y="209"/>
                    <a:pt x="102" y="210"/>
                    <a:pt x="109" y="210"/>
                  </a:cubicBezTo>
                  <a:cubicBezTo>
                    <a:pt x="157" y="210"/>
                    <a:pt x="207" y="166"/>
                    <a:pt x="207" y="120"/>
                  </a:cubicBezTo>
                  <a:cubicBezTo>
                    <a:pt x="207" y="87"/>
                    <a:pt x="207" y="70"/>
                    <a:pt x="190" y="50"/>
                  </a:cubicBezTo>
                  <a:cubicBezTo>
                    <a:pt x="174" y="17"/>
                    <a:pt x="157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9" name="Google Shape;12609;p31"/>
            <p:cNvSpPr/>
            <p:nvPr/>
          </p:nvSpPr>
          <p:spPr>
            <a:xfrm>
              <a:off x="4191900" y="3146325"/>
              <a:ext cx="5575" cy="5075"/>
            </a:xfrm>
            <a:custGeom>
              <a:avLst/>
              <a:gdLst/>
              <a:ahLst/>
              <a:cxnLst/>
              <a:rect l="l" t="t" r="r" b="b"/>
              <a:pathLst>
                <a:path w="223" h="203" extrusionOk="0">
                  <a:moveTo>
                    <a:pt x="108" y="1"/>
                  </a:moveTo>
                  <a:cubicBezTo>
                    <a:pt x="94" y="1"/>
                    <a:pt x="80" y="3"/>
                    <a:pt x="66" y="7"/>
                  </a:cubicBezTo>
                  <a:cubicBezTo>
                    <a:pt x="17" y="23"/>
                    <a:pt x="0" y="93"/>
                    <a:pt x="17" y="143"/>
                  </a:cubicBezTo>
                  <a:cubicBezTo>
                    <a:pt x="29" y="183"/>
                    <a:pt x="72" y="203"/>
                    <a:pt x="114" y="203"/>
                  </a:cubicBezTo>
                  <a:cubicBezTo>
                    <a:pt x="127" y="203"/>
                    <a:pt x="141" y="201"/>
                    <a:pt x="153" y="196"/>
                  </a:cubicBezTo>
                  <a:cubicBezTo>
                    <a:pt x="206" y="176"/>
                    <a:pt x="223" y="110"/>
                    <a:pt x="206" y="56"/>
                  </a:cubicBezTo>
                  <a:cubicBezTo>
                    <a:pt x="194" y="19"/>
                    <a:pt x="151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0" name="Google Shape;12610;p31"/>
            <p:cNvSpPr/>
            <p:nvPr/>
          </p:nvSpPr>
          <p:spPr>
            <a:xfrm>
              <a:off x="4182400" y="3122275"/>
              <a:ext cx="5600" cy="5475"/>
            </a:xfrm>
            <a:custGeom>
              <a:avLst/>
              <a:gdLst/>
              <a:ahLst/>
              <a:cxnLst/>
              <a:rect l="l" t="t" r="r" b="b"/>
              <a:pathLst>
                <a:path w="224" h="219" extrusionOk="0">
                  <a:moveTo>
                    <a:pt x="102" y="0"/>
                  </a:moveTo>
                  <a:cubicBezTo>
                    <a:pt x="92" y="0"/>
                    <a:pt x="82" y="1"/>
                    <a:pt x="71" y="4"/>
                  </a:cubicBezTo>
                  <a:cubicBezTo>
                    <a:pt x="17" y="41"/>
                    <a:pt x="1" y="91"/>
                    <a:pt x="17" y="144"/>
                  </a:cubicBezTo>
                  <a:cubicBezTo>
                    <a:pt x="17" y="161"/>
                    <a:pt x="34" y="177"/>
                    <a:pt x="54" y="177"/>
                  </a:cubicBezTo>
                  <a:cubicBezTo>
                    <a:pt x="66" y="201"/>
                    <a:pt x="96" y="218"/>
                    <a:pt x="125" y="218"/>
                  </a:cubicBezTo>
                  <a:cubicBezTo>
                    <a:pt x="136" y="218"/>
                    <a:pt x="147" y="216"/>
                    <a:pt x="158" y="210"/>
                  </a:cubicBezTo>
                  <a:cubicBezTo>
                    <a:pt x="191" y="194"/>
                    <a:pt x="224" y="161"/>
                    <a:pt x="224" y="128"/>
                  </a:cubicBezTo>
                  <a:cubicBezTo>
                    <a:pt x="224" y="107"/>
                    <a:pt x="224" y="91"/>
                    <a:pt x="207" y="74"/>
                  </a:cubicBezTo>
                  <a:cubicBezTo>
                    <a:pt x="193" y="33"/>
                    <a:pt x="15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1" name="Google Shape;12611;p31"/>
            <p:cNvSpPr/>
            <p:nvPr/>
          </p:nvSpPr>
          <p:spPr>
            <a:xfrm>
              <a:off x="4189325" y="31734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20" y="1"/>
                  </a:moveTo>
                  <a:cubicBezTo>
                    <a:pt x="87" y="1"/>
                    <a:pt x="33" y="17"/>
                    <a:pt x="17" y="71"/>
                  </a:cubicBezTo>
                  <a:cubicBezTo>
                    <a:pt x="17" y="71"/>
                    <a:pt x="17" y="88"/>
                    <a:pt x="0" y="88"/>
                  </a:cubicBezTo>
                  <a:cubicBezTo>
                    <a:pt x="0" y="104"/>
                    <a:pt x="0" y="121"/>
                    <a:pt x="17" y="141"/>
                  </a:cubicBezTo>
                  <a:cubicBezTo>
                    <a:pt x="17" y="174"/>
                    <a:pt x="33" y="191"/>
                    <a:pt x="66" y="191"/>
                  </a:cubicBezTo>
                  <a:cubicBezTo>
                    <a:pt x="66" y="207"/>
                    <a:pt x="87" y="207"/>
                    <a:pt x="103" y="207"/>
                  </a:cubicBezTo>
                  <a:cubicBezTo>
                    <a:pt x="153" y="207"/>
                    <a:pt x="206" y="174"/>
                    <a:pt x="223" y="121"/>
                  </a:cubicBezTo>
                  <a:cubicBezTo>
                    <a:pt x="223" y="88"/>
                    <a:pt x="206" y="71"/>
                    <a:pt x="190" y="38"/>
                  </a:cubicBezTo>
                  <a:cubicBezTo>
                    <a:pt x="169" y="17"/>
                    <a:pt x="153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2" name="Google Shape;12612;p31"/>
            <p:cNvSpPr/>
            <p:nvPr/>
          </p:nvSpPr>
          <p:spPr>
            <a:xfrm>
              <a:off x="4189725" y="3159200"/>
              <a:ext cx="5175" cy="5075"/>
            </a:xfrm>
            <a:custGeom>
              <a:avLst/>
              <a:gdLst/>
              <a:ahLst/>
              <a:cxnLst/>
              <a:rect l="l" t="t" r="r" b="b"/>
              <a:pathLst>
                <a:path w="207" h="203" extrusionOk="0">
                  <a:moveTo>
                    <a:pt x="103" y="1"/>
                  </a:moveTo>
                  <a:cubicBezTo>
                    <a:pt x="75" y="1"/>
                    <a:pt x="47" y="13"/>
                    <a:pt x="17" y="40"/>
                  </a:cubicBezTo>
                  <a:cubicBezTo>
                    <a:pt x="1" y="57"/>
                    <a:pt x="1" y="94"/>
                    <a:pt x="1" y="110"/>
                  </a:cubicBezTo>
                  <a:lnTo>
                    <a:pt x="1" y="143"/>
                  </a:lnTo>
                  <a:cubicBezTo>
                    <a:pt x="17" y="160"/>
                    <a:pt x="34" y="176"/>
                    <a:pt x="34" y="176"/>
                  </a:cubicBezTo>
                  <a:cubicBezTo>
                    <a:pt x="58" y="193"/>
                    <a:pt x="85" y="202"/>
                    <a:pt x="110" y="202"/>
                  </a:cubicBezTo>
                  <a:cubicBezTo>
                    <a:pt x="141" y="202"/>
                    <a:pt x="170" y="189"/>
                    <a:pt x="190" y="160"/>
                  </a:cubicBezTo>
                  <a:cubicBezTo>
                    <a:pt x="207" y="143"/>
                    <a:pt x="207" y="110"/>
                    <a:pt x="207" y="94"/>
                  </a:cubicBezTo>
                  <a:cubicBezTo>
                    <a:pt x="207" y="57"/>
                    <a:pt x="190" y="40"/>
                    <a:pt x="174" y="24"/>
                  </a:cubicBezTo>
                  <a:cubicBezTo>
                    <a:pt x="150" y="9"/>
                    <a:pt x="12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3" name="Google Shape;12613;p31"/>
            <p:cNvSpPr/>
            <p:nvPr/>
          </p:nvSpPr>
          <p:spPr>
            <a:xfrm>
              <a:off x="4186325" y="3110400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20" y="1"/>
                  </a:moveTo>
                  <a:cubicBezTo>
                    <a:pt x="67" y="1"/>
                    <a:pt x="17" y="34"/>
                    <a:pt x="1" y="87"/>
                  </a:cubicBezTo>
                  <a:cubicBezTo>
                    <a:pt x="1" y="104"/>
                    <a:pt x="1" y="120"/>
                    <a:pt x="17" y="137"/>
                  </a:cubicBezTo>
                  <a:lnTo>
                    <a:pt x="17" y="170"/>
                  </a:lnTo>
                  <a:cubicBezTo>
                    <a:pt x="34" y="190"/>
                    <a:pt x="67" y="207"/>
                    <a:pt x="83" y="207"/>
                  </a:cubicBezTo>
                  <a:cubicBezTo>
                    <a:pt x="92" y="209"/>
                    <a:pt x="100" y="210"/>
                    <a:pt x="109" y="210"/>
                  </a:cubicBezTo>
                  <a:cubicBezTo>
                    <a:pt x="166" y="210"/>
                    <a:pt x="207" y="164"/>
                    <a:pt x="207" y="120"/>
                  </a:cubicBezTo>
                  <a:cubicBezTo>
                    <a:pt x="223" y="104"/>
                    <a:pt x="207" y="67"/>
                    <a:pt x="186" y="50"/>
                  </a:cubicBezTo>
                  <a:cubicBezTo>
                    <a:pt x="170" y="17"/>
                    <a:pt x="153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4" name="Google Shape;12614;p31"/>
            <p:cNvSpPr/>
            <p:nvPr/>
          </p:nvSpPr>
          <p:spPr>
            <a:xfrm>
              <a:off x="4172100" y="3115800"/>
              <a:ext cx="5600" cy="5350"/>
            </a:xfrm>
            <a:custGeom>
              <a:avLst/>
              <a:gdLst/>
              <a:ahLst/>
              <a:cxnLst/>
              <a:rect l="l" t="t" r="r" b="b"/>
              <a:pathLst>
                <a:path w="224" h="214" extrusionOk="0">
                  <a:moveTo>
                    <a:pt x="102" y="1"/>
                  </a:moveTo>
                  <a:cubicBezTo>
                    <a:pt x="86" y="1"/>
                    <a:pt x="66" y="12"/>
                    <a:pt x="54" y="24"/>
                  </a:cubicBezTo>
                  <a:cubicBezTo>
                    <a:pt x="17" y="40"/>
                    <a:pt x="1" y="57"/>
                    <a:pt x="1" y="94"/>
                  </a:cubicBezTo>
                  <a:cubicBezTo>
                    <a:pt x="1" y="110"/>
                    <a:pt x="1" y="127"/>
                    <a:pt x="17" y="143"/>
                  </a:cubicBezTo>
                  <a:lnTo>
                    <a:pt x="17" y="160"/>
                  </a:lnTo>
                  <a:cubicBezTo>
                    <a:pt x="34" y="181"/>
                    <a:pt x="71" y="197"/>
                    <a:pt x="87" y="214"/>
                  </a:cubicBezTo>
                  <a:cubicBezTo>
                    <a:pt x="157" y="214"/>
                    <a:pt x="207" y="181"/>
                    <a:pt x="207" y="127"/>
                  </a:cubicBezTo>
                  <a:cubicBezTo>
                    <a:pt x="223" y="94"/>
                    <a:pt x="207" y="57"/>
                    <a:pt x="190" y="40"/>
                  </a:cubicBezTo>
                  <a:cubicBezTo>
                    <a:pt x="174" y="24"/>
                    <a:pt x="157" y="7"/>
                    <a:pt x="120" y="7"/>
                  </a:cubicBezTo>
                  <a:cubicBezTo>
                    <a:pt x="115" y="3"/>
                    <a:pt x="109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5" name="Google Shape;12615;p31"/>
            <p:cNvSpPr/>
            <p:nvPr/>
          </p:nvSpPr>
          <p:spPr>
            <a:xfrm>
              <a:off x="4154900" y="3147625"/>
              <a:ext cx="5675" cy="4975"/>
            </a:xfrm>
            <a:custGeom>
              <a:avLst/>
              <a:gdLst/>
              <a:ahLst/>
              <a:cxnLst/>
              <a:rect l="l" t="t" r="r" b="b"/>
              <a:pathLst>
                <a:path w="227" h="199" extrusionOk="0">
                  <a:moveTo>
                    <a:pt x="97" y="0"/>
                  </a:moveTo>
                  <a:cubicBezTo>
                    <a:pt x="54" y="0"/>
                    <a:pt x="17" y="33"/>
                    <a:pt x="0" y="91"/>
                  </a:cubicBezTo>
                  <a:cubicBezTo>
                    <a:pt x="0" y="107"/>
                    <a:pt x="0" y="124"/>
                    <a:pt x="21" y="144"/>
                  </a:cubicBezTo>
                  <a:cubicBezTo>
                    <a:pt x="21" y="177"/>
                    <a:pt x="54" y="194"/>
                    <a:pt x="87" y="194"/>
                  </a:cubicBezTo>
                  <a:cubicBezTo>
                    <a:pt x="99" y="197"/>
                    <a:pt x="110" y="198"/>
                    <a:pt x="121" y="198"/>
                  </a:cubicBezTo>
                  <a:cubicBezTo>
                    <a:pt x="172" y="198"/>
                    <a:pt x="206" y="165"/>
                    <a:pt x="206" y="107"/>
                  </a:cubicBezTo>
                  <a:cubicBezTo>
                    <a:pt x="227" y="91"/>
                    <a:pt x="206" y="58"/>
                    <a:pt x="190" y="41"/>
                  </a:cubicBezTo>
                  <a:cubicBezTo>
                    <a:pt x="173" y="21"/>
                    <a:pt x="157" y="4"/>
                    <a:pt x="124" y="4"/>
                  </a:cubicBezTo>
                  <a:cubicBezTo>
                    <a:pt x="115" y="1"/>
                    <a:pt x="106" y="0"/>
                    <a:pt x="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6" name="Google Shape;12616;p31"/>
            <p:cNvSpPr/>
            <p:nvPr/>
          </p:nvSpPr>
          <p:spPr>
            <a:xfrm>
              <a:off x="4157050" y="313210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26" y="1"/>
                  </a:moveTo>
                  <a:cubicBezTo>
                    <a:pt x="113" y="1"/>
                    <a:pt x="100" y="3"/>
                    <a:pt x="87" y="7"/>
                  </a:cubicBezTo>
                  <a:cubicBezTo>
                    <a:pt x="38" y="23"/>
                    <a:pt x="1" y="93"/>
                    <a:pt x="17" y="147"/>
                  </a:cubicBezTo>
                  <a:cubicBezTo>
                    <a:pt x="38" y="164"/>
                    <a:pt x="38" y="164"/>
                    <a:pt x="54" y="180"/>
                  </a:cubicBezTo>
                  <a:cubicBezTo>
                    <a:pt x="66" y="192"/>
                    <a:pt x="94" y="203"/>
                    <a:pt x="123" y="203"/>
                  </a:cubicBezTo>
                  <a:cubicBezTo>
                    <a:pt x="135" y="203"/>
                    <a:pt x="146" y="201"/>
                    <a:pt x="157" y="196"/>
                  </a:cubicBezTo>
                  <a:cubicBezTo>
                    <a:pt x="190" y="180"/>
                    <a:pt x="223" y="147"/>
                    <a:pt x="223" y="110"/>
                  </a:cubicBezTo>
                  <a:lnTo>
                    <a:pt x="223" y="60"/>
                  </a:lnTo>
                  <a:cubicBezTo>
                    <a:pt x="198" y="20"/>
                    <a:pt x="164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7" name="Google Shape;12617;p31"/>
            <p:cNvSpPr/>
            <p:nvPr/>
          </p:nvSpPr>
          <p:spPr>
            <a:xfrm>
              <a:off x="4158400" y="3119775"/>
              <a:ext cx="5575" cy="5200"/>
            </a:xfrm>
            <a:custGeom>
              <a:avLst/>
              <a:gdLst/>
              <a:ahLst/>
              <a:cxnLst/>
              <a:rect l="l" t="t" r="r" b="b"/>
              <a:pathLst>
                <a:path w="223" h="208" extrusionOk="0">
                  <a:moveTo>
                    <a:pt x="118" y="1"/>
                  </a:moveTo>
                  <a:cubicBezTo>
                    <a:pt x="87" y="1"/>
                    <a:pt x="53" y="16"/>
                    <a:pt x="33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17" y="125"/>
                    <a:pt x="17" y="141"/>
                    <a:pt x="17" y="141"/>
                  </a:cubicBezTo>
                  <a:cubicBezTo>
                    <a:pt x="17" y="158"/>
                    <a:pt x="33" y="174"/>
                    <a:pt x="50" y="191"/>
                  </a:cubicBezTo>
                  <a:cubicBezTo>
                    <a:pt x="66" y="207"/>
                    <a:pt x="103" y="207"/>
                    <a:pt x="120" y="207"/>
                  </a:cubicBezTo>
                  <a:cubicBezTo>
                    <a:pt x="153" y="207"/>
                    <a:pt x="169" y="191"/>
                    <a:pt x="190" y="174"/>
                  </a:cubicBezTo>
                  <a:cubicBezTo>
                    <a:pt x="206" y="141"/>
                    <a:pt x="223" y="125"/>
                    <a:pt x="223" y="88"/>
                  </a:cubicBezTo>
                  <a:cubicBezTo>
                    <a:pt x="206" y="71"/>
                    <a:pt x="206" y="38"/>
                    <a:pt x="169" y="22"/>
                  </a:cubicBezTo>
                  <a:cubicBezTo>
                    <a:pt x="156" y="7"/>
                    <a:pt x="138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8" name="Google Shape;12618;p31"/>
            <p:cNvSpPr/>
            <p:nvPr/>
          </p:nvSpPr>
          <p:spPr>
            <a:xfrm>
              <a:off x="4153250" y="3162675"/>
              <a:ext cx="5175" cy="5275"/>
            </a:xfrm>
            <a:custGeom>
              <a:avLst/>
              <a:gdLst/>
              <a:ahLst/>
              <a:cxnLst/>
              <a:rect l="l" t="t" r="r" b="b"/>
              <a:pathLst>
                <a:path w="207" h="211" extrusionOk="0">
                  <a:moveTo>
                    <a:pt x="92" y="0"/>
                  </a:moveTo>
                  <a:cubicBezTo>
                    <a:pt x="46" y="0"/>
                    <a:pt x="0" y="33"/>
                    <a:pt x="0" y="91"/>
                  </a:cubicBezTo>
                  <a:lnTo>
                    <a:pt x="0" y="140"/>
                  </a:lnTo>
                  <a:lnTo>
                    <a:pt x="17" y="161"/>
                  </a:lnTo>
                  <a:cubicBezTo>
                    <a:pt x="33" y="177"/>
                    <a:pt x="50" y="194"/>
                    <a:pt x="87" y="210"/>
                  </a:cubicBezTo>
                  <a:cubicBezTo>
                    <a:pt x="120" y="210"/>
                    <a:pt x="136" y="194"/>
                    <a:pt x="169" y="177"/>
                  </a:cubicBezTo>
                  <a:cubicBezTo>
                    <a:pt x="190" y="177"/>
                    <a:pt x="206" y="140"/>
                    <a:pt x="206" y="124"/>
                  </a:cubicBezTo>
                  <a:cubicBezTo>
                    <a:pt x="206" y="91"/>
                    <a:pt x="206" y="58"/>
                    <a:pt x="190" y="37"/>
                  </a:cubicBezTo>
                  <a:cubicBezTo>
                    <a:pt x="169" y="21"/>
                    <a:pt x="153" y="4"/>
                    <a:pt x="120" y="4"/>
                  </a:cubicBezTo>
                  <a:cubicBezTo>
                    <a:pt x="111" y="1"/>
                    <a:pt x="101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9" name="Google Shape;12619;p31"/>
            <p:cNvSpPr/>
            <p:nvPr/>
          </p:nvSpPr>
          <p:spPr>
            <a:xfrm>
              <a:off x="4165200" y="3156375"/>
              <a:ext cx="5700" cy="5175"/>
            </a:xfrm>
            <a:custGeom>
              <a:avLst/>
              <a:gdLst/>
              <a:ahLst/>
              <a:cxnLst/>
              <a:rect l="l" t="t" r="r" b="b"/>
              <a:pathLst>
                <a:path w="228" h="207" extrusionOk="0">
                  <a:moveTo>
                    <a:pt x="114" y="1"/>
                  </a:moveTo>
                  <a:cubicBezTo>
                    <a:pt x="86" y="1"/>
                    <a:pt x="56" y="15"/>
                    <a:pt x="37" y="34"/>
                  </a:cubicBezTo>
                  <a:cubicBezTo>
                    <a:pt x="21" y="67"/>
                    <a:pt x="0" y="83"/>
                    <a:pt x="0" y="120"/>
                  </a:cubicBezTo>
                  <a:cubicBezTo>
                    <a:pt x="0" y="120"/>
                    <a:pt x="0" y="137"/>
                    <a:pt x="21" y="137"/>
                  </a:cubicBezTo>
                  <a:cubicBezTo>
                    <a:pt x="21" y="153"/>
                    <a:pt x="37" y="170"/>
                    <a:pt x="54" y="186"/>
                  </a:cubicBezTo>
                  <a:cubicBezTo>
                    <a:pt x="70" y="207"/>
                    <a:pt x="87" y="207"/>
                    <a:pt x="124" y="207"/>
                  </a:cubicBezTo>
                  <a:cubicBezTo>
                    <a:pt x="157" y="207"/>
                    <a:pt x="174" y="186"/>
                    <a:pt x="190" y="170"/>
                  </a:cubicBezTo>
                  <a:cubicBezTo>
                    <a:pt x="206" y="153"/>
                    <a:pt x="227" y="120"/>
                    <a:pt x="206" y="104"/>
                  </a:cubicBezTo>
                  <a:cubicBezTo>
                    <a:pt x="206" y="67"/>
                    <a:pt x="190" y="50"/>
                    <a:pt x="174" y="34"/>
                  </a:cubicBezTo>
                  <a:cubicBezTo>
                    <a:pt x="159" y="10"/>
                    <a:pt x="13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0" name="Google Shape;12620;p31"/>
            <p:cNvSpPr/>
            <p:nvPr/>
          </p:nvSpPr>
          <p:spPr>
            <a:xfrm>
              <a:off x="4149725" y="3176550"/>
              <a:ext cx="5200" cy="5350"/>
            </a:xfrm>
            <a:custGeom>
              <a:avLst/>
              <a:gdLst/>
              <a:ahLst/>
              <a:cxnLst/>
              <a:rect l="l" t="t" r="r" b="b"/>
              <a:pathLst>
                <a:path w="208" h="214" extrusionOk="0">
                  <a:moveTo>
                    <a:pt x="99" y="0"/>
                  </a:moveTo>
                  <a:cubicBezTo>
                    <a:pt x="68" y="0"/>
                    <a:pt x="39" y="14"/>
                    <a:pt x="22" y="35"/>
                  </a:cubicBezTo>
                  <a:cubicBezTo>
                    <a:pt x="1" y="68"/>
                    <a:pt x="1" y="84"/>
                    <a:pt x="1" y="121"/>
                  </a:cubicBezTo>
                  <a:lnTo>
                    <a:pt x="1" y="138"/>
                  </a:lnTo>
                  <a:cubicBezTo>
                    <a:pt x="1" y="154"/>
                    <a:pt x="22" y="171"/>
                    <a:pt x="38" y="187"/>
                  </a:cubicBezTo>
                  <a:cubicBezTo>
                    <a:pt x="60" y="204"/>
                    <a:pt x="84" y="213"/>
                    <a:pt x="107" y="213"/>
                  </a:cubicBezTo>
                  <a:cubicBezTo>
                    <a:pt x="135" y="213"/>
                    <a:pt x="164" y="200"/>
                    <a:pt x="191" y="171"/>
                  </a:cubicBezTo>
                  <a:cubicBezTo>
                    <a:pt x="207" y="154"/>
                    <a:pt x="207" y="121"/>
                    <a:pt x="207" y="101"/>
                  </a:cubicBezTo>
                  <a:cubicBezTo>
                    <a:pt x="207" y="68"/>
                    <a:pt x="191" y="51"/>
                    <a:pt x="174" y="35"/>
                  </a:cubicBezTo>
                  <a:cubicBezTo>
                    <a:pt x="152" y="10"/>
                    <a:pt x="125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1" name="Google Shape;12621;p31"/>
            <p:cNvSpPr/>
            <p:nvPr/>
          </p:nvSpPr>
          <p:spPr>
            <a:xfrm>
              <a:off x="4167350" y="31425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37"/>
                    <a:pt x="17" y="54"/>
                    <a:pt x="1" y="87"/>
                  </a:cubicBezTo>
                  <a:cubicBezTo>
                    <a:pt x="1" y="103"/>
                    <a:pt x="1" y="120"/>
                    <a:pt x="17" y="140"/>
                  </a:cubicBezTo>
                  <a:cubicBezTo>
                    <a:pt x="17" y="140"/>
                    <a:pt x="17" y="157"/>
                    <a:pt x="38" y="157"/>
                  </a:cubicBezTo>
                  <a:cubicBezTo>
                    <a:pt x="38" y="190"/>
                    <a:pt x="71" y="206"/>
                    <a:pt x="104" y="206"/>
                  </a:cubicBezTo>
                  <a:cubicBezTo>
                    <a:pt x="158" y="206"/>
                    <a:pt x="207" y="173"/>
                    <a:pt x="224" y="120"/>
                  </a:cubicBezTo>
                  <a:cubicBezTo>
                    <a:pt x="224" y="87"/>
                    <a:pt x="207" y="70"/>
                    <a:pt x="191" y="37"/>
                  </a:cubicBezTo>
                  <a:cubicBezTo>
                    <a:pt x="174" y="17"/>
                    <a:pt x="15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2" name="Google Shape;12622;p31"/>
            <p:cNvSpPr/>
            <p:nvPr/>
          </p:nvSpPr>
          <p:spPr>
            <a:xfrm>
              <a:off x="4168300" y="3128850"/>
              <a:ext cx="6000" cy="5350"/>
            </a:xfrm>
            <a:custGeom>
              <a:avLst/>
              <a:gdLst/>
              <a:ahLst/>
              <a:cxnLst/>
              <a:rect l="l" t="t" r="r" b="b"/>
              <a:pathLst>
                <a:path w="240" h="214" extrusionOk="0">
                  <a:moveTo>
                    <a:pt x="136" y="1"/>
                  </a:moveTo>
                  <a:cubicBezTo>
                    <a:pt x="120" y="1"/>
                    <a:pt x="103" y="1"/>
                    <a:pt x="82" y="17"/>
                  </a:cubicBezTo>
                  <a:cubicBezTo>
                    <a:pt x="33" y="34"/>
                    <a:pt x="0" y="87"/>
                    <a:pt x="17" y="153"/>
                  </a:cubicBezTo>
                  <a:cubicBezTo>
                    <a:pt x="29" y="194"/>
                    <a:pt x="72" y="213"/>
                    <a:pt x="113" y="213"/>
                  </a:cubicBezTo>
                  <a:cubicBezTo>
                    <a:pt x="127" y="213"/>
                    <a:pt x="140" y="211"/>
                    <a:pt x="153" y="207"/>
                  </a:cubicBezTo>
                  <a:cubicBezTo>
                    <a:pt x="169" y="207"/>
                    <a:pt x="186" y="190"/>
                    <a:pt x="206" y="174"/>
                  </a:cubicBezTo>
                  <a:cubicBezTo>
                    <a:pt x="223" y="153"/>
                    <a:pt x="239" y="104"/>
                    <a:pt x="223" y="71"/>
                  </a:cubicBezTo>
                  <a:cubicBezTo>
                    <a:pt x="206" y="34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3" name="Google Shape;12623;p31"/>
            <p:cNvSpPr/>
            <p:nvPr/>
          </p:nvSpPr>
          <p:spPr>
            <a:xfrm>
              <a:off x="4196625" y="3120400"/>
              <a:ext cx="6000" cy="5225"/>
            </a:xfrm>
            <a:custGeom>
              <a:avLst/>
              <a:gdLst/>
              <a:ahLst/>
              <a:cxnLst/>
              <a:rect l="l" t="t" r="r" b="b"/>
              <a:pathLst>
                <a:path w="240" h="209" extrusionOk="0">
                  <a:moveTo>
                    <a:pt x="110" y="1"/>
                  </a:moveTo>
                  <a:cubicBezTo>
                    <a:pt x="99" y="1"/>
                    <a:pt x="85" y="5"/>
                    <a:pt x="67" y="13"/>
                  </a:cubicBezTo>
                  <a:cubicBezTo>
                    <a:pt x="50" y="13"/>
                    <a:pt x="34" y="30"/>
                    <a:pt x="17" y="46"/>
                  </a:cubicBezTo>
                  <a:cubicBezTo>
                    <a:pt x="1" y="79"/>
                    <a:pt x="1" y="116"/>
                    <a:pt x="17" y="149"/>
                  </a:cubicBezTo>
                  <a:cubicBezTo>
                    <a:pt x="30" y="190"/>
                    <a:pt x="73" y="209"/>
                    <a:pt x="114" y="209"/>
                  </a:cubicBezTo>
                  <a:cubicBezTo>
                    <a:pt x="128" y="209"/>
                    <a:pt x="141" y="207"/>
                    <a:pt x="153" y="203"/>
                  </a:cubicBezTo>
                  <a:cubicBezTo>
                    <a:pt x="207" y="182"/>
                    <a:pt x="240" y="116"/>
                    <a:pt x="207" y="63"/>
                  </a:cubicBezTo>
                  <a:cubicBezTo>
                    <a:pt x="207" y="30"/>
                    <a:pt x="170" y="13"/>
                    <a:pt x="137" y="13"/>
                  </a:cubicBezTo>
                  <a:cubicBezTo>
                    <a:pt x="129" y="5"/>
                    <a:pt x="120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4" name="Google Shape;12624;p31"/>
            <p:cNvSpPr/>
            <p:nvPr/>
          </p:nvSpPr>
          <p:spPr>
            <a:xfrm>
              <a:off x="4220650" y="3133525"/>
              <a:ext cx="5600" cy="5250"/>
            </a:xfrm>
            <a:custGeom>
              <a:avLst/>
              <a:gdLst/>
              <a:ahLst/>
              <a:cxnLst/>
              <a:rect l="l" t="t" r="r" b="b"/>
              <a:pathLst>
                <a:path w="224" h="210" extrusionOk="0">
                  <a:moveTo>
                    <a:pt x="100" y="0"/>
                  </a:moveTo>
                  <a:cubicBezTo>
                    <a:pt x="57" y="0"/>
                    <a:pt x="15" y="44"/>
                    <a:pt x="0" y="90"/>
                  </a:cubicBezTo>
                  <a:cubicBezTo>
                    <a:pt x="0" y="107"/>
                    <a:pt x="0" y="123"/>
                    <a:pt x="17" y="139"/>
                  </a:cubicBezTo>
                  <a:cubicBezTo>
                    <a:pt x="17" y="139"/>
                    <a:pt x="17" y="156"/>
                    <a:pt x="33" y="156"/>
                  </a:cubicBezTo>
                  <a:cubicBezTo>
                    <a:pt x="50" y="193"/>
                    <a:pt x="71" y="193"/>
                    <a:pt x="104" y="210"/>
                  </a:cubicBezTo>
                  <a:cubicBezTo>
                    <a:pt x="120" y="210"/>
                    <a:pt x="153" y="210"/>
                    <a:pt x="174" y="193"/>
                  </a:cubicBezTo>
                  <a:cubicBezTo>
                    <a:pt x="190" y="172"/>
                    <a:pt x="207" y="139"/>
                    <a:pt x="223" y="123"/>
                  </a:cubicBezTo>
                  <a:cubicBezTo>
                    <a:pt x="223" y="53"/>
                    <a:pt x="190" y="3"/>
                    <a:pt x="120" y="3"/>
                  </a:cubicBezTo>
                  <a:cubicBezTo>
                    <a:pt x="113" y="1"/>
                    <a:pt x="107" y="0"/>
                    <a:pt x="1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5" name="Google Shape;12625;p31"/>
            <p:cNvSpPr/>
            <p:nvPr/>
          </p:nvSpPr>
          <p:spPr>
            <a:xfrm>
              <a:off x="4229625" y="3146000"/>
              <a:ext cx="5675" cy="5250"/>
            </a:xfrm>
            <a:custGeom>
              <a:avLst/>
              <a:gdLst/>
              <a:ahLst/>
              <a:cxnLst/>
              <a:rect l="l" t="t" r="r" b="b"/>
              <a:pathLst>
                <a:path w="227" h="210" extrusionOk="0">
                  <a:moveTo>
                    <a:pt x="117" y="0"/>
                  </a:moveTo>
                  <a:cubicBezTo>
                    <a:pt x="86" y="0"/>
                    <a:pt x="58" y="16"/>
                    <a:pt x="37" y="36"/>
                  </a:cubicBezTo>
                  <a:cubicBezTo>
                    <a:pt x="0" y="69"/>
                    <a:pt x="0" y="86"/>
                    <a:pt x="0" y="123"/>
                  </a:cubicBezTo>
                  <a:cubicBezTo>
                    <a:pt x="0" y="123"/>
                    <a:pt x="0" y="139"/>
                    <a:pt x="21" y="139"/>
                  </a:cubicBezTo>
                  <a:cubicBezTo>
                    <a:pt x="21" y="156"/>
                    <a:pt x="37" y="172"/>
                    <a:pt x="37" y="189"/>
                  </a:cubicBezTo>
                  <a:cubicBezTo>
                    <a:pt x="57" y="203"/>
                    <a:pt x="79" y="210"/>
                    <a:pt x="102" y="210"/>
                  </a:cubicBezTo>
                  <a:cubicBezTo>
                    <a:pt x="136" y="210"/>
                    <a:pt x="170" y="195"/>
                    <a:pt x="190" y="172"/>
                  </a:cubicBezTo>
                  <a:cubicBezTo>
                    <a:pt x="206" y="156"/>
                    <a:pt x="227" y="123"/>
                    <a:pt x="206" y="86"/>
                  </a:cubicBezTo>
                  <a:cubicBezTo>
                    <a:pt x="206" y="69"/>
                    <a:pt x="190" y="36"/>
                    <a:pt x="173" y="20"/>
                  </a:cubicBezTo>
                  <a:cubicBezTo>
                    <a:pt x="155" y="6"/>
                    <a:pt x="135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6" name="Google Shape;12626;p31"/>
            <p:cNvSpPr/>
            <p:nvPr/>
          </p:nvSpPr>
          <p:spPr>
            <a:xfrm>
              <a:off x="4224475" y="3172100"/>
              <a:ext cx="5675" cy="5050"/>
            </a:xfrm>
            <a:custGeom>
              <a:avLst/>
              <a:gdLst/>
              <a:ahLst/>
              <a:cxnLst/>
              <a:rect l="l" t="t" r="r" b="b"/>
              <a:pathLst>
                <a:path w="227" h="202" extrusionOk="0">
                  <a:moveTo>
                    <a:pt x="99" y="0"/>
                  </a:moveTo>
                  <a:cubicBezTo>
                    <a:pt x="68" y="0"/>
                    <a:pt x="39" y="12"/>
                    <a:pt x="21" y="40"/>
                  </a:cubicBezTo>
                  <a:cubicBezTo>
                    <a:pt x="0" y="56"/>
                    <a:pt x="0" y="93"/>
                    <a:pt x="0" y="110"/>
                  </a:cubicBezTo>
                  <a:lnTo>
                    <a:pt x="0" y="143"/>
                  </a:lnTo>
                  <a:cubicBezTo>
                    <a:pt x="21" y="159"/>
                    <a:pt x="21" y="176"/>
                    <a:pt x="37" y="176"/>
                  </a:cubicBezTo>
                  <a:cubicBezTo>
                    <a:pt x="60" y="192"/>
                    <a:pt x="86" y="202"/>
                    <a:pt x="112" y="202"/>
                  </a:cubicBezTo>
                  <a:cubicBezTo>
                    <a:pt x="143" y="202"/>
                    <a:pt x="172" y="188"/>
                    <a:pt x="190" y="159"/>
                  </a:cubicBezTo>
                  <a:cubicBezTo>
                    <a:pt x="227" y="126"/>
                    <a:pt x="206" y="56"/>
                    <a:pt x="173" y="23"/>
                  </a:cubicBezTo>
                  <a:cubicBezTo>
                    <a:pt x="151" y="8"/>
                    <a:pt x="125" y="0"/>
                    <a:pt x="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7" name="Google Shape;12627;p31"/>
            <p:cNvSpPr/>
            <p:nvPr/>
          </p:nvSpPr>
          <p:spPr>
            <a:xfrm>
              <a:off x="4192300" y="3131925"/>
              <a:ext cx="6000" cy="5250"/>
            </a:xfrm>
            <a:custGeom>
              <a:avLst/>
              <a:gdLst/>
              <a:ahLst/>
              <a:cxnLst/>
              <a:rect l="l" t="t" r="r" b="b"/>
              <a:pathLst>
                <a:path w="240" h="210" extrusionOk="0">
                  <a:moveTo>
                    <a:pt x="131" y="1"/>
                  </a:moveTo>
                  <a:cubicBezTo>
                    <a:pt x="116" y="1"/>
                    <a:pt x="101" y="5"/>
                    <a:pt x="87" y="14"/>
                  </a:cubicBezTo>
                  <a:cubicBezTo>
                    <a:pt x="34" y="30"/>
                    <a:pt x="1" y="84"/>
                    <a:pt x="34" y="133"/>
                  </a:cubicBezTo>
                  <a:cubicBezTo>
                    <a:pt x="46" y="187"/>
                    <a:pt x="81" y="209"/>
                    <a:pt x="128" y="209"/>
                  </a:cubicBezTo>
                  <a:cubicBezTo>
                    <a:pt x="142" y="209"/>
                    <a:pt x="158" y="207"/>
                    <a:pt x="174" y="203"/>
                  </a:cubicBezTo>
                  <a:cubicBezTo>
                    <a:pt x="223" y="187"/>
                    <a:pt x="240" y="117"/>
                    <a:pt x="223" y="67"/>
                  </a:cubicBezTo>
                  <a:cubicBezTo>
                    <a:pt x="211" y="29"/>
                    <a:pt x="171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8" name="Google Shape;12628;p31"/>
            <p:cNvSpPr/>
            <p:nvPr/>
          </p:nvSpPr>
          <p:spPr>
            <a:xfrm>
              <a:off x="4216725" y="314640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02" y="1"/>
                  </a:moveTo>
                  <a:cubicBezTo>
                    <a:pt x="53" y="1"/>
                    <a:pt x="1" y="44"/>
                    <a:pt x="1" y="90"/>
                  </a:cubicBezTo>
                  <a:lnTo>
                    <a:pt x="1" y="140"/>
                  </a:lnTo>
                  <a:lnTo>
                    <a:pt x="21" y="156"/>
                  </a:lnTo>
                  <a:cubicBezTo>
                    <a:pt x="38" y="193"/>
                    <a:pt x="54" y="193"/>
                    <a:pt x="87" y="210"/>
                  </a:cubicBezTo>
                  <a:cubicBezTo>
                    <a:pt x="141" y="210"/>
                    <a:pt x="190" y="173"/>
                    <a:pt x="207" y="123"/>
                  </a:cubicBezTo>
                  <a:cubicBezTo>
                    <a:pt x="207" y="90"/>
                    <a:pt x="207" y="53"/>
                    <a:pt x="190" y="37"/>
                  </a:cubicBezTo>
                  <a:cubicBezTo>
                    <a:pt x="174" y="20"/>
                    <a:pt x="141" y="4"/>
                    <a:pt x="124" y="4"/>
                  </a:cubicBezTo>
                  <a:cubicBezTo>
                    <a:pt x="117" y="2"/>
                    <a:pt x="110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9" name="Google Shape;12629;p31"/>
            <p:cNvSpPr/>
            <p:nvPr/>
          </p:nvSpPr>
          <p:spPr>
            <a:xfrm>
              <a:off x="4236925" y="3182000"/>
              <a:ext cx="5200" cy="5025"/>
            </a:xfrm>
            <a:custGeom>
              <a:avLst/>
              <a:gdLst/>
              <a:ahLst/>
              <a:cxnLst/>
              <a:rect l="l" t="t" r="r" b="b"/>
              <a:pathLst>
                <a:path w="208" h="201" extrusionOk="0">
                  <a:moveTo>
                    <a:pt x="91" y="1"/>
                  </a:moveTo>
                  <a:cubicBezTo>
                    <a:pt x="47" y="1"/>
                    <a:pt x="1" y="35"/>
                    <a:pt x="1" y="89"/>
                  </a:cubicBezTo>
                  <a:lnTo>
                    <a:pt x="1" y="126"/>
                  </a:lnTo>
                  <a:lnTo>
                    <a:pt x="1" y="142"/>
                  </a:lnTo>
                  <a:lnTo>
                    <a:pt x="17" y="159"/>
                  </a:lnTo>
                  <a:cubicBezTo>
                    <a:pt x="38" y="175"/>
                    <a:pt x="54" y="192"/>
                    <a:pt x="87" y="192"/>
                  </a:cubicBezTo>
                  <a:cubicBezTo>
                    <a:pt x="97" y="198"/>
                    <a:pt x="106" y="200"/>
                    <a:pt x="114" y="200"/>
                  </a:cubicBezTo>
                  <a:cubicBezTo>
                    <a:pt x="134" y="200"/>
                    <a:pt x="151" y="187"/>
                    <a:pt x="174" y="175"/>
                  </a:cubicBezTo>
                  <a:cubicBezTo>
                    <a:pt x="191" y="159"/>
                    <a:pt x="207" y="142"/>
                    <a:pt x="207" y="109"/>
                  </a:cubicBezTo>
                  <a:cubicBezTo>
                    <a:pt x="207" y="89"/>
                    <a:pt x="207" y="72"/>
                    <a:pt x="191" y="39"/>
                  </a:cubicBezTo>
                  <a:cubicBezTo>
                    <a:pt x="174" y="23"/>
                    <a:pt x="158" y="6"/>
                    <a:pt x="120" y="6"/>
                  </a:cubicBezTo>
                  <a:cubicBezTo>
                    <a:pt x="111" y="2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0" name="Google Shape;12630;p31"/>
            <p:cNvSpPr/>
            <p:nvPr/>
          </p:nvSpPr>
          <p:spPr>
            <a:xfrm>
              <a:off x="4233125" y="3132150"/>
              <a:ext cx="5575" cy="5050"/>
            </a:xfrm>
            <a:custGeom>
              <a:avLst/>
              <a:gdLst/>
              <a:ahLst/>
              <a:cxnLst/>
              <a:rect l="l" t="t" r="r" b="b"/>
              <a:pathLst>
                <a:path w="223" h="202" extrusionOk="0">
                  <a:moveTo>
                    <a:pt x="93" y="1"/>
                  </a:moveTo>
                  <a:cubicBezTo>
                    <a:pt x="50" y="1"/>
                    <a:pt x="14" y="33"/>
                    <a:pt x="0" y="91"/>
                  </a:cubicBezTo>
                  <a:cubicBezTo>
                    <a:pt x="0" y="108"/>
                    <a:pt x="0" y="124"/>
                    <a:pt x="17" y="145"/>
                  </a:cubicBezTo>
                  <a:cubicBezTo>
                    <a:pt x="17" y="145"/>
                    <a:pt x="17" y="162"/>
                    <a:pt x="33" y="162"/>
                  </a:cubicBezTo>
                  <a:cubicBezTo>
                    <a:pt x="50" y="178"/>
                    <a:pt x="66" y="194"/>
                    <a:pt x="103" y="194"/>
                  </a:cubicBezTo>
                  <a:cubicBezTo>
                    <a:pt x="108" y="199"/>
                    <a:pt x="114" y="201"/>
                    <a:pt x="121" y="201"/>
                  </a:cubicBezTo>
                  <a:cubicBezTo>
                    <a:pt x="138" y="201"/>
                    <a:pt x="158" y="190"/>
                    <a:pt x="169" y="178"/>
                  </a:cubicBezTo>
                  <a:cubicBezTo>
                    <a:pt x="190" y="162"/>
                    <a:pt x="206" y="145"/>
                    <a:pt x="223" y="108"/>
                  </a:cubicBezTo>
                  <a:cubicBezTo>
                    <a:pt x="223" y="91"/>
                    <a:pt x="206" y="58"/>
                    <a:pt x="190" y="42"/>
                  </a:cubicBezTo>
                  <a:cubicBezTo>
                    <a:pt x="169" y="21"/>
                    <a:pt x="153" y="5"/>
                    <a:pt x="120" y="5"/>
                  </a:cubicBezTo>
                  <a:cubicBezTo>
                    <a:pt x="111" y="2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1" name="Google Shape;12631;p31"/>
            <p:cNvSpPr/>
            <p:nvPr/>
          </p:nvSpPr>
          <p:spPr>
            <a:xfrm>
              <a:off x="4236100" y="3195750"/>
              <a:ext cx="5200" cy="4975"/>
            </a:xfrm>
            <a:custGeom>
              <a:avLst/>
              <a:gdLst/>
              <a:ahLst/>
              <a:cxnLst/>
              <a:rect l="l" t="t" r="r" b="b"/>
              <a:pathLst>
                <a:path w="208" h="199" extrusionOk="0">
                  <a:moveTo>
                    <a:pt x="87" y="0"/>
                  </a:moveTo>
                  <a:cubicBezTo>
                    <a:pt x="35" y="0"/>
                    <a:pt x="1" y="33"/>
                    <a:pt x="1" y="91"/>
                  </a:cubicBezTo>
                  <a:lnTo>
                    <a:pt x="1" y="141"/>
                  </a:lnTo>
                  <a:lnTo>
                    <a:pt x="17" y="157"/>
                  </a:lnTo>
                  <a:cubicBezTo>
                    <a:pt x="34" y="178"/>
                    <a:pt x="50" y="194"/>
                    <a:pt x="87" y="194"/>
                  </a:cubicBezTo>
                  <a:cubicBezTo>
                    <a:pt x="96" y="197"/>
                    <a:pt x="104" y="199"/>
                    <a:pt x="113" y="199"/>
                  </a:cubicBezTo>
                  <a:cubicBezTo>
                    <a:pt x="154" y="199"/>
                    <a:pt x="193" y="166"/>
                    <a:pt x="207" y="108"/>
                  </a:cubicBezTo>
                  <a:cubicBezTo>
                    <a:pt x="207" y="91"/>
                    <a:pt x="207" y="54"/>
                    <a:pt x="191" y="38"/>
                  </a:cubicBezTo>
                  <a:cubicBezTo>
                    <a:pt x="174" y="21"/>
                    <a:pt x="137" y="5"/>
                    <a:pt x="120" y="5"/>
                  </a:cubicBezTo>
                  <a:cubicBezTo>
                    <a:pt x="109" y="2"/>
                    <a:pt x="97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2" name="Google Shape;12632;p31"/>
            <p:cNvSpPr/>
            <p:nvPr/>
          </p:nvSpPr>
          <p:spPr>
            <a:xfrm>
              <a:off x="4214150" y="3159675"/>
              <a:ext cx="6100" cy="5400"/>
            </a:xfrm>
            <a:custGeom>
              <a:avLst/>
              <a:gdLst/>
              <a:ahLst/>
              <a:cxnLst/>
              <a:rect l="l" t="t" r="r" b="b"/>
              <a:pathLst>
                <a:path w="244" h="216" extrusionOk="0">
                  <a:moveTo>
                    <a:pt x="115" y="0"/>
                  </a:moveTo>
                  <a:cubicBezTo>
                    <a:pt x="106" y="0"/>
                    <a:pt x="97" y="2"/>
                    <a:pt x="87" y="5"/>
                  </a:cubicBezTo>
                  <a:cubicBezTo>
                    <a:pt x="21" y="38"/>
                    <a:pt x="1" y="91"/>
                    <a:pt x="21" y="141"/>
                  </a:cubicBezTo>
                  <a:cubicBezTo>
                    <a:pt x="35" y="185"/>
                    <a:pt x="82" y="215"/>
                    <a:pt x="128" y="215"/>
                  </a:cubicBezTo>
                  <a:cubicBezTo>
                    <a:pt x="138" y="215"/>
                    <a:pt x="148" y="214"/>
                    <a:pt x="157" y="211"/>
                  </a:cubicBezTo>
                  <a:cubicBezTo>
                    <a:pt x="207" y="178"/>
                    <a:pt x="244" y="124"/>
                    <a:pt x="207" y="75"/>
                  </a:cubicBezTo>
                  <a:cubicBezTo>
                    <a:pt x="193" y="31"/>
                    <a:pt x="157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3" name="Google Shape;12633;p31"/>
            <p:cNvSpPr/>
            <p:nvPr/>
          </p:nvSpPr>
          <p:spPr>
            <a:xfrm>
              <a:off x="4203025" y="3153200"/>
              <a:ext cx="5600" cy="5275"/>
            </a:xfrm>
            <a:custGeom>
              <a:avLst/>
              <a:gdLst/>
              <a:ahLst/>
              <a:cxnLst/>
              <a:rect l="l" t="t" r="r" b="b"/>
              <a:pathLst>
                <a:path w="224" h="211" extrusionOk="0">
                  <a:moveTo>
                    <a:pt x="96" y="0"/>
                  </a:moveTo>
                  <a:cubicBezTo>
                    <a:pt x="54" y="0"/>
                    <a:pt x="14" y="35"/>
                    <a:pt x="0" y="90"/>
                  </a:cubicBezTo>
                  <a:cubicBezTo>
                    <a:pt x="0" y="107"/>
                    <a:pt x="0" y="128"/>
                    <a:pt x="17" y="144"/>
                  </a:cubicBezTo>
                  <a:cubicBezTo>
                    <a:pt x="17" y="144"/>
                    <a:pt x="17" y="161"/>
                    <a:pt x="33" y="161"/>
                  </a:cubicBezTo>
                  <a:cubicBezTo>
                    <a:pt x="33" y="177"/>
                    <a:pt x="71" y="194"/>
                    <a:pt x="104" y="210"/>
                  </a:cubicBezTo>
                  <a:cubicBezTo>
                    <a:pt x="157" y="210"/>
                    <a:pt x="207" y="177"/>
                    <a:pt x="223" y="128"/>
                  </a:cubicBezTo>
                  <a:cubicBezTo>
                    <a:pt x="223" y="90"/>
                    <a:pt x="207" y="58"/>
                    <a:pt x="190" y="41"/>
                  </a:cubicBezTo>
                  <a:cubicBezTo>
                    <a:pt x="174" y="25"/>
                    <a:pt x="157" y="4"/>
                    <a:pt x="120" y="4"/>
                  </a:cubicBezTo>
                  <a:cubicBezTo>
                    <a:pt x="112" y="1"/>
                    <a:pt x="104" y="0"/>
                    <a:pt x="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4" name="Google Shape;12634;p31"/>
            <p:cNvSpPr/>
            <p:nvPr/>
          </p:nvSpPr>
          <p:spPr>
            <a:xfrm>
              <a:off x="4197450" y="3103750"/>
              <a:ext cx="5600" cy="5100"/>
            </a:xfrm>
            <a:custGeom>
              <a:avLst/>
              <a:gdLst/>
              <a:ahLst/>
              <a:cxnLst/>
              <a:rect l="l" t="t" r="r" b="b"/>
              <a:pathLst>
                <a:path w="224" h="204" extrusionOk="0">
                  <a:moveTo>
                    <a:pt x="105" y="1"/>
                  </a:moveTo>
                  <a:cubicBezTo>
                    <a:pt x="76" y="1"/>
                    <a:pt x="47" y="14"/>
                    <a:pt x="17" y="44"/>
                  </a:cubicBezTo>
                  <a:cubicBezTo>
                    <a:pt x="1" y="61"/>
                    <a:pt x="1" y="94"/>
                    <a:pt x="1" y="110"/>
                  </a:cubicBezTo>
                  <a:cubicBezTo>
                    <a:pt x="1" y="127"/>
                    <a:pt x="1" y="127"/>
                    <a:pt x="17" y="147"/>
                  </a:cubicBezTo>
                  <a:cubicBezTo>
                    <a:pt x="17" y="164"/>
                    <a:pt x="34" y="180"/>
                    <a:pt x="34" y="180"/>
                  </a:cubicBezTo>
                  <a:cubicBezTo>
                    <a:pt x="58" y="195"/>
                    <a:pt x="84" y="203"/>
                    <a:pt x="110" y="203"/>
                  </a:cubicBezTo>
                  <a:cubicBezTo>
                    <a:pt x="141" y="203"/>
                    <a:pt x="170" y="191"/>
                    <a:pt x="190" y="164"/>
                  </a:cubicBezTo>
                  <a:cubicBezTo>
                    <a:pt x="223" y="127"/>
                    <a:pt x="223" y="61"/>
                    <a:pt x="174" y="24"/>
                  </a:cubicBezTo>
                  <a:cubicBezTo>
                    <a:pt x="150" y="9"/>
                    <a:pt x="128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5" name="Google Shape;12635;p31"/>
            <p:cNvSpPr/>
            <p:nvPr/>
          </p:nvSpPr>
          <p:spPr>
            <a:xfrm>
              <a:off x="4200450" y="3090100"/>
              <a:ext cx="5175" cy="4975"/>
            </a:xfrm>
            <a:custGeom>
              <a:avLst/>
              <a:gdLst/>
              <a:ahLst/>
              <a:cxnLst/>
              <a:rect l="l" t="t" r="r" b="b"/>
              <a:pathLst>
                <a:path w="207" h="199" extrusionOk="0">
                  <a:moveTo>
                    <a:pt x="95" y="1"/>
                  </a:moveTo>
                  <a:cubicBezTo>
                    <a:pt x="53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17" y="141"/>
                    <a:pt x="17" y="157"/>
                    <a:pt x="17" y="157"/>
                  </a:cubicBezTo>
                  <a:cubicBezTo>
                    <a:pt x="33" y="178"/>
                    <a:pt x="70" y="194"/>
                    <a:pt x="87" y="194"/>
                  </a:cubicBezTo>
                  <a:cubicBezTo>
                    <a:pt x="95" y="197"/>
                    <a:pt x="104" y="199"/>
                    <a:pt x="114" y="199"/>
                  </a:cubicBezTo>
                  <a:cubicBezTo>
                    <a:pt x="158" y="199"/>
                    <a:pt x="207" y="166"/>
                    <a:pt x="207" y="108"/>
                  </a:cubicBezTo>
                  <a:cubicBezTo>
                    <a:pt x="207" y="91"/>
                    <a:pt x="207" y="54"/>
                    <a:pt x="190" y="38"/>
                  </a:cubicBezTo>
                  <a:cubicBezTo>
                    <a:pt x="174" y="21"/>
                    <a:pt x="157" y="5"/>
                    <a:pt x="120" y="5"/>
                  </a:cubicBezTo>
                  <a:cubicBezTo>
                    <a:pt x="112" y="2"/>
                    <a:pt x="103" y="1"/>
                    <a:pt x="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6" name="Google Shape;12636;p31"/>
            <p:cNvSpPr/>
            <p:nvPr/>
          </p:nvSpPr>
          <p:spPr>
            <a:xfrm>
              <a:off x="4238275" y="3167925"/>
              <a:ext cx="5175" cy="5175"/>
            </a:xfrm>
            <a:custGeom>
              <a:avLst/>
              <a:gdLst/>
              <a:ahLst/>
              <a:cxnLst/>
              <a:rect l="l" t="t" r="r" b="b"/>
              <a:pathLst>
                <a:path w="207" h="207" extrusionOk="0">
                  <a:moveTo>
                    <a:pt x="120" y="0"/>
                  </a:moveTo>
                  <a:cubicBezTo>
                    <a:pt x="87" y="0"/>
                    <a:pt x="66" y="0"/>
                    <a:pt x="33" y="17"/>
                  </a:cubicBezTo>
                  <a:cubicBezTo>
                    <a:pt x="17" y="33"/>
                    <a:pt x="0" y="54"/>
                    <a:pt x="0" y="87"/>
                  </a:cubicBezTo>
                  <a:lnTo>
                    <a:pt x="0" y="136"/>
                  </a:lnTo>
                  <a:cubicBezTo>
                    <a:pt x="17" y="136"/>
                    <a:pt x="17" y="157"/>
                    <a:pt x="17" y="157"/>
                  </a:cubicBezTo>
                  <a:cubicBezTo>
                    <a:pt x="33" y="190"/>
                    <a:pt x="66" y="190"/>
                    <a:pt x="87" y="207"/>
                  </a:cubicBezTo>
                  <a:cubicBezTo>
                    <a:pt x="137" y="207"/>
                    <a:pt x="207" y="174"/>
                    <a:pt x="207" y="120"/>
                  </a:cubicBezTo>
                  <a:cubicBezTo>
                    <a:pt x="207" y="87"/>
                    <a:pt x="207" y="54"/>
                    <a:pt x="190" y="33"/>
                  </a:cubicBezTo>
                  <a:cubicBezTo>
                    <a:pt x="170" y="17"/>
                    <a:pt x="15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7" name="Google Shape;12637;p31"/>
            <p:cNvSpPr/>
            <p:nvPr/>
          </p:nvSpPr>
          <p:spPr>
            <a:xfrm>
              <a:off x="4204375" y="3139425"/>
              <a:ext cx="6000" cy="5075"/>
            </a:xfrm>
            <a:custGeom>
              <a:avLst/>
              <a:gdLst/>
              <a:ahLst/>
              <a:cxnLst/>
              <a:rect l="l" t="t" r="r" b="b"/>
              <a:pathLst>
                <a:path w="240" h="203" extrusionOk="0">
                  <a:moveTo>
                    <a:pt x="121" y="0"/>
                  </a:moveTo>
                  <a:cubicBezTo>
                    <a:pt x="109" y="0"/>
                    <a:pt x="96" y="3"/>
                    <a:pt x="83" y="7"/>
                  </a:cubicBezTo>
                  <a:cubicBezTo>
                    <a:pt x="33" y="23"/>
                    <a:pt x="0" y="77"/>
                    <a:pt x="17" y="143"/>
                  </a:cubicBezTo>
                  <a:cubicBezTo>
                    <a:pt x="29" y="183"/>
                    <a:pt x="72" y="202"/>
                    <a:pt x="113" y="202"/>
                  </a:cubicBezTo>
                  <a:cubicBezTo>
                    <a:pt x="127" y="202"/>
                    <a:pt x="140" y="200"/>
                    <a:pt x="153" y="196"/>
                  </a:cubicBezTo>
                  <a:cubicBezTo>
                    <a:pt x="206" y="180"/>
                    <a:pt x="239" y="110"/>
                    <a:pt x="223" y="60"/>
                  </a:cubicBezTo>
                  <a:cubicBezTo>
                    <a:pt x="195" y="20"/>
                    <a:pt x="160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8" name="Google Shape;12638;p31"/>
            <p:cNvSpPr/>
            <p:nvPr/>
          </p:nvSpPr>
          <p:spPr>
            <a:xfrm>
              <a:off x="4209000" y="3190600"/>
              <a:ext cx="5700" cy="5275"/>
            </a:xfrm>
            <a:custGeom>
              <a:avLst/>
              <a:gdLst/>
              <a:ahLst/>
              <a:cxnLst/>
              <a:rect l="l" t="t" r="r" b="b"/>
              <a:pathLst>
                <a:path w="228" h="211" extrusionOk="0">
                  <a:moveTo>
                    <a:pt x="116" y="0"/>
                  </a:moveTo>
                  <a:cubicBezTo>
                    <a:pt x="106" y="0"/>
                    <a:pt x="97" y="2"/>
                    <a:pt x="87" y="5"/>
                  </a:cubicBezTo>
                  <a:cubicBezTo>
                    <a:pt x="38" y="38"/>
                    <a:pt x="1" y="91"/>
                    <a:pt x="38" y="141"/>
                  </a:cubicBezTo>
                  <a:cubicBezTo>
                    <a:pt x="38" y="157"/>
                    <a:pt x="54" y="178"/>
                    <a:pt x="54" y="178"/>
                  </a:cubicBezTo>
                  <a:cubicBezTo>
                    <a:pt x="87" y="211"/>
                    <a:pt x="124" y="211"/>
                    <a:pt x="174" y="211"/>
                  </a:cubicBezTo>
                  <a:cubicBezTo>
                    <a:pt x="207" y="194"/>
                    <a:pt x="227" y="157"/>
                    <a:pt x="227" y="108"/>
                  </a:cubicBezTo>
                  <a:lnTo>
                    <a:pt x="227" y="75"/>
                  </a:lnTo>
                  <a:cubicBezTo>
                    <a:pt x="210" y="30"/>
                    <a:pt x="16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9" name="Google Shape;12639;p31"/>
            <p:cNvSpPr/>
            <p:nvPr/>
          </p:nvSpPr>
          <p:spPr>
            <a:xfrm>
              <a:off x="4213325" y="3178650"/>
              <a:ext cx="5175" cy="5250"/>
            </a:xfrm>
            <a:custGeom>
              <a:avLst/>
              <a:gdLst/>
              <a:ahLst/>
              <a:cxnLst/>
              <a:rect l="l" t="t" r="r" b="b"/>
              <a:pathLst>
                <a:path w="207" h="210" extrusionOk="0">
                  <a:moveTo>
                    <a:pt x="120" y="0"/>
                  </a:moveTo>
                  <a:cubicBezTo>
                    <a:pt x="71" y="0"/>
                    <a:pt x="1" y="37"/>
                    <a:pt x="1" y="87"/>
                  </a:cubicBezTo>
                  <a:lnTo>
                    <a:pt x="1" y="140"/>
                  </a:lnTo>
                  <a:cubicBezTo>
                    <a:pt x="1" y="157"/>
                    <a:pt x="17" y="157"/>
                    <a:pt x="17" y="173"/>
                  </a:cubicBezTo>
                  <a:cubicBezTo>
                    <a:pt x="34" y="190"/>
                    <a:pt x="54" y="206"/>
                    <a:pt x="87" y="206"/>
                  </a:cubicBezTo>
                  <a:cubicBezTo>
                    <a:pt x="94" y="208"/>
                    <a:pt x="101" y="210"/>
                    <a:pt x="107" y="210"/>
                  </a:cubicBezTo>
                  <a:cubicBezTo>
                    <a:pt x="150" y="210"/>
                    <a:pt x="193" y="166"/>
                    <a:pt x="207" y="120"/>
                  </a:cubicBezTo>
                  <a:cubicBezTo>
                    <a:pt x="207" y="87"/>
                    <a:pt x="207" y="70"/>
                    <a:pt x="190" y="54"/>
                  </a:cubicBezTo>
                  <a:cubicBezTo>
                    <a:pt x="174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0" name="Google Shape;12640;p31"/>
            <p:cNvSpPr/>
            <p:nvPr/>
          </p:nvSpPr>
          <p:spPr>
            <a:xfrm>
              <a:off x="4203425" y="3167400"/>
              <a:ext cx="6125" cy="5400"/>
            </a:xfrm>
            <a:custGeom>
              <a:avLst/>
              <a:gdLst/>
              <a:ahLst/>
              <a:cxnLst/>
              <a:rect l="l" t="t" r="r" b="b"/>
              <a:pathLst>
                <a:path w="245" h="216" extrusionOk="0">
                  <a:moveTo>
                    <a:pt x="115" y="1"/>
                  </a:moveTo>
                  <a:cubicBezTo>
                    <a:pt x="106" y="1"/>
                    <a:pt x="97" y="2"/>
                    <a:pt x="88" y="5"/>
                  </a:cubicBezTo>
                  <a:cubicBezTo>
                    <a:pt x="38" y="38"/>
                    <a:pt x="1" y="91"/>
                    <a:pt x="17" y="141"/>
                  </a:cubicBezTo>
                  <a:cubicBezTo>
                    <a:pt x="48" y="185"/>
                    <a:pt x="87" y="215"/>
                    <a:pt x="130" y="215"/>
                  </a:cubicBezTo>
                  <a:cubicBezTo>
                    <a:pt x="139" y="215"/>
                    <a:pt x="148" y="214"/>
                    <a:pt x="158" y="211"/>
                  </a:cubicBezTo>
                  <a:cubicBezTo>
                    <a:pt x="207" y="178"/>
                    <a:pt x="244" y="124"/>
                    <a:pt x="224" y="75"/>
                  </a:cubicBezTo>
                  <a:cubicBezTo>
                    <a:pt x="196" y="31"/>
                    <a:pt x="158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1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2" name="Google Shape;12642;p32"/>
          <p:cNvSpPr/>
          <p:nvPr/>
        </p:nvSpPr>
        <p:spPr>
          <a:xfrm>
            <a:off x="-1861550" y="4232062"/>
            <a:ext cx="3544899" cy="2900477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3" name="Google Shape;12643;p32"/>
          <p:cNvSpPr/>
          <p:nvPr/>
        </p:nvSpPr>
        <p:spPr>
          <a:xfrm rot="10800000">
            <a:off x="7414322" y="-446052"/>
            <a:ext cx="2703633" cy="1416321"/>
          </a:xfrm>
          <a:custGeom>
            <a:avLst/>
            <a:gdLst/>
            <a:ahLst/>
            <a:cxnLst/>
            <a:rect l="l" t="t" r="r" b="b"/>
            <a:pathLst>
              <a:path w="6391" h="3348" extrusionOk="0">
                <a:moveTo>
                  <a:pt x="4246" y="1"/>
                </a:moveTo>
                <a:cubicBezTo>
                  <a:pt x="3652" y="1"/>
                  <a:pt x="3094" y="381"/>
                  <a:pt x="2523" y="581"/>
                </a:cubicBezTo>
                <a:cubicBezTo>
                  <a:pt x="2085" y="748"/>
                  <a:pt x="1627" y="811"/>
                  <a:pt x="1165" y="811"/>
                </a:cubicBezTo>
                <a:cubicBezTo>
                  <a:pt x="776" y="811"/>
                  <a:pt x="385" y="767"/>
                  <a:pt x="0" y="704"/>
                </a:cubicBezTo>
                <a:lnTo>
                  <a:pt x="0" y="3347"/>
                </a:lnTo>
                <a:lnTo>
                  <a:pt x="6391" y="3347"/>
                </a:lnTo>
                <a:cubicBezTo>
                  <a:pt x="6288" y="2696"/>
                  <a:pt x="6098" y="2044"/>
                  <a:pt x="5822" y="1426"/>
                </a:cubicBezTo>
                <a:cubicBezTo>
                  <a:pt x="5566" y="787"/>
                  <a:pt x="5117" y="135"/>
                  <a:pt x="4449" y="16"/>
                </a:cubicBezTo>
                <a:cubicBezTo>
                  <a:pt x="4381" y="5"/>
                  <a:pt x="4313" y="1"/>
                  <a:pt x="424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4" name="Google Shape;12644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645" name="Google Shape;12645;p32"/>
          <p:cNvGrpSpPr/>
          <p:nvPr/>
        </p:nvGrpSpPr>
        <p:grpSpPr>
          <a:xfrm flipH="1">
            <a:off x="7478411" y="4134886"/>
            <a:ext cx="1777950" cy="1118873"/>
            <a:chOff x="4560800" y="2780575"/>
            <a:chExt cx="421775" cy="265425"/>
          </a:xfrm>
        </p:grpSpPr>
        <p:sp>
          <p:nvSpPr>
            <p:cNvPr id="12646" name="Google Shape;12646;p32"/>
            <p:cNvSpPr/>
            <p:nvPr/>
          </p:nvSpPr>
          <p:spPr>
            <a:xfrm>
              <a:off x="4696950" y="2817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7" y="0"/>
                  </a:moveTo>
                  <a:cubicBezTo>
                    <a:pt x="87" y="0"/>
                    <a:pt x="45" y="32"/>
                    <a:pt x="33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3" y="256"/>
                    <a:pt x="120" y="273"/>
                    <a:pt x="136" y="273"/>
                  </a:cubicBezTo>
                  <a:cubicBezTo>
                    <a:pt x="169" y="256"/>
                    <a:pt x="223" y="236"/>
                    <a:pt x="240" y="186"/>
                  </a:cubicBezTo>
                  <a:cubicBezTo>
                    <a:pt x="240" y="133"/>
                    <a:pt x="240" y="83"/>
                    <a:pt x="207" y="50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7" name="Google Shape;12647;p32"/>
            <p:cNvSpPr/>
            <p:nvPr/>
          </p:nvSpPr>
          <p:spPr>
            <a:xfrm>
              <a:off x="4693950" y="2831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3" y="1"/>
                  </a:moveTo>
                  <a:cubicBezTo>
                    <a:pt x="79" y="1"/>
                    <a:pt x="31" y="33"/>
                    <a:pt x="17" y="72"/>
                  </a:cubicBezTo>
                  <a:cubicBezTo>
                    <a:pt x="17" y="110"/>
                    <a:pt x="1" y="126"/>
                    <a:pt x="17" y="143"/>
                  </a:cubicBezTo>
                  <a:cubicBezTo>
                    <a:pt x="17" y="192"/>
                    <a:pt x="34" y="229"/>
                    <a:pt x="83" y="246"/>
                  </a:cubicBezTo>
                  <a:cubicBezTo>
                    <a:pt x="99" y="252"/>
                    <a:pt x="113" y="256"/>
                    <a:pt x="128" y="256"/>
                  </a:cubicBezTo>
                  <a:cubicBezTo>
                    <a:pt x="148" y="256"/>
                    <a:pt x="167" y="248"/>
                    <a:pt x="186" y="229"/>
                  </a:cubicBezTo>
                  <a:cubicBezTo>
                    <a:pt x="207" y="213"/>
                    <a:pt x="223" y="192"/>
                    <a:pt x="223" y="176"/>
                  </a:cubicBezTo>
                  <a:cubicBezTo>
                    <a:pt x="240" y="110"/>
                    <a:pt x="223" y="39"/>
                    <a:pt x="153" y="6"/>
                  </a:cubicBezTo>
                  <a:cubicBezTo>
                    <a:pt x="144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8" name="Google Shape;12648;p32"/>
            <p:cNvSpPr/>
            <p:nvPr/>
          </p:nvSpPr>
          <p:spPr>
            <a:xfrm>
              <a:off x="4704675" y="28762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3" y="1"/>
                  </a:moveTo>
                  <a:cubicBezTo>
                    <a:pt x="98" y="1"/>
                    <a:pt x="47" y="33"/>
                    <a:pt x="34" y="91"/>
                  </a:cubicBezTo>
                  <a:cubicBezTo>
                    <a:pt x="1" y="141"/>
                    <a:pt x="34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61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9" name="Google Shape;12649;p32"/>
            <p:cNvSpPr/>
            <p:nvPr/>
          </p:nvSpPr>
          <p:spPr>
            <a:xfrm>
              <a:off x="4701700" y="28466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0"/>
                  </a:moveTo>
                  <a:cubicBezTo>
                    <a:pt x="103" y="0"/>
                    <a:pt x="66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4"/>
                    <a:pt x="66" y="260"/>
                    <a:pt x="103" y="260"/>
                  </a:cubicBezTo>
                  <a:cubicBezTo>
                    <a:pt x="136" y="260"/>
                    <a:pt x="153" y="260"/>
                    <a:pt x="186" y="227"/>
                  </a:cubicBezTo>
                  <a:cubicBezTo>
                    <a:pt x="206" y="206"/>
                    <a:pt x="223" y="173"/>
                    <a:pt x="223" y="14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86" y="37"/>
                    <a:pt x="169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0" name="Google Shape;12650;p32"/>
            <p:cNvSpPr/>
            <p:nvPr/>
          </p:nvSpPr>
          <p:spPr>
            <a:xfrm>
              <a:off x="4713650" y="2814475"/>
              <a:ext cx="5575" cy="6650"/>
            </a:xfrm>
            <a:custGeom>
              <a:avLst/>
              <a:gdLst/>
              <a:ahLst/>
              <a:cxnLst/>
              <a:rect l="l" t="t" r="r" b="b"/>
              <a:pathLst>
                <a:path w="223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7" y="224"/>
                    <a:pt x="54" y="240"/>
                  </a:cubicBezTo>
                  <a:cubicBezTo>
                    <a:pt x="77" y="252"/>
                    <a:pt x="92" y="265"/>
                    <a:pt x="112" y="265"/>
                  </a:cubicBezTo>
                  <a:cubicBezTo>
                    <a:pt x="120" y="265"/>
                    <a:pt x="129" y="263"/>
                    <a:pt x="140" y="257"/>
                  </a:cubicBezTo>
                  <a:cubicBezTo>
                    <a:pt x="190" y="257"/>
                    <a:pt x="223" y="224"/>
                    <a:pt x="223" y="174"/>
                  </a:cubicBezTo>
                  <a:cubicBezTo>
                    <a:pt x="206" y="121"/>
                    <a:pt x="173" y="71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1" name="Google Shape;12651;p32"/>
            <p:cNvSpPr/>
            <p:nvPr/>
          </p:nvSpPr>
          <p:spPr>
            <a:xfrm>
              <a:off x="4702925" y="28001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1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20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7" y="4"/>
                  </a:cubicBezTo>
                  <a:cubicBezTo>
                    <a:pt x="149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2" name="Google Shape;12652;p32"/>
            <p:cNvSpPr/>
            <p:nvPr/>
          </p:nvSpPr>
          <p:spPr>
            <a:xfrm>
              <a:off x="4712400" y="2890975"/>
              <a:ext cx="3025" cy="5575"/>
            </a:xfrm>
            <a:custGeom>
              <a:avLst/>
              <a:gdLst/>
              <a:ahLst/>
              <a:cxnLst/>
              <a:rect l="l" t="t" r="r" b="b"/>
              <a:pathLst>
                <a:path w="121" h="223" extrusionOk="0">
                  <a:moveTo>
                    <a:pt x="104" y="0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06"/>
                    <a:pt x="34" y="223"/>
                  </a:cubicBezTo>
                  <a:cubicBezTo>
                    <a:pt x="67" y="153"/>
                    <a:pt x="104" y="83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3" name="Google Shape;12653;p32"/>
            <p:cNvSpPr/>
            <p:nvPr/>
          </p:nvSpPr>
          <p:spPr>
            <a:xfrm>
              <a:off x="4686650" y="2848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6" y="1"/>
                  </a:moveTo>
                  <a:cubicBezTo>
                    <a:pt x="85" y="1"/>
                    <a:pt x="41" y="32"/>
                    <a:pt x="17" y="83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69" y="257"/>
                    <a:pt x="223" y="220"/>
                    <a:pt x="223" y="170"/>
                  </a:cubicBezTo>
                  <a:cubicBezTo>
                    <a:pt x="239" y="137"/>
                    <a:pt x="239" y="83"/>
                    <a:pt x="206" y="50"/>
                  </a:cubicBezTo>
                  <a:cubicBezTo>
                    <a:pt x="206" y="34"/>
                    <a:pt x="190" y="13"/>
                    <a:pt x="169" y="13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4" name="Google Shape;12654;p32"/>
            <p:cNvSpPr/>
            <p:nvPr/>
          </p:nvSpPr>
          <p:spPr>
            <a:xfrm>
              <a:off x="4690875" y="2804175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21" y="174"/>
                    <a:pt x="37" y="207"/>
                    <a:pt x="54" y="223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57" y="240"/>
                    <a:pt x="190" y="223"/>
                    <a:pt x="206" y="207"/>
                  </a:cubicBezTo>
                  <a:cubicBezTo>
                    <a:pt x="227" y="174"/>
                    <a:pt x="227" y="137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5" name="Google Shape;12655;p32"/>
            <p:cNvSpPr/>
            <p:nvPr/>
          </p:nvSpPr>
          <p:spPr>
            <a:xfrm>
              <a:off x="4669850" y="28994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5" y="0"/>
                  </a:moveTo>
                  <a:cubicBezTo>
                    <a:pt x="99" y="0"/>
                    <a:pt x="51" y="33"/>
                    <a:pt x="37" y="91"/>
                  </a:cubicBezTo>
                  <a:cubicBezTo>
                    <a:pt x="0" y="157"/>
                    <a:pt x="37" y="227"/>
                    <a:pt x="87" y="243"/>
                  </a:cubicBezTo>
                  <a:cubicBezTo>
                    <a:pt x="103" y="260"/>
                    <a:pt x="120" y="260"/>
                    <a:pt x="140" y="260"/>
                  </a:cubicBezTo>
                  <a:cubicBezTo>
                    <a:pt x="190" y="260"/>
                    <a:pt x="223" y="227"/>
                    <a:pt x="243" y="178"/>
                  </a:cubicBezTo>
                  <a:cubicBezTo>
                    <a:pt x="260" y="124"/>
                    <a:pt x="243" y="74"/>
                    <a:pt x="206" y="37"/>
                  </a:cubicBezTo>
                  <a:lnTo>
                    <a:pt x="173" y="4"/>
                  </a:lnTo>
                  <a:cubicBezTo>
                    <a:pt x="164" y="2"/>
                    <a:pt x="155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6" name="Google Shape;12656;p32"/>
            <p:cNvSpPr/>
            <p:nvPr/>
          </p:nvSpPr>
          <p:spPr>
            <a:xfrm>
              <a:off x="4681075" y="2913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3" y="10"/>
                    <a:pt x="0" y="76"/>
                    <a:pt x="17" y="146"/>
                  </a:cubicBezTo>
                  <a:cubicBezTo>
                    <a:pt x="17" y="179"/>
                    <a:pt x="33" y="216"/>
                    <a:pt x="50" y="232"/>
                  </a:cubicBezTo>
                  <a:cubicBezTo>
                    <a:pt x="66" y="249"/>
                    <a:pt x="104" y="265"/>
                    <a:pt x="137" y="265"/>
                  </a:cubicBezTo>
                  <a:cubicBezTo>
                    <a:pt x="186" y="249"/>
                    <a:pt x="240" y="179"/>
                    <a:pt x="223" y="113"/>
                  </a:cubicBezTo>
                  <a:cubicBezTo>
                    <a:pt x="223" y="59"/>
                    <a:pt x="186" y="26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7" name="Google Shape;12657;p32"/>
            <p:cNvSpPr/>
            <p:nvPr/>
          </p:nvSpPr>
          <p:spPr>
            <a:xfrm>
              <a:off x="4681475" y="29429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67" y="17"/>
                    <a:pt x="50" y="17"/>
                    <a:pt x="34" y="33"/>
                  </a:cubicBezTo>
                  <a:cubicBezTo>
                    <a:pt x="17" y="66"/>
                    <a:pt x="1" y="120"/>
                    <a:pt x="1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91" y="256"/>
                    <a:pt x="224" y="190"/>
                    <a:pt x="224" y="120"/>
                  </a:cubicBezTo>
                  <a:cubicBezTo>
                    <a:pt x="224" y="66"/>
                    <a:pt x="191" y="33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8" name="Google Shape;12658;p32"/>
            <p:cNvSpPr/>
            <p:nvPr/>
          </p:nvSpPr>
          <p:spPr>
            <a:xfrm>
              <a:off x="4666850" y="2867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"/>
                    <a:pt x="54" y="38"/>
                  </a:cubicBezTo>
                  <a:cubicBezTo>
                    <a:pt x="1" y="71"/>
                    <a:pt x="1" y="158"/>
                    <a:pt x="33" y="207"/>
                  </a:cubicBezTo>
                  <a:cubicBezTo>
                    <a:pt x="54" y="245"/>
                    <a:pt x="82" y="263"/>
                    <a:pt x="113" y="263"/>
                  </a:cubicBezTo>
                  <a:cubicBezTo>
                    <a:pt x="139" y="263"/>
                    <a:pt x="166" y="250"/>
                    <a:pt x="190" y="228"/>
                  </a:cubicBezTo>
                  <a:cubicBezTo>
                    <a:pt x="240" y="191"/>
                    <a:pt x="240" y="104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cubicBezTo>
                    <a:pt x="157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9" name="Google Shape;12659;p32"/>
            <p:cNvSpPr/>
            <p:nvPr/>
          </p:nvSpPr>
          <p:spPr>
            <a:xfrm>
              <a:off x="4664275" y="29170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7" y="0"/>
                  </a:moveTo>
                  <a:cubicBezTo>
                    <a:pt x="81" y="0"/>
                    <a:pt x="45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4" y="262"/>
                    <a:pt x="120" y="262"/>
                    <a:pt x="136" y="262"/>
                  </a:cubicBezTo>
                  <a:cubicBezTo>
                    <a:pt x="174" y="245"/>
                    <a:pt x="207" y="229"/>
                    <a:pt x="223" y="175"/>
                  </a:cubicBezTo>
                  <a:cubicBezTo>
                    <a:pt x="240" y="126"/>
                    <a:pt x="240" y="72"/>
                    <a:pt x="207" y="39"/>
                  </a:cubicBezTo>
                  <a:cubicBezTo>
                    <a:pt x="190" y="23"/>
                    <a:pt x="190" y="6"/>
                    <a:pt x="174" y="6"/>
                  </a:cubicBezTo>
                  <a:cubicBezTo>
                    <a:pt x="157" y="2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0" name="Google Shape;12660;p32"/>
            <p:cNvSpPr/>
            <p:nvPr/>
          </p:nvSpPr>
          <p:spPr>
            <a:xfrm>
              <a:off x="4675925" y="29296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66"/>
                    <a:pt x="0" y="103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6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1" name="Google Shape;12661;p32"/>
            <p:cNvSpPr/>
            <p:nvPr/>
          </p:nvSpPr>
          <p:spPr>
            <a:xfrm>
              <a:off x="4662525" y="288447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70" y="0"/>
                    <a:pt x="37" y="17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07"/>
                    <a:pt x="54" y="240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0"/>
                    <a:pt x="227" y="174"/>
                    <a:pt x="227" y="103"/>
                  </a:cubicBezTo>
                  <a:cubicBezTo>
                    <a:pt x="227" y="70"/>
                    <a:pt x="206" y="54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2" name="Google Shape;12662;p32"/>
            <p:cNvSpPr/>
            <p:nvPr/>
          </p:nvSpPr>
          <p:spPr>
            <a:xfrm>
              <a:off x="4684475" y="28989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2" y="0"/>
                  </a:moveTo>
                  <a:cubicBezTo>
                    <a:pt x="84" y="0"/>
                    <a:pt x="60" y="12"/>
                    <a:pt x="34" y="23"/>
                  </a:cubicBezTo>
                  <a:cubicBezTo>
                    <a:pt x="17" y="40"/>
                    <a:pt x="1" y="73"/>
                    <a:pt x="1" y="110"/>
                  </a:cubicBezTo>
                  <a:cubicBezTo>
                    <a:pt x="1" y="143"/>
                    <a:pt x="1" y="176"/>
                    <a:pt x="17" y="213"/>
                  </a:cubicBezTo>
                  <a:cubicBezTo>
                    <a:pt x="50" y="229"/>
                    <a:pt x="71" y="246"/>
                    <a:pt x="104" y="262"/>
                  </a:cubicBezTo>
                  <a:cubicBezTo>
                    <a:pt x="137" y="262"/>
                    <a:pt x="153" y="246"/>
                    <a:pt x="190" y="229"/>
                  </a:cubicBezTo>
                  <a:cubicBezTo>
                    <a:pt x="223" y="176"/>
                    <a:pt x="240" y="110"/>
                    <a:pt x="207" y="40"/>
                  </a:cubicBezTo>
                  <a:cubicBezTo>
                    <a:pt x="190" y="23"/>
                    <a:pt x="174" y="7"/>
                    <a:pt x="153" y="7"/>
                  </a:cubicBezTo>
                  <a:lnTo>
                    <a:pt x="120" y="7"/>
                  </a:lnTo>
                  <a:cubicBezTo>
                    <a:pt x="115" y="2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3" name="Google Shape;12663;p32"/>
            <p:cNvSpPr/>
            <p:nvPr/>
          </p:nvSpPr>
          <p:spPr>
            <a:xfrm>
              <a:off x="4881550" y="2984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50"/>
                  </a:cubicBezTo>
                  <a:cubicBezTo>
                    <a:pt x="21" y="87"/>
                    <a:pt x="1" y="120"/>
                    <a:pt x="21" y="153"/>
                  </a:cubicBezTo>
                  <a:cubicBezTo>
                    <a:pt x="21" y="19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4" name="Google Shape;12664;p32"/>
            <p:cNvSpPr/>
            <p:nvPr/>
          </p:nvSpPr>
          <p:spPr>
            <a:xfrm>
              <a:off x="4673350" y="2806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4"/>
                    <a:pt x="223" y="104"/>
                  </a:cubicBezTo>
                  <a:cubicBezTo>
                    <a:pt x="223" y="71"/>
                    <a:pt x="20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5" name="Google Shape;12665;p32"/>
            <p:cNvSpPr/>
            <p:nvPr/>
          </p:nvSpPr>
          <p:spPr>
            <a:xfrm>
              <a:off x="4641500" y="29528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6" name="Google Shape;12666;p32"/>
            <p:cNvSpPr/>
            <p:nvPr/>
          </p:nvSpPr>
          <p:spPr>
            <a:xfrm>
              <a:off x="4628600" y="3029975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6" y="0"/>
                  </a:moveTo>
                  <a:cubicBezTo>
                    <a:pt x="80" y="0"/>
                    <a:pt x="31" y="35"/>
                    <a:pt x="1" y="89"/>
                  </a:cubicBezTo>
                  <a:lnTo>
                    <a:pt x="1" y="142"/>
                  </a:lnTo>
                  <a:cubicBezTo>
                    <a:pt x="1" y="192"/>
                    <a:pt x="38" y="229"/>
                    <a:pt x="71" y="262"/>
                  </a:cubicBezTo>
                  <a:cubicBezTo>
                    <a:pt x="84" y="266"/>
                    <a:pt x="97" y="268"/>
                    <a:pt x="108" y="268"/>
                  </a:cubicBezTo>
                  <a:cubicBezTo>
                    <a:pt x="140" y="268"/>
                    <a:pt x="166" y="253"/>
                    <a:pt x="191" y="229"/>
                  </a:cubicBezTo>
                  <a:cubicBezTo>
                    <a:pt x="207" y="212"/>
                    <a:pt x="207" y="192"/>
                    <a:pt x="224" y="175"/>
                  </a:cubicBezTo>
                  <a:cubicBezTo>
                    <a:pt x="244" y="109"/>
                    <a:pt x="207" y="39"/>
                    <a:pt x="158" y="6"/>
                  </a:cubicBezTo>
                  <a:cubicBezTo>
                    <a:pt x="148" y="2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7" name="Google Shape;12667;p32"/>
            <p:cNvSpPr/>
            <p:nvPr/>
          </p:nvSpPr>
          <p:spPr>
            <a:xfrm>
              <a:off x="4881150" y="29418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5" y="0"/>
                  </a:moveTo>
                  <a:cubicBezTo>
                    <a:pt x="75" y="0"/>
                    <a:pt x="32" y="22"/>
                    <a:pt x="17" y="76"/>
                  </a:cubicBezTo>
                  <a:cubicBezTo>
                    <a:pt x="0" y="146"/>
                    <a:pt x="37" y="233"/>
                    <a:pt x="87" y="249"/>
                  </a:cubicBezTo>
                  <a:cubicBezTo>
                    <a:pt x="101" y="258"/>
                    <a:pt x="116" y="262"/>
                    <a:pt x="131" y="262"/>
                  </a:cubicBezTo>
                  <a:cubicBezTo>
                    <a:pt x="172" y="262"/>
                    <a:pt x="211" y="231"/>
                    <a:pt x="223" y="179"/>
                  </a:cubicBezTo>
                  <a:cubicBezTo>
                    <a:pt x="243" y="109"/>
                    <a:pt x="223" y="43"/>
                    <a:pt x="173" y="6"/>
                  </a:cubicBezTo>
                  <a:cubicBezTo>
                    <a:pt x="157" y="2"/>
                    <a:pt x="141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8" name="Google Shape;12668;p32"/>
            <p:cNvSpPr/>
            <p:nvPr/>
          </p:nvSpPr>
          <p:spPr>
            <a:xfrm>
              <a:off x="4631600" y="30162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0" y="145"/>
                    <a:pt x="21" y="227"/>
                    <a:pt x="87" y="248"/>
                  </a:cubicBezTo>
                  <a:cubicBezTo>
                    <a:pt x="104" y="264"/>
                    <a:pt x="124" y="264"/>
                    <a:pt x="141" y="264"/>
                  </a:cubicBezTo>
                  <a:cubicBezTo>
                    <a:pt x="174" y="264"/>
                    <a:pt x="207" y="227"/>
                    <a:pt x="227" y="178"/>
                  </a:cubicBezTo>
                  <a:cubicBezTo>
                    <a:pt x="244" y="124"/>
                    <a:pt x="227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9" name="Google Shape;12669;p32"/>
            <p:cNvSpPr/>
            <p:nvPr/>
          </p:nvSpPr>
          <p:spPr>
            <a:xfrm>
              <a:off x="4634175" y="29665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0" name="Google Shape;12670;p32"/>
            <p:cNvSpPr/>
            <p:nvPr/>
          </p:nvSpPr>
          <p:spPr>
            <a:xfrm>
              <a:off x="4637275" y="29985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1"/>
                  </a:moveTo>
                  <a:cubicBezTo>
                    <a:pt x="87" y="1"/>
                    <a:pt x="44" y="36"/>
                    <a:pt x="17" y="91"/>
                  </a:cubicBezTo>
                  <a:cubicBezTo>
                    <a:pt x="0" y="161"/>
                    <a:pt x="33" y="231"/>
                    <a:pt x="83" y="264"/>
                  </a:cubicBezTo>
                  <a:lnTo>
                    <a:pt x="136" y="264"/>
                  </a:lnTo>
                  <a:cubicBezTo>
                    <a:pt x="169" y="264"/>
                    <a:pt x="223" y="231"/>
                    <a:pt x="223" y="178"/>
                  </a:cubicBezTo>
                  <a:cubicBezTo>
                    <a:pt x="239" y="145"/>
                    <a:pt x="239" y="91"/>
                    <a:pt x="206" y="58"/>
                  </a:cubicBezTo>
                  <a:cubicBezTo>
                    <a:pt x="206" y="42"/>
                    <a:pt x="186" y="25"/>
                    <a:pt x="169" y="5"/>
                  </a:cubicBezTo>
                  <a:cubicBezTo>
                    <a:pt x="159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1" name="Google Shape;12671;p32"/>
            <p:cNvSpPr/>
            <p:nvPr/>
          </p:nvSpPr>
          <p:spPr>
            <a:xfrm>
              <a:off x="4696950" y="286137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0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0" y="265"/>
                    <a:pt x="115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56" y="116"/>
                    <a:pt x="223" y="50"/>
                    <a:pt x="169" y="13"/>
                  </a:cubicBezTo>
                  <a:cubicBezTo>
                    <a:pt x="152" y="4"/>
                    <a:pt x="135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2" name="Google Shape;12672;p32"/>
            <p:cNvSpPr/>
            <p:nvPr/>
          </p:nvSpPr>
          <p:spPr>
            <a:xfrm>
              <a:off x="4690450" y="29265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41" y="1"/>
                  </a:moveTo>
                  <a:cubicBezTo>
                    <a:pt x="104" y="1"/>
                    <a:pt x="71" y="21"/>
                    <a:pt x="54" y="38"/>
                  </a:cubicBezTo>
                  <a:cubicBezTo>
                    <a:pt x="1" y="87"/>
                    <a:pt x="1" y="157"/>
                    <a:pt x="38" y="227"/>
                  </a:cubicBezTo>
                  <a:cubicBezTo>
                    <a:pt x="54" y="244"/>
                    <a:pt x="87" y="260"/>
                    <a:pt x="104" y="260"/>
                  </a:cubicBezTo>
                  <a:cubicBezTo>
                    <a:pt x="115" y="265"/>
                    <a:pt x="125" y="267"/>
                    <a:pt x="135" y="267"/>
                  </a:cubicBezTo>
                  <a:cubicBezTo>
                    <a:pt x="159" y="267"/>
                    <a:pt x="179" y="255"/>
                    <a:pt x="190" y="244"/>
                  </a:cubicBezTo>
                  <a:cubicBezTo>
                    <a:pt x="207" y="227"/>
                    <a:pt x="223" y="190"/>
                    <a:pt x="223" y="157"/>
                  </a:cubicBezTo>
                  <a:cubicBezTo>
                    <a:pt x="244" y="124"/>
                    <a:pt x="223" y="87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lnTo>
                    <a:pt x="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3" name="Google Shape;12673;p32"/>
            <p:cNvSpPr/>
            <p:nvPr/>
          </p:nvSpPr>
          <p:spPr>
            <a:xfrm>
              <a:off x="4714050" y="284365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87" y="1"/>
                    <a:pt x="54" y="17"/>
                    <a:pt x="54" y="38"/>
                  </a:cubicBezTo>
                  <a:cubicBezTo>
                    <a:pt x="21" y="71"/>
                    <a:pt x="1" y="104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8" y="256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8" y="120"/>
                  </a:cubicBezTo>
                  <a:cubicBezTo>
                    <a:pt x="228" y="71"/>
                    <a:pt x="190" y="38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4" name="Google Shape;12674;p32"/>
            <p:cNvSpPr/>
            <p:nvPr/>
          </p:nvSpPr>
          <p:spPr>
            <a:xfrm>
              <a:off x="4712400" y="2860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5" y="257"/>
                  </a:cubicBezTo>
                  <a:cubicBezTo>
                    <a:pt x="160" y="257"/>
                    <a:pt x="210" y="227"/>
                    <a:pt x="223" y="186"/>
                  </a:cubicBezTo>
                  <a:cubicBezTo>
                    <a:pt x="240" y="116"/>
                    <a:pt x="223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5" name="Google Shape;12675;p32"/>
            <p:cNvSpPr/>
            <p:nvPr/>
          </p:nvSpPr>
          <p:spPr>
            <a:xfrm>
              <a:off x="4720150" y="2875500"/>
              <a:ext cx="425" cy="2100"/>
            </a:xfrm>
            <a:custGeom>
              <a:avLst/>
              <a:gdLst/>
              <a:ahLst/>
              <a:cxnLst/>
              <a:rect l="l" t="t" r="r" b="b"/>
              <a:pathLst>
                <a:path w="17" h="84" extrusionOk="0">
                  <a:moveTo>
                    <a:pt x="17" y="1"/>
                  </a:moveTo>
                  <a:cubicBezTo>
                    <a:pt x="0" y="34"/>
                    <a:pt x="0" y="50"/>
                    <a:pt x="0" y="83"/>
                  </a:cubicBezTo>
                  <a:cubicBezTo>
                    <a:pt x="0" y="67"/>
                    <a:pt x="17" y="34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6" name="Google Shape;12676;p32"/>
            <p:cNvSpPr/>
            <p:nvPr/>
          </p:nvSpPr>
          <p:spPr>
            <a:xfrm>
              <a:off x="4697350" y="29115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5" y="252"/>
                    <a:pt x="86" y="263"/>
                    <a:pt x="102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3" y="256"/>
                    <a:pt x="191" y="240"/>
                    <a:pt x="207" y="207"/>
                  </a:cubicBezTo>
                  <a:cubicBezTo>
                    <a:pt x="224" y="186"/>
                    <a:pt x="224" y="153"/>
                    <a:pt x="224" y="120"/>
                  </a:cubicBezTo>
                  <a:cubicBezTo>
                    <a:pt x="224" y="83"/>
                    <a:pt x="207" y="50"/>
                    <a:pt x="174" y="34"/>
                  </a:cubicBezTo>
                  <a:cubicBezTo>
                    <a:pt x="174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7" name="Google Shape;12677;p32"/>
            <p:cNvSpPr/>
            <p:nvPr/>
          </p:nvSpPr>
          <p:spPr>
            <a:xfrm>
              <a:off x="4708500" y="28301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70" y="8"/>
                    <a:pt x="37" y="24"/>
                    <a:pt x="17" y="61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8" name="Google Shape;12678;p32"/>
            <p:cNvSpPr/>
            <p:nvPr/>
          </p:nvSpPr>
          <p:spPr>
            <a:xfrm>
              <a:off x="4698600" y="28961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83"/>
                    <a:pt x="21" y="153"/>
                  </a:cubicBezTo>
                  <a:cubicBezTo>
                    <a:pt x="21" y="214"/>
                    <a:pt x="71" y="259"/>
                    <a:pt x="119" y="259"/>
                  </a:cubicBezTo>
                  <a:cubicBezTo>
                    <a:pt x="126" y="259"/>
                    <a:pt x="134" y="258"/>
                    <a:pt x="141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7" y="186"/>
                    <a:pt x="244" y="153"/>
                    <a:pt x="227" y="120"/>
                  </a:cubicBezTo>
                  <a:cubicBezTo>
                    <a:pt x="227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9" name="Google Shape;12679;p32"/>
            <p:cNvSpPr/>
            <p:nvPr/>
          </p:nvSpPr>
          <p:spPr>
            <a:xfrm>
              <a:off x="4692200" y="28814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92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0" name="Google Shape;12680;p32"/>
            <p:cNvSpPr/>
            <p:nvPr/>
          </p:nvSpPr>
          <p:spPr>
            <a:xfrm>
              <a:off x="4672825" y="3023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7" y="174"/>
                    <a:pt x="244" y="137"/>
                    <a:pt x="227" y="104"/>
                  </a:cubicBezTo>
                  <a:cubicBezTo>
                    <a:pt x="227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1" name="Google Shape;12681;p32"/>
            <p:cNvSpPr/>
            <p:nvPr/>
          </p:nvSpPr>
          <p:spPr>
            <a:xfrm>
              <a:off x="4672000" y="297540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142" y="0"/>
                  </a:moveTo>
                  <a:cubicBezTo>
                    <a:pt x="88" y="0"/>
                    <a:pt x="48" y="35"/>
                    <a:pt x="17" y="90"/>
                  </a:cubicBezTo>
                  <a:cubicBezTo>
                    <a:pt x="1" y="161"/>
                    <a:pt x="34" y="231"/>
                    <a:pt x="87" y="247"/>
                  </a:cubicBezTo>
                  <a:cubicBezTo>
                    <a:pt x="104" y="264"/>
                    <a:pt x="120" y="264"/>
                    <a:pt x="120" y="264"/>
                  </a:cubicBezTo>
                  <a:cubicBezTo>
                    <a:pt x="120" y="247"/>
                    <a:pt x="120" y="231"/>
                    <a:pt x="137" y="210"/>
                  </a:cubicBezTo>
                  <a:cubicBezTo>
                    <a:pt x="137" y="144"/>
                    <a:pt x="157" y="74"/>
                    <a:pt x="174" y="25"/>
                  </a:cubicBezTo>
                  <a:lnTo>
                    <a:pt x="174" y="4"/>
                  </a:lnTo>
                  <a:cubicBezTo>
                    <a:pt x="163" y="1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2" name="Google Shape;12682;p32"/>
            <p:cNvSpPr/>
            <p:nvPr/>
          </p:nvSpPr>
          <p:spPr>
            <a:xfrm>
              <a:off x="4653550" y="28549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8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103" y="259"/>
                    <a:pt x="117" y="261"/>
                    <a:pt x="131" y="261"/>
                  </a:cubicBezTo>
                  <a:cubicBezTo>
                    <a:pt x="177" y="261"/>
                    <a:pt x="214" y="238"/>
                    <a:pt x="240" y="185"/>
                  </a:cubicBezTo>
                  <a:cubicBezTo>
                    <a:pt x="256" y="119"/>
                    <a:pt x="223" y="32"/>
                    <a:pt x="174" y="16"/>
                  </a:cubicBezTo>
                  <a:cubicBezTo>
                    <a:pt x="159" y="6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3" name="Google Shape;12683;p32"/>
            <p:cNvSpPr/>
            <p:nvPr/>
          </p:nvSpPr>
          <p:spPr>
            <a:xfrm>
              <a:off x="4668600" y="2945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7" y="1"/>
                    <a:pt x="67" y="34"/>
                  </a:cubicBezTo>
                  <a:cubicBezTo>
                    <a:pt x="17" y="71"/>
                    <a:pt x="1" y="153"/>
                    <a:pt x="50" y="207"/>
                  </a:cubicBezTo>
                  <a:cubicBezTo>
                    <a:pt x="67" y="240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23"/>
                  </a:cubicBezTo>
                  <a:cubicBezTo>
                    <a:pt x="223" y="207"/>
                    <a:pt x="240" y="174"/>
                    <a:pt x="240" y="137"/>
                  </a:cubicBezTo>
                  <a:cubicBezTo>
                    <a:pt x="240" y="104"/>
                    <a:pt x="240" y="71"/>
                    <a:pt x="223" y="50"/>
                  </a:cubicBezTo>
                  <a:cubicBezTo>
                    <a:pt x="207" y="34"/>
                    <a:pt x="190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4" name="Google Shape;12684;p32"/>
            <p:cNvSpPr/>
            <p:nvPr/>
          </p:nvSpPr>
          <p:spPr>
            <a:xfrm>
              <a:off x="4664275" y="29608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7" y="0"/>
                  </a:moveTo>
                  <a:cubicBezTo>
                    <a:pt x="80" y="0"/>
                    <a:pt x="31" y="30"/>
                    <a:pt x="17" y="71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2"/>
                    <a:pt x="115" y="257"/>
                    <a:pt x="129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40" y="108"/>
                    <a:pt x="223" y="38"/>
                    <a:pt x="157" y="5"/>
                  </a:cubicBezTo>
                  <a:cubicBezTo>
                    <a:pt x="148" y="2"/>
                    <a:pt x="13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5" name="Google Shape;12685;p32"/>
            <p:cNvSpPr/>
            <p:nvPr/>
          </p:nvSpPr>
          <p:spPr>
            <a:xfrm>
              <a:off x="4766925" y="30209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6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5" y="253"/>
                    <a:pt x="122" y="258"/>
                    <a:pt x="138" y="258"/>
                  </a:cubicBezTo>
                  <a:cubicBezTo>
                    <a:pt x="181" y="258"/>
                    <a:pt x="216" y="225"/>
                    <a:pt x="240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6" name="Google Shape;12686;p32"/>
            <p:cNvSpPr/>
            <p:nvPr/>
          </p:nvSpPr>
          <p:spPr>
            <a:xfrm>
              <a:off x="4658300" y="2903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3" y="22"/>
                    <a:pt x="0" y="71"/>
                    <a:pt x="0" y="158"/>
                  </a:cubicBezTo>
                  <a:cubicBezTo>
                    <a:pt x="0" y="191"/>
                    <a:pt x="17" y="207"/>
                    <a:pt x="50" y="228"/>
                  </a:cubicBezTo>
                  <a:cubicBezTo>
                    <a:pt x="66" y="261"/>
                    <a:pt x="103" y="261"/>
                    <a:pt x="120" y="261"/>
                  </a:cubicBezTo>
                  <a:cubicBezTo>
                    <a:pt x="153" y="261"/>
                    <a:pt x="190" y="228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69" y="22"/>
                  </a:cubicBezTo>
                  <a:cubicBezTo>
                    <a:pt x="169" y="22"/>
                    <a:pt x="153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7" name="Google Shape;12687;p32"/>
            <p:cNvSpPr/>
            <p:nvPr/>
          </p:nvSpPr>
          <p:spPr>
            <a:xfrm>
              <a:off x="4661275" y="2930750"/>
              <a:ext cx="6025" cy="6450"/>
            </a:xfrm>
            <a:custGeom>
              <a:avLst/>
              <a:gdLst/>
              <a:ahLst/>
              <a:cxnLst/>
              <a:rect l="l" t="t" r="r" b="b"/>
              <a:pathLst>
                <a:path w="241" h="258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08"/>
                    <a:pt x="1" y="124"/>
                    <a:pt x="1" y="141"/>
                  </a:cubicBezTo>
                  <a:cubicBezTo>
                    <a:pt x="17" y="194"/>
                    <a:pt x="34" y="227"/>
                    <a:pt x="71" y="244"/>
                  </a:cubicBezTo>
                  <a:cubicBezTo>
                    <a:pt x="92" y="253"/>
                    <a:pt x="110" y="258"/>
                    <a:pt x="127" y="258"/>
                  </a:cubicBezTo>
                  <a:cubicBezTo>
                    <a:pt x="149" y="258"/>
                    <a:pt x="169" y="249"/>
                    <a:pt x="191" y="227"/>
                  </a:cubicBezTo>
                  <a:cubicBezTo>
                    <a:pt x="207" y="211"/>
                    <a:pt x="207" y="194"/>
                    <a:pt x="224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8" name="Google Shape;12688;p32"/>
            <p:cNvSpPr/>
            <p:nvPr/>
          </p:nvSpPr>
          <p:spPr>
            <a:xfrm>
              <a:off x="4679725" y="2960025"/>
              <a:ext cx="2200" cy="4350"/>
            </a:xfrm>
            <a:custGeom>
              <a:avLst/>
              <a:gdLst/>
              <a:ahLst/>
              <a:cxnLst/>
              <a:rect l="l" t="t" r="r" b="b"/>
              <a:pathLst>
                <a:path w="88" h="174" extrusionOk="0">
                  <a:moveTo>
                    <a:pt x="87" y="0"/>
                  </a:moveTo>
                  <a:cubicBezTo>
                    <a:pt x="54" y="0"/>
                    <a:pt x="17" y="38"/>
                    <a:pt x="17" y="71"/>
                  </a:cubicBezTo>
                  <a:cubicBezTo>
                    <a:pt x="1" y="104"/>
                    <a:pt x="1" y="141"/>
                    <a:pt x="17" y="174"/>
                  </a:cubicBezTo>
                  <a:cubicBezTo>
                    <a:pt x="34" y="104"/>
                    <a:pt x="71" y="54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9" name="Google Shape;12689;p32"/>
            <p:cNvSpPr/>
            <p:nvPr/>
          </p:nvSpPr>
          <p:spPr>
            <a:xfrm>
              <a:off x="4827025" y="2980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8" y="206"/>
                    <a:pt x="54" y="227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43"/>
                    <a:pt x="244" y="173"/>
                    <a:pt x="244" y="103"/>
                  </a:cubicBezTo>
                  <a:cubicBezTo>
                    <a:pt x="223" y="54"/>
                    <a:pt x="207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0" name="Google Shape;12690;p32"/>
            <p:cNvSpPr/>
            <p:nvPr/>
          </p:nvSpPr>
          <p:spPr>
            <a:xfrm>
              <a:off x="4810325" y="2983600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8"/>
                    <a:pt x="34" y="228"/>
                    <a:pt x="87" y="245"/>
                  </a:cubicBezTo>
                  <a:cubicBezTo>
                    <a:pt x="104" y="261"/>
                    <a:pt x="120" y="261"/>
                    <a:pt x="137" y="261"/>
                  </a:cubicBezTo>
                  <a:cubicBezTo>
                    <a:pt x="190" y="261"/>
                    <a:pt x="223" y="228"/>
                    <a:pt x="240" y="175"/>
                  </a:cubicBezTo>
                  <a:cubicBezTo>
                    <a:pt x="256" y="125"/>
                    <a:pt x="240" y="72"/>
                    <a:pt x="207" y="39"/>
                  </a:cubicBezTo>
                  <a:cubicBezTo>
                    <a:pt x="207" y="22"/>
                    <a:pt x="190" y="22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1" name="Google Shape;12691;p32"/>
            <p:cNvSpPr/>
            <p:nvPr/>
          </p:nvSpPr>
          <p:spPr>
            <a:xfrm>
              <a:off x="4823625" y="2949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71" y="244"/>
                  </a:cubicBezTo>
                  <a:cubicBezTo>
                    <a:pt x="82" y="256"/>
                    <a:pt x="94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lnTo>
                    <a:pt x="137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2" name="Google Shape;12692;p32"/>
            <p:cNvSpPr/>
            <p:nvPr/>
          </p:nvSpPr>
          <p:spPr>
            <a:xfrm>
              <a:off x="4797450" y="2984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69" y="260"/>
                    <a:pt x="190" y="239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3" name="Google Shape;12693;p32"/>
            <p:cNvSpPr/>
            <p:nvPr/>
          </p:nvSpPr>
          <p:spPr>
            <a:xfrm>
              <a:off x="4781975" y="29899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34" y="24"/>
                    <a:pt x="1" y="94"/>
                    <a:pt x="17" y="143"/>
                  </a:cubicBezTo>
                  <a:cubicBezTo>
                    <a:pt x="17" y="181"/>
                    <a:pt x="34" y="214"/>
                    <a:pt x="50" y="230"/>
                  </a:cubicBezTo>
                  <a:cubicBezTo>
                    <a:pt x="67" y="246"/>
                    <a:pt x="104" y="267"/>
                    <a:pt x="137" y="267"/>
                  </a:cubicBezTo>
                  <a:cubicBezTo>
                    <a:pt x="190" y="246"/>
                    <a:pt x="240" y="181"/>
                    <a:pt x="223" y="110"/>
                  </a:cubicBezTo>
                  <a:lnTo>
                    <a:pt x="223" y="77"/>
                  </a:ln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4" name="Google Shape;12694;p32"/>
            <p:cNvSpPr/>
            <p:nvPr/>
          </p:nvSpPr>
          <p:spPr>
            <a:xfrm>
              <a:off x="4766525" y="2990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7"/>
                    <a:pt x="50" y="54"/>
                    <a:pt x="17" y="87"/>
                  </a:cubicBezTo>
                  <a:cubicBezTo>
                    <a:pt x="0" y="120"/>
                    <a:pt x="17" y="174"/>
                    <a:pt x="33" y="207"/>
                  </a:cubicBezTo>
                  <a:cubicBezTo>
                    <a:pt x="50" y="223"/>
                    <a:pt x="87" y="244"/>
                    <a:pt x="103" y="261"/>
                  </a:cubicBezTo>
                  <a:cubicBezTo>
                    <a:pt x="136" y="261"/>
                    <a:pt x="169" y="244"/>
                    <a:pt x="190" y="223"/>
                  </a:cubicBezTo>
                  <a:cubicBezTo>
                    <a:pt x="239" y="174"/>
                    <a:pt x="239" y="87"/>
                    <a:pt x="207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5" name="Google Shape;12695;p32"/>
            <p:cNvSpPr/>
            <p:nvPr/>
          </p:nvSpPr>
          <p:spPr>
            <a:xfrm>
              <a:off x="4775500" y="300785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13" y="0"/>
                  </a:moveTo>
                  <a:cubicBezTo>
                    <a:pt x="71" y="0"/>
                    <a:pt x="32" y="31"/>
                    <a:pt x="17" y="83"/>
                  </a:cubicBezTo>
                  <a:cubicBezTo>
                    <a:pt x="0" y="149"/>
                    <a:pt x="17" y="219"/>
                    <a:pt x="70" y="252"/>
                  </a:cubicBezTo>
                  <a:cubicBezTo>
                    <a:pt x="83" y="256"/>
                    <a:pt x="96" y="258"/>
                    <a:pt x="109" y="258"/>
                  </a:cubicBezTo>
                  <a:cubicBezTo>
                    <a:pt x="163" y="258"/>
                    <a:pt x="209" y="223"/>
                    <a:pt x="223" y="170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42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6" name="Google Shape;12696;p32"/>
            <p:cNvSpPr/>
            <p:nvPr/>
          </p:nvSpPr>
          <p:spPr>
            <a:xfrm>
              <a:off x="4780225" y="30331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0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90" y="17"/>
                    <a:pt x="174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7" name="Google Shape;12697;p32"/>
            <p:cNvSpPr/>
            <p:nvPr/>
          </p:nvSpPr>
          <p:spPr>
            <a:xfrm>
              <a:off x="4679725" y="2835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71" y="1"/>
                    <a:pt x="54" y="17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07"/>
                    <a:pt x="54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1" y="244"/>
                    <a:pt x="240" y="174"/>
                    <a:pt x="224" y="104"/>
                  </a:cubicBezTo>
                  <a:cubicBezTo>
                    <a:pt x="224" y="71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8" name="Google Shape;12698;p32"/>
            <p:cNvSpPr/>
            <p:nvPr/>
          </p:nvSpPr>
          <p:spPr>
            <a:xfrm>
              <a:off x="4668600" y="28239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87" y="0"/>
                    <a:pt x="87" y="17"/>
                    <a:pt x="67" y="17"/>
                  </a:cubicBezTo>
                  <a:cubicBezTo>
                    <a:pt x="34" y="33"/>
                    <a:pt x="1" y="83"/>
                    <a:pt x="1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40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9" name="Google Shape;12699;p32"/>
            <p:cNvSpPr/>
            <p:nvPr/>
          </p:nvSpPr>
          <p:spPr>
            <a:xfrm>
              <a:off x="4652225" y="28710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23" y="0"/>
                  </a:moveTo>
                  <a:cubicBezTo>
                    <a:pt x="116" y="0"/>
                    <a:pt x="110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0"/>
                  </a:cubicBezTo>
                  <a:cubicBezTo>
                    <a:pt x="70" y="247"/>
                    <a:pt x="103" y="263"/>
                    <a:pt x="140" y="263"/>
                  </a:cubicBezTo>
                  <a:cubicBezTo>
                    <a:pt x="190" y="247"/>
                    <a:pt x="227" y="181"/>
                    <a:pt x="227" y="111"/>
                  </a:cubicBezTo>
                  <a:cubicBezTo>
                    <a:pt x="227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0" name="Google Shape;12700;p32"/>
            <p:cNvSpPr/>
            <p:nvPr/>
          </p:nvSpPr>
          <p:spPr>
            <a:xfrm>
              <a:off x="4674175" y="285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73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1" name="Google Shape;12701;p32"/>
            <p:cNvSpPr/>
            <p:nvPr/>
          </p:nvSpPr>
          <p:spPr>
            <a:xfrm>
              <a:off x="4665100" y="27913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174" y="256"/>
                    <a:pt x="207" y="239"/>
                    <a:pt x="227" y="206"/>
                  </a:cubicBezTo>
                  <a:cubicBezTo>
                    <a:pt x="244" y="190"/>
                    <a:pt x="244" y="153"/>
                    <a:pt x="244" y="120"/>
                  </a:cubicBezTo>
                  <a:cubicBezTo>
                    <a:pt x="227" y="87"/>
                    <a:pt x="22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2" name="Google Shape;12702;p32"/>
            <p:cNvSpPr/>
            <p:nvPr/>
          </p:nvSpPr>
          <p:spPr>
            <a:xfrm>
              <a:off x="4682725" y="27915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1" y="1"/>
                  </a:moveTo>
                  <a:cubicBezTo>
                    <a:pt x="69" y="1"/>
                    <a:pt x="49" y="13"/>
                    <a:pt x="38" y="24"/>
                  </a:cubicBezTo>
                  <a:cubicBezTo>
                    <a:pt x="17" y="61"/>
                    <a:pt x="0" y="78"/>
                    <a:pt x="0" y="111"/>
                  </a:cubicBezTo>
                  <a:cubicBezTo>
                    <a:pt x="0" y="144"/>
                    <a:pt x="0" y="181"/>
                    <a:pt x="17" y="214"/>
                  </a:cubicBezTo>
                  <a:cubicBezTo>
                    <a:pt x="38" y="245"/>
                    <a:pt x="69" y="263"/>
                    <a:pt x="102" y="263"/>
                  </a:cubicBezTo>
                  <a:cubicBezTo>
                    <a:pt x="126" y="263"/>
                    <a:pt x="151" y="253"/>
                    <a:pt x="174" y="230"/>
                  </a:cubicBezTo>
                  <a:cubicBezTo>
                    <a:pt x="223" y="181"/>
                    <a:pt x="223" y="111"/>
                    <a:pt x="190" y="41"/>
                  </a:cubicBezTo>
                  <a:cubicBezTo>
                    <a:pt x="174" y="24"/>
                    <a:pt x="174" y="24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3" name="Google Shape;12703;p32"/>
            <p:cNvSpPr/>
            <p:nvPr/>
          </p:nvSpPr>
          <p:spPr>
            <a:xfrm>
              <a:off x="4684900" y="28664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7" y="1"/>
                  </a:moveTo>
                  <a:cubicBezTo>
                    <a:pt x="120" y="1"/>
                    <a:pt x="87" y="1"/>
                    <a:pt x="54" y="17"/>
                  </a:cubicBezTo>
                  <a:cubicBezTo>
                    <a:pt x="33" y="34"/>
                    <a:pt x="17" y="54"/>
                    <a:pt x="0" y="87"/>
                  </a:cubicBezTo>
                  <a:lnTo>
                    <a:pt x="0" y="174"/>
                  </a:lnTo>
                  <a:cubicBezTo>
                    <a:pt x="17" y="207"/>
                    <a:pt x="33" y="240"/>
                    <a:pt x="70" y="261"/>
                  </a:cubicBezTo>
                  <a:cubicBezTo>
                    <a:pt x="78" y="263"/>
                    <a:pt x="86" y="265"/>
                    <a:pt x="95" y="265"/>
                  </a:cubicBezTo>
                  <a:cubicBezTo>
                    <a:pt x="141" y="265"/>
                    <a:pt x="192" y="229"/>
                    <a:pt x="206" y="174"/>
                  </a:cubicBezTo>
                  <a:cubicBezTo>
                    <a:pt x="239" y="104"/>
                    <a:pt x="206" y="34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4" name="Google Shape;12704;p32"/>
            <p:cNvSpPr/>
            <p:nvPr/>
          </p:nvSpPr>
          <p:spPr>
            <a:xfrm>
              <a:off x="4793125" y="3001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3"/>
                    <a:pt x="0" y="120"/>
                    <a:pt x="17" y="153"/>
                  </a:cubicBezTo>
                  <a:cubicBezTo>
                    <a:pt x="17" y="186"/>
                    <a:pt x="33" y="223"/>
                    <a:pt x="54" y="239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206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5" name="Google Shape;12705;p32"/>
            <p:cNvSpPr/>
            <p:nvPr/>
          </p:nvSpPr>
          <p:spPr>
            <a:xfrm>
              <a:off x="4661700" y="28418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3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6" y="255"/>
                    <a:pt x="123" y="259"/>
                    <a:pt x="138" y="259"/>
                  </a:cubicBezTo>
                  <a:cubicBezTo>
                    <a:pt x="182" y="259"/>
                    <a:pt x="215" y="227"/>
                    <a:pt x="239" y="176"/>
                  </a:cubicBezTo>
                  <a:cubicBezTo>
                    <a:pt x="260" y="110"/>
                    <a:pt x="223" y="40"/>
                    <a:pt x="174" y="7"/>
                  </a:cubicBezTo>
                  <a:cubicBezTo>
                    <a:pt x="163" y="3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6" name="Google Shape;12706;p32"/>
            <p:cNvSpPr/>
            <p:nvPr/>
          </p:nvSpPr>
          <p:spPr>
            <a:xfrm>
              <a:off x="4677575" y="2882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17" y="190"/>
                    <a:pt x="37" y="22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54"/>
                    <a:pt x="173" y="37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7" name="Google Shape;12707;p32"/>
            <p:cNvSpPr/>
            <p:nvPr/>
          </p:nvSpPr>
          <p:spPr>
            <a:xfrm>
              <a:off x="4658300" y="28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90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8" name="Google Shape;12708;p32"/>
            <p:cNvSpPr/>
            <p:nvPr/>
          </p:nvSpPr>
          <p:spPr>
            <a:xfrm>
              <a:off x="4650975" y="2918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17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23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23" y="54"/>
                  </a:cubicBezTo>
                  <a:cubicBezTo>
                    <a:pt x="207" y="38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9" name="Google Shape;12709;p32"/>
            <p:cNvSpPr/>
            <p:nvPr/>
          </p:nvSpPr>
          <p:spPr>
            <a:xfrm>
              <a:off x="4649625" y="2890975"/>
              <a:ext cx="6125" cy="6325"/>
            </a:xfrm>
            <a:custGeom>
              <a:avLst/>
              <a:gdLst/>
              <a:ahLst/>
              <a:cxnLst/>
              <a:rect l="l" t="t" r="r" b="b"/>
              <a:pathLst>
                <a:path w="245" h="253" extrusionOk="0">
                  <a:moveTo>
                    <a:pt x="141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50"/>
                    <a:pt x="22" y="66"/>
                    <a:pt x="22" y="103"/>
                  </a:cubicBezTo>
                  <a:cubicBezTo>
                    <a:pt x="1" y="136"/>
                    <a:pt x="22" y="169"/>
                    <a:pt x="38" y="206"/>
                  </a:cubicBezTo>
                  <a:cubicBezTo>
                    <a:pt x="57" y="235"/>
                    <a:pt x="89" y="253"/>
                    <a:pt x="122" y="253"/>
                  </a:cubicBezTo>
                  <a:cubicBezTo>
                    <a:pt x="146" y="253"/>
                    <a:pt x="170" y="244"/>
                    <a:pt x="191" y="223"/>
                  </a:cubicBezTo>
                  <a:cubicBezTo>
                    <a:pt x="244" y="186"/>
                    <a:pt x="244" y="103"/>
                    <a:pt x="207" y="50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0" name="Google Shape;12710;p32"/>
            <p:cNvSpPr/>
            <p:nvPr/>
          </p:nvSpPr>
          <p:spPr>
            <a:xfrm>
              <a:off x="4647050" y="29351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22" y="87"/>
                    <a:pt x="1" y="120"/>
                    <a:pt x="1" y="153"/>
                  </a:cubicBezTo>
                  <a:cubicBezTo>
                    <a:pt x="22" y="191"/>
                    <a:pt x="38" y="207"/>
                    <a:pt x="55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1" y="240"/>
                    <a:pt x="244" y="191"/>
                    <a:pt x="228" y="104"/>
                  </a:cubicBezTo>
                  <a:cubicBezTo>
                    <a:pt x="228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1" name="Google Shape;12711;p32"/>
            <p:cNvSpPr/>
            <p:nvPr/>
          </p:nvSpPr>
          <p:spPr>
            <a:xfrm>
              <a:off x="46531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90" y="34"/>
                    <a:pt x="169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2" name="Google Shape;12712;p32"/>
            <p:cNvSpPr/>
            <p:nvPr/>
          </p:nvSpPr>
          <p:spPr>
            <a:xfrm>
              <a:off x="4650150" y="2794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1" y="77"/>
                    <a:pt x="1" y="164"/>
                    <a:pt x="34" y="213"/>
                  </a:cubicBezTo>
                  <a:cubicBezTo>
                    <a:pt x="50" y="230"/>
                    <a:pt x="83" y="246"/>
                    <a:pt x="104" y="267"/>
                  </a:cubicBezTo>
                  <a:cubicBezTo>
                    <a:pt x="137" y="267"/>
                    <a:pt x="170" y="246"/>
                    <a:pt x="186" y="230"/>
                  </a:cubicBezTo>
                  <a:cubicBezTo>
                    <a:pt x="223" y="213"/>
                    <a:pt x="223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186" y="23"/>
                    <a:pt x="186" y="23"/>
                    <a:pt x="153" y="7"/>
                  </a:cubicBezTo>
                  <a:lnTo>
                    <a:pt x="137" y="7"/>
                  </a:ln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3" name="Google Shape;12713;p32"/>
            <p:cNvSpPr/>
            <p:nvPr/>
          </p:nvSpPr>
          <p:spPr>
            <a:xfrm>
              <a:off x="4646650" y="284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8" y="207"/>
                    <a:pt x="54" y="22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207" y="244"/>
                    <a:pt x="244" y="174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4" name="Google Shape;12714;p32"/>
            <p:cNvSpPr/>
            <p:nvPr/>
          </p:nvSpPr>
          <p:spPr>
            <a:xfrm>
              <a:off x="4684075" y="28190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47"/>
                    <a:pt x="66" y="263"/>
                    <a:pt x="103" y="263"/>
                  </a:cubicBezTo>
                  <a:cubicBezTo>
                    <a:pt x="136" y="263"/>
                    <a:pt x="169" y="247"/>
                    <a:pt x="190" y="230"/>
                  </a:cubicBezTo>
                  <a:cubicBezTo>
                    <a:pt x="206" y="214"/>
                    <a:pt x="223" y="177"/>
                    <a:pt x="223" y="144"/>
                  </a:cubicBezTo>
                  <a:cubicBezTo>
                    <a:pt x="223" y="111"/>
                    <a:pt x="223" y="74"/>
                    <a:pt x="206" y="41"/>
                  </a:cubicBezTo>
                  <a:cubicBezTo>
                    <a:pt x="190" y="24"/>
                    <a:pt x="169" y="24"/>
                    <a:pt x="153" y="8"/>
                  </a:cubicBezTo>
                  <a:lnTo>
                    <a:pt x="136" y="8"/>
                  </a:lnTo>
                  <a:cubicBezTo>
                    <a:pt x="126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5" name="Google Shape;12715;p32"/>
            <p:cNvSpPr/>
            <p:nvPr/>
          </p:nvSpPr>
          <p:spPr>
            <a:xfrm>
              <a:off x="4589550" y="2850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7" y="0"/>
                  </a:moveTo>
                  <a:cubicBezTo>
                    <a:pt x="70" y="17"/>
                    <a:pt x="33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2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06" y="87"/>
                    <a:pt x="206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6" name="Google Shape;12716;p32"/>
            <p:cNvSpPr/>
            <p:nvPr/>
          </p:nvSpPr>
          <p:spPr>
            <a:xfrm>
              <a:off x="4586550" y="294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67"/>
                    <a:pt x="1" y="153"/>
                  </a:cubicBezTo>
                  <a:cubicBezTo>
                    <a:pt x="1" y="186"/>
                    <a:pt x="17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7" name="Google Shape;12717;p32"/>
            <p:cNvSpPr/>
            <p:nvPr/>
          </p:nvSpPr>
          <p:spPr>
            <a:xfrm>
              <a:off x="4591300" y="29273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5" y="263"/>
                    <a:pt x="104" y="264"/>
                    <a:pt x="114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8" name="Google Shape;12718;p32"/>
            <p:cNvSpPr/>
            <p:nvPr/>
          </p:nvSpPr>
          <p:spPr>
            <a:xfrm>
              <a:off x="4591300" y="2977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0"/>
                    <a:pt x="0" y="71"/>
                    <a:pt x="17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69" y="244"/>
                    <a:pt x="190" y="223"/>
                    <a:pt x="207" y="207"/>
                  </a:cubicBezTo>
                  <a:cubicBezTo>
                    <a:pt x="223" y="174"/>
                    <a:pt x="240" y="141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9" name="Google Shape;12719;p32"/>
            <p:cNvSpPr/>
            <p:nvPr/>
          </p:nvSpPr>
          <p:spPr>
            <a:xfrm>
              <a:off x="4765600" y="30369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06"/>
                    <a:pt x="54" y="243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43"/>
                    <a:pt x="244" y="173"/>
                    <a:pt x="227" y="103"/>
                  </a:cubicBezTo>
                  <a:cubicBezTo>
                    <a:pt x="227" y="70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0" name="Google Shape;12720;p32"/>
            <p:cNvSpPr/>
            <p:nvPr/>
          </p:nvSpPr>
          <p:spPr>
            <a:xfrm>
              <a:off x="4625200" y="30026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174" y="256"/>
                    <a:pt x="191" y="239"/>
                    <a:pt x="207" y="206"/>
                  </a:cubicBezTo>
                  <a:cubicBezTo>
                    <a:pt x="223" y="173"/>
                    <a:pt x="240" y="136"/>
                    <a:pt x="240" y="103"/>
                  </a:cubicBezTo>
                  <a:cubicBezTo>
                    <a:pt x="223" y="70"/>
                    <a:pt x="207" y="50"/>
                    <a:pt x="191" y="17"/>
                  </a:cubicBezTo>
                  <a:cubicBezTo>
                    <a:pt x="191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1" name="Google Shape;12721;p32"/>
            <p:cNvSpPr/>
            <p:nvPr/>
          </p:nvSpPr>
          <p:spPr>
            <a:xfrm>
              <a:off x="4752700" y="302362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04" y="0"/>
                  </a:moveTo>
                  <a:cubicBezTo>
                    <a:pt x="54" y="17"/>
                    <a:pt x="1" y="87"/>
                    <a:pt x="22" y="157"/>
                  </a:cubicBezTo>
                  <a:cubicBezTo>
                    <a:pt x="22" y="190"/>
                    <a:pt x="38" y="223"/>
                    <a:pt x="54" y="239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2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8" y="120"/>
                  </a:cubicBezTo>
                  <a:cubicBezTo>
                    <a:pt x="228" y="87"/>
                    <a:pt x="207" y="54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2" name="Google Shape;12722;p32"/>
            <p:cNvSpPr/>
            <p:nvPr/>
          </p:nvSpPr>
          <p:spPr>
            <a:xfrm>
              <a:off x="4645000" y="2981975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33" y="223"/>
                    <a:pt x="50" y="240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3" name="Google Shape;12723;p32"/>
            <p:cNvSpPr/>
            <p:nvPr/>
          </p:nvSpPr>
          <p:spPr>
            <a:xfrm>
              <a:off x="4614075" y="294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39"/>
                    <a:pt x="240" y="169"/>
                    <a:pt x="223" y="103"/>
                  </a:cubicBezTo>
                  <a:cubicBezTo>
                    <a:pt x="223" y="66"/>
                    <a:pt x="207" y="49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4" name="Google Shape;12724;p32"/>
            <p:cNvSpPr/>
            <p:nvPr/>
          </p:nvSpPr>
          <p:spPr>
            <a:xfrm>
              <a:off x="4595525" y="29124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21" y="87"/>
                    <a:pt x="0" y="153"/>
                    <a:pt x="38" y="223"/>
                  </a:cubicBezTo>
                  <a:cubicBezTo>
                    <a:pt x="54" y="240"/>
                    <a:pt x="87" y="256"/>
                    <a:pt x="124" y="256"/>
                  </a:cubicBezTo>
                  <a:cubicBezTo>
                    <a:pt x="129" y="262"/>
                    <a:pt x="135" y="265"/>
                    <a:pt x="143" y="265"/>
                  </a:cubicBezTo>
                  <a:cubicBezTo>
                    <a:pt x="159" y="265"/>
                    <a:pt x="179" y="251"/>
                    <a:pt x="190" y="240"/>
                  </a:cubicBezTo>
                  <a:cubicBezTo>
                    <a:pt x="227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5" name="Google Shape;12725;p32"/>
            <p:cNvSpPr/>
            <p:nvPr/>
          </p:nvSpPr>
          <p:spPr>
            <a:xfrm>
              <a:off x="4599025" y="29421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96" y="258"/>
                    <a:pt x="105" y="259"/>
                    <a:pt x="115" y="259"/>
                  </a:cubicBezTo>
                  <a:cubicBezTo>
                    <a:pt x="160" y="259"/>
                    <a:pt x="210" y="229"/>
                    <a:pt x="223" y="185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6" name="Google Shape;12726;p32"/>
            <p:cNvSpPr/>
            <p:nvPr/>
          </p:nvSpPr>
          <p:spPr>
            <a:xfrm>
              <a:off x="4591300" y="288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33" y="227"/>
                    <a:pt x="87" y="260"/>
                  </a:cubicBezTo>
                  <a:lnTo>
                    <a:pt x="136" y="260"/>
                  </a:lnTo>
                  <a:cubicBezTo>
                    <a:pt x="169" y="260"/>
                    <a:pt x="207" y="227"/>
                    <a:pt x="223" y="173"/>
                  </a:cubicBezTo>
                  <a:cubicBezTo>
                    <a:pt x="240" y="124"/>
                    <a:pt x="223" y="70"/>
                    <a:pt x="207" y="37"/>
                  </a:cubicBezTo>
                  <a:cubicBezTo>
                    <a:pt x="190" y="37"/>
                    <a:pt x="169" y="21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7" name="Google Shape;12727;p32"/>
            <p:cNvSpPr/>
            <p:nvPr/>
          </p:nvSpPr>
          <p:spPr>
            <a:xfrm>
              <a:off x="4592950" y="2962200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21" y="223"/>
                    <a:pt x="70" y="260"/>
                    <a:pt x="141" y="260"/>
                  </a:cubicBezTo>
                  <a:cubicBezTo>
                    <a:pt x="157" y="243"/>
                    <a:pt x="190" y="223"/>
                    <a:pt x="207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7" y="37"/>
                    <a:pt x="174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8" name="Google Shape;12728;p32"/>
            <p:cNvSpPr/>
            <p:nvPr/>
          </p:nvSpPr>
          <p:spPr>
            <a:xfrm>
              <a:off x="4602850" y="28961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70" y="0"/>
                    <a:pt x="37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37" y="239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39"/>
                    <a:pt x="223" y="186"/>
                    <a:pt x="223" y="103"/>
                  </a:cubicBezTo>
                  <a:cubicBezTo>
                    <a:pt x="206" y="66"/>
                    <a:pt x="190" y="50"/>
                    <a:pt x="173" y="17"/>
                  </a:cubicBezTo>
                  <a:lnTo>
                    <a:pt x="157" y="17"/>
                  </a:ln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9" name="Google Shape;12729;p32"/>
            <p:cNvSpPr/>
            <p:nvPr/>
          </p:nvSpPr>
          <p:spPr>
            <a:xfrm>
              <a:off x="4588300" y="2897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0"/>
                  </a:moveTo>
                  <a:cubicBezTo>
                    <a:pt x="71" y="0"/>
                    <a:pt x="29" y="32"/>
                    <a:pt x="17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1" y="186"/>
                    <a:pt x="34" y="236"/>
                    <a:pt x="67" y="257"/>
                  </a:cubicBezTo>
                  <a:cubicBezTo>
                    <a:pt x="81" y="261"/>
                    <a:pt x="94" y="263"/>
                    <a:pt x="105" y="263"/>
                  </a:cubicBezTo>
                  <a:cubicBezTo>
                    <a:pt x="138" y="263"/>
                    <a:pt x="162" y="247"/>
                    <a:pt x="186" y="219"/>
                  </a:cubicBezTo>
                  <a:cubicBezTo>
                    <a:pt x="207" y="219"/>
                    <a:pt x="207" y="203"/>
                    <a:pt x="223" y="170"/>
                  </a:cubicBezTo>
                  <a:cubicBezTo>
                    <a:pt x="240" y="116"/>
                    <a:pt x="207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0" name="Google Shape;12730;p32"/>
            <p:cNvSpPr/>
            <p:nvPr/>
          </p:nvSpPr>
          <p:spPr>
            <a:xfrm>
              <a:off x="4592525" y="30071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17" y="1"/>
                    <a:pt x="109" y="2"/>
                    <a:pt x="104" y="8"/>
                  </a:cubicBezTo>
                  <a:cubicBezTo>
                    <a:pt x="54" y="8"/>
                    <a:pt x="1" y="74"/>
                    <a:pt x="17" y="144"/>
                  </a:cubicBezTo>
                  <a:cubicBezTo>
                    <a:pt x="17" y="177"/>
                    <a:pt x="38" y="214"/>
                    <a:pt x="71" y="231"/>
                  </a:cubicBezTo>
                  <a:cubicBezTo>
                    <a:pt x="87" y="247"/>
                    <a:pt x="120" y="264"/>
                    <a:pt x="141" y="264"/>
                  </a:cubicBezTo>
                  <a:cubicBezTo>
                    <a:pt x="207" y="247"/>
                    <a:pt x="244" y="177"/>
                    <a:pt x="244" y="111"/>
                  </a:cubicBezTo>
                  <a:cubicBezTo>
                    <a:pt x="224" y="74"/>
                    <a:pt x="224" y="41"/>
                    <a:pt x="191" y="24"/>
                  </a:cubicBezTo>
                  <a:lnTo>
                    <a:pt x="174" y="8"/>
                  </a:lnTo>
                  <a:cubicBezTo>
                    <a:pt x="163" y="8"/>
                    <a:pt x="14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1" name="Google Shape;12731;p32"/>
            <p:cNvSpPr/>
            <p:nvPr/>
          </p:nvSpPr>
          <p:spPr>
            <a:xfrm>
              <a:off x="4587375" y="3022800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17" y="87"/>
                    <a:pt x="1" y="153"/>
                    <a:pt x="38" y="223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26" y="261"/>
                    <a:pt x="133" y="263"/>
                    <a:pt x="141" y="263"/>
                  </a:cubicBezTo>
                  <a:cubicBezTo>
                    <a:pt x="159" y="263"/>
                    <a:pt x="179" y="251"/>
                    <a:pt x="190" y="239"/>
                  </a:cubicBezTo>
                  <a:cubicBezTo>
                    <a:pt x="244" y="190"/>
                    <a:pt x="260" y="103"/>
                    <a:pt x="20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2" name="Google Shape;12732;p32"/>
            <p:cNvSpPr/>
            <p:nvPr/>
          </p:nvSpPr>
          <p:spPr>
            <a:xfrm>
              <a:off x="4732600" y="3014150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34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3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86" y="260"/>
                    <a:pt x="240" y="190"/>
                    <a:pt x="224" y="124"/>
                  </a:cubicBezTo>
                  <a:cubicBezTo>
                    <a:pt x="224" y="87"/>
                    <a:pt x="207" y="54"/>
                    <a:pt x="186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3" name="Google Shape;12733;p32"/>
            <p:cNvSpPr/>
            <p:nvPr/>
          </p:nvSpPr>
          <p:spPr>
            <a:xfrm>
              <a:off x="4717975" y="30154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20" y="1"/>
                  </a:moveTo>
                  <a:cubicBezTo>
                    <a:pt x="104" y="1"/>
                    <a:pt x="87" y="17"/>
                    <a:pt x="5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17" y="190"/>
                    <a:pt x="33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53" y="256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4" name="Google Shape;12734;p32"/>
            <p:cNvSpPr/>
            <p:nvPr/>
          </p:nvSpPr>
          <p:spPr>
            <a:xfrm>
              <a:off x="4702925" y="3017650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54" y="0"/>
                  </a:moveTo>
                  <a:cubicBezTo>
                    <a:pt x="34" y="0"/>
                    <a:pt x="34" y="17"/>
                    <a:pt x="17" y="33"/>
                  </a:cubicBezTo>
                  <a:cubicBezTo>
                    <a:pt x="1" y="50"/>
                    <a:pt x="1" y="87"/>
                    <a:pt x="1" y="120"/>
                  </a:cubicBezTo>
                  <a:cubicBezTo>
                    <a:pt x="1" y="153"/>
                    <a:pt x="17" y="190"/>
                    <a:pt x="54" y="206"/>
                  </a:cubicBezTo>
                  <a:cubicBezTo>
                    <a:pt x="71" y="239"/>
                    <a:pt x="104" y="239"/>
                    <a:pt x="120" y="239"/>
                  </a:cubicBezTo>
                  <a:cubicBezTo>
                    <a:pt x="190" y="223"/>
                    <a:pt x="223" y="153"/>
                    <a:pt x="223" y="87"/>
                  </a:cubicBezTo>
                  <a:cubicBezTo>
                    <a:pt x="223" y="50"/>
                    <a:pt x="207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5" name="Google Shape;12735;p32"/>
            <p:cNvSpPr/>
            <p:nvPr/>
          </p:nvSpPr>
          <p:spPr>
            <a:xfrm>
              <a:off x="4608000" y="28806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37" y="17"/>
                    <a:pt x="0" y="67"/>
                    <a:pt x="0" y="153"/>
                  </a:cubicBezTo>
                  <a:cubicBezTo>
                    <a:pt x="17" y="186"/>
                    <a:pt x="37" y="207"/>
                    <a:pt x="54" y="240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0"/>
                    <a:pt x="223" y="104"/>
                  </a:cubicBezTo>
                  <a:cubicBezTo>
                    <a:pt x="223" y="6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6" name="Google Shape;12736;p32"/>
            <p:cNvSpPr/>
            <p:nvPr/>
          </p:nvSpPr>
          <p:spPr>
            <a:xfrm>
              <a:off x="4710250" y="30320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46" y="1"/>
                  </a:moveTo>
                  <a:cubicBezTo>
                    <a:pt x="98" y="1"/>
                    <a:pt x="47" y="33"/>
                    <a:pt x="33" y="75"/>
                  </a:cubicBezTo>
                  <a:cubicBezTo>
                    <a:pt x="0" y="145"/>
                    <a:pt x="33" y="231"/>
                    <a:pt x="87" y="248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90" y="248"/>
                    <a:pt x="223" y="231"/>
                    <a:pt x="239" y="178"/>
                  </a:cubicBezTo>
                  <a:cubicBezTo>
                    <a:pt x="239" y="128"/>
                    <a:pt x="239" y="75"/>
                    <a:pt x="206" y="42"/>
                  </a:cubicBezTo>
                  <a:cubicBezTo>
                    <a:pt x="206" y="25"/>
                    <a:pt x="190" y="25"/>
                    <a:pt x="173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7" name="Google Shape;12737;p32"/>
            <p:cNvSpPr/>
            <p:nvPr/>
          </p:nvSpPr>
          <p:spPr>
            <a:xfrm>
              <a:off x="4724875" y="30313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83" y="1"/>
                    <a:pt x="67" y="17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08" y="265"/>
                    <a:pt x="115" y="267"/>
                    <a:pt x="122" y="267"/>
                  </a:cubicBezTo>
                  <a:cubicBezTo>
                    <a:pt x="139" y="267"/>
                    <a:pt x="163" y="254"/>
                    <a:pt x="186" y="240"/>
                  </a:cubicBezTo>
                  <a:cubicBezTo>
                    <a:pt x="223" y="190"/>
                    <a:pt x="240" y="104"/>
                    <a:pt x="186" y="54"/>
                  </a:cubicBezTo>
                  <a:cubicBezTo>
                    <a:pt x="186" y="34"/>
                    <a:pt x="170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8" name="Google Shape;12738;p32"/>
            <p:cNvSpPr/>
            <p:nvPr/>
          </p:nvSpPr>
          <p:spPr>
            <a:xfrm>
              <a:off x="4580075" y="2793050"/>
              <a:ext cx="6100" cy="4425"/>
            </a:xfrm>
            <a:custGeom>
              <a:avLst/>
              <a:gdLst/>
              <a:ahLst/>
              <a:cxnLst/>
              <a:rect l="l" t="t" r="r" b="b"/>
              <a:pathLst>
                <a:path w="244" h="177" extrusionOk="0">
                  <a:moveTo>
                    <a:pt x="227" y="0"/>
                  </a:moveTo>
                  <a:lnTo>
                    <a:pt x="227" y="0"/>
                  </a:lnTo>
                  <a:cubicBezTo>
                    <a:pt x="157" y="17"/>
                    <a:pt x="70" y="33"/>
                    <a:pt x="0" y="50"/>
                  </a:cubicBezTo>
                  <a:cubicBezTo>
                    <a:pt x="0" y="83"/>
                    <a:pt x="21" y="103"/>
                    <a:pt x="37" y="136"/>
                  </a:cubicBezTo>
                  <a:cubicBezTo>
                    <a:pt x="54" y="153"/>
                    <a:pt x="70" y="169"/>
                    <a:pt x="103" y="169"/>
                  </a:cubicBezTo>
                  <a:cubicBezTo>
                    <a:pt x="114" y="174"/>
                    <a:pt x="123" y="176"/>
                    <a:pt x="131" y="176"/>
                  </a:cubicBezTo>
                  <a:cubicBezTo>
                    <a:pt x="151" y="176"/>
                    <a:pt x="166" y="165"/>
                    <a:pt x="190" y="153"/>
                  </a:cubicBezTo>
                  <a:cubicBezTo>
                    <a:pt x="227" y="120"/>
                    <a:pt x="243" y="5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9" name="Google Shape;12739;p32"/>
            <p:cNvSpPr/>
            <p:nvPr/>
          </p:nvSpPr>
          <p:spPr>
            <a:xfrm>
              <a:off x="4939175" y="29742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0" name="Google Shape;12740;p32"/>
            <p:cNvSpPr/>
            <p:nvPr/>
          </p:nvSpPr>
          <p:spPr>
            <a:xfrm>
              <a:off x="4969675" y="3016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90"/>
                    <a:pt x="34" y="223"/>
                    <a:pt x="67" y="244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4"/>
                    <a:pt x="186" y="223"/>
                    <a:pt x="223" y="207"/>
                  </a:cubicBezTo>
                  <a:cubicBezTo>
                    <a:pt x="240" y="174"/>
                    <a:pt x="240" y="141"/>
                    <a:pt x="240" y="104"/>
                  </a:cubicBezTo>
                  <a:cubicBezTo>
                    <a:pt x="223" y="71"/>
                    <a:pt x="207" y="38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1" name="Google Shape;12741;p32"/>
            <p:cNvSpPr/>
            <p:nvPr/>
          </p:nvSpPr>
          <p:spPr>
            <a:xfrm>
              <a:off x="4787550" y="30193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2" name="Google Shape;12742;p32"/>
            <p:cNvSpPr/>
            <p:nvPr/>
          </p:nvSpPr>
          <p:spPr>
            <a:xfrm>
              <a:off x="4866100" y="29411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0" y="174"/>
                    <a:pt x="21" y="207"/>
                    <a:pt x="54" y="224"/>
                  </a:cubicBezTo>
                  <a:cubicBezTo>
                    <a:pt x="70" y="261"/>
                    <a:pt x="103" y="261"/>
                    <a:pt x="124" y="261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27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3" name="Google Shape;12743;p32"/>
            <p:cNvSpPr/>
            <p:nvPr/>
          </p:nvSpPr>
          <p:spPr>
            <a:xfrm>
              <a:off x="4787550" y="2974650"/>
              <a:ext cx="5175" cy="4525"/>
            </a:xfrm>
            <a:custGeom>
              <a:avLst/>
              <a:gdLst/>
              <a:ahLst/>
              <a:cxnLst/>
              <a:rect l="l" t="t" r="r" b="b"/>
              <a:pathLst>
                <a:path w="207" h="181" extrusionOk="0">
                  <a:moveTo>
                    <a:pt x="190" y="1"/>
                  </a:moveTo>
                  <a:cubicBezTo>
                    <a:pt x="120" y="55"/>
                    <a:pt x="71" y="88"/>
                    <a:pt x="0" y="137"/>
                  </a:cubicBezTo>
                  <a:lnTo>
                    <a:pt x="17" y="158"/>
                  </a:lnTo>
                  <a:cubicBezTo>
                    <a:pt x="29" y="169"/>
                    <a:pt x="51" y="181"/>
                    <a:pt x="74" y="181"/>
                  </a:cubicBezTo>
                  <a:cubicBezTo>
                    <a:pt x="84" y="181"/>
                    <a:pt x="94" y="179"/>
                    <a:pt x="104" y="174"/>
                  </a:cubicBezTo>
                  <a:cubicBezTo>
                    <a:pt x="153" y="174"/>
                    <a:pt x="207" y="104"/>
                    <a:pt x="190" y="3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4" name="Google Shape;12744;p32"/>
            <p:cNvSpPr/>
            <p:nvPr/>
          </p:nvSpPr>
          <p:spPr>
            <a:xfrm>
              <a:off x="4896600" y="2982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23"/>
                    <a:pt x="71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5" name="Google Shape;12745;p32"/>
            <p:cNvSpPr/>
            <p:nvPr/>
          </p:nvSpPr>
          <p:spPr>
            <a:xfrm>
              <a:off x="4567700" y="28724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66" y="21"/>
                    <a:pt x="33" y="37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3"/>
                  </a:cubicBezTo>
                  <a:cubicBezTo>
                    <a:pt x="57" y="255"/>
                    <a:pt x="82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4"/>
                  </a:cubicBezTo>
                  <a:cubicBezTo>
                    <a:pt x="206" y="87"/>
                    <a:pt x="186" y="54"/>
                    <a:pt x="169" y="37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03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6" name="Google Shape;12746;p32"/>
            <p:cNvSpPr/>
            <p:nvPr/>
          </p:nvSpPr>
          <p:spPr>
            <a:xfrm>
              <a:off x="4690050" y="3023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8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3" y="40"/>
                    <a:pt x="17" y="77"/>
                    <a:pt x="17" y="110"/>
                  </a:cubicBezTo>
                  <a:cubicBezTo>
                    <a:pt x="0" y="143"/>
                    <a:pt x="17" y="180"/>
                    <a:pt x="33" y="213"/>
                  </a:cubicBezTo>
                  <a:cubicBezTo>
                    <a:pt x="54" y="244"/>
                    <a:pt x="85" y="263"/>
                    <a:pt x="118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39" y="180"/>
                    <a:pt x="239" y="110"/>
                    <a:pt x="206" y="40"/>
                  </a:cubicBezTo>
                  <a:cubicBezTo>
                    <a:pt x="190" y="24"/>
                    <a:pt x="173" y="7"/>
                    <a:pt x="157" y="7"/>
                  </a:cubicBezTo>
                  <a:lnTo>
                    <a:pt x="136" y="7"/>
                  </a:lnTo>
                  <a:cubicBezTo>
                    <a:pt x="127" y="2"/>
                    <a:pt x="117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7" name="Google Shape;12747;p32"/>
            <p:cNvSpPr/>
            <p:nvPr/>
          </p:nvSpPr>
          <p:spPr>
            <a:xfrm>
              <a:off x="4606750" y="2802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1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1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8" name="Google Shape;12748;p32"/>
            <p:cNvSpPr/>
            <p:nvPr/>
          </p:nvSpPr>
          <p:spPr>
            <a:xfrm>
              <a:off x="4954225" y="297517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3" y="256"/>
                  </a:cubicBezTo>
                  <a:cubicBezTo>
                    <a:pt x="92" y="259"/>
                    <a:pt x="101" y="260"/>
                    <a:pt x="111" y="260"/>
                  </a:cubicBezTo>
                  <a:cubicBezTo>
                    <a:pt x="159" y="260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4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9" name="Google Shape;12749;p32"/>
            <p:cNvSpPr/>
            <p:nvPr/>
          </p:nvSpPr>
          <p:spPr>
            <a:xfrm>
              <a:off x="4760025" y="3006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78" y="251"/>
                    <a:pt x="93" y="263"/>
                    <a:pt x="113" y="263"/>
                  </a:cubicBezTo>
                  <a:cubicBezTo>
                    <a:pt x="121" y="263"/>
                    <a:pt x="130" y="261"/>
                    <a:pt x="141" y="256"/>
                  </a:cubicBezTo>
                  <a:cubicBezTo>
                    <a:pt x="207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0" name="Google Shape;12750;p32"/>
            <p:cNvSpPr/>
            <p:nvPr/>
          </p:nvSpPr>
          <p:spPr>
            <a:xfrm>
              <a:off x="4623875" y="27842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9" y="1"/>
                  </a:moveTo>
                  <a:cubicBezTo>
                    <a:pt x="87" y="1"/>
                    <a:pt x="48" y="33"/>
                    <a:pt x="21" y="92"/>
                  </a:cubicBezTo>
                  <a:cubicBezTo>
                    <a:pt x="0" y="162"/>
                    <a:pt x="37" y="228"/>
                    <a:pt x="87" y="248"/>
                  </a:cubicBezTo>
                  <a:cubicBezTo>
                    <a:pt x="103" y="265"/>
                    <a:pt x="124" y="265"/>
                    <a:pt x="140" y="265"/>
                  </a:cubicBezTo>
                  <a:cubicBezTo>
                    <a:pt x="173" y="265"/>
                    <a:pt x="206" y="228"/>
                    <a:pt x="227" y="178"/>
                  </a:cubicBezTo>
                  <a:cubicBezTo>
                    <a:pt x="244" y="125"/>
                    <a:pt x="244" y="75"/>
                    <a:pt x="206" y="42"/>
                  </a:cubicBezTo>
                  <a:cubicBezTo>
                    <a:pt x="190" y="22"/>
                    <a:pt x="190" y="22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1" name="Google Shape;12751;p32"/>
            <p:cNvSpPr/>
            <p:nvPr/>
          </p:nvSpPr>
          <p:spPr>
            <a:xfrm>
              <a:off x="4631600" y="28429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0" y="149"/>
                    <a:pt x="38" y="219"/>
                    <a:pt x="87" y="252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00"/>
                    <a:pt x="227" y="30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2" name="Google Shape;12752;p32"/>
            <p:cNvSpPr/>
            <p:nvPr/>
          </p:nvSpPr>
          <p:spPr>
            <a:xfrm>
              <a:off x="4628200" y="28131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20" y="0"/>
                    <a:pt x="87" y="21"/>
                    <a:pt x="71" y="37"/>
                  </a:cubicBezTo>
                  <a:cubicBezTo>
                    <a:pt x="17" y="87"/>
                    <a:pt x="0" y="157"/>
                    <a:pt x="54" y="22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40" y="87"/>
                    <a:pt x="223" y="54"/>
                  </a:cubicBezTo>
                  <a:cubicBezTo>
                    <a:pt x="207" y="37"/>
                    <a:pt x="190" y="21"/>
                    <a:pt x="174" y="21"/>
                  </a:cubicBezTo>
                  <a:cubicBezTo>
                    <a:pt x="157" y="21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3" name="Google Shape;12753;p32"/>
            <p:cNvSpPr/>
            <p:nvPr/>
          </p:nvSpPr>
          <p:spPr>
            <a:xfrm>
              <a:off x="4638925" y="2827275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4" y="0"/>
                  </a:moveTo>
                  <a:cubicBezTo>
                    <a:pt x="98" y="0"/>
                    <a:pt x="51" y="30"/>
                    <a:pt x="37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6" y="254"/>
                    <a:pt x="123" y="258"/>
                    <a:pt x="140" y="258"/>
                  </a:cubicBezTo>
                  <a:cubicBezTo>
                    <a:pt x="183" y="258"/>
                    <a:pt x="216" y="225"/>
                    <a:pt x="243" y="177"/>
                  </a:cubicBezTo>
                  <a:cubicBezTo>
                    <a:pt x="260" y="107"/>
                    <a:pt x="223" y="37"/>
                    <a:pt x="173" y="4"/>
                  </a:cubicBezTo>
                  <a:cubicBezTo>
                    <a:pt x="164" y="1"/>
                    <a:pt x="154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4" name="Google Shape;12754;p32"/>
            <p:cNvSpPr/>
            <p:nvPr/>
          </p:nvSpPr>
          <p:spPr>
            <a:xfrm>
              <a:off x="4635525" y="2796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17"/>
                    <a:pt x="17" y="55"/>
                  </a:cubicBezTo>
                  <a:cubicBezTo>
                    <a:pt x="0" y="88"/>
                    <a:pt x="0" y="121"/>
                    <a:pt x="0" y="158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5"/>
                    <a:pt x="173" y="17"/>
                  </a:cubicBezTo>
                  <a:cubicBezTo>
                    <a:pt x="17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5" name="Google Shape;12755;p32"/>
            <p:cNvSpPr/>
            <p:nvPr/>
          </p:nvSpPr>
          <p:spPr>
            <a:xfrm>
              <a:off x="4638925" y="28737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40" y="1"/>
                  </a:moveTo>
                  <a:cubicBezTo>
                    <a:pt x="103" y="1"/>
                    <a:pt x="87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26" y="262"/>
                    <a:pt x="133" y="265"/>
                    <a:pt x="141" y="265"/>
                  </a:cubicBezTo>
                  <a:cubicBezTo>
                    <a:pt x="159" y="265"/>
                    <a:pt x="178" y="251"/>
                    <a:pt x="190" y="240"/>
                  </a:cubicBezTo>
                  <a:cubicBezTo>
                    <a:pt x="243" y="190"/>
                    <a:pt x="260" y="104"/>
                    <a:pt x="206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6" name="Google Shape;12756;p32"/>
            <p:cNvSpPr/>
            <p:nvPr/>
          </p:nvSpPr>
          <p:spPr>
            <a:xfrm>
              <a:off x="4640675" y="29059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38"/>
                    <a:pt x="17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0" y="191"/>
                    <a:pt x="17" y="228"/>
                    <a:pt x="50" y="24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4"/>
                    <a:pt x="223" y="191"/>
                    <a:pt x="223" y="104"/>
                  </a:cubicBezTo>
                  <a:cubicBezTo>
                    <a:pt x="223" y="71"/>
                    <a:pt x="206" y="55"/>
                    <a:pt x="173" y="22"/>
                  </a:cubicBezTo>
                  <a:lnTo>
                    <a:pt x="153" y="22"/>
                  </a:ln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7" name="Google Shape;12757;p32"/>
            <p:cNvSpPr/>
            <p:nvPr/>
          </p:nvSpPr>
          <p:spPr>
            <a:xfrm>
              <a:off x="4641075" y="2810375"/>
              <a:ext cx="5600" cy="6725"/>
            </a:xfrm>
            <a:custGeom>
              <a:avLst/>
              <a:gdLst/>
              <a:ahLst/>
              <a:cxnLst/>
              <a:rect l="l" t="t" r="r" b="b"/>
              <a:pathLst>
                <a:path w="224" h="269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87" y="8"/>
                    <a:pt x="54" y="29"/>
                    <a:pt x="34" y="45"/>
                  </a:cubicBezTo>
                  <a:cubicBezTo>
                    <a:pt x="17" y="62"/>
                    <a:pt x="1" y="111"/>
                    <a:pt x="17" y="148"/>
                  </a:cubicBezTo>
                  <a:cubicBezTo>
                    <a:pt x="17" y="181"/>
                    <a:pt x="34" y="214"/>
                    <a:pt x="54" y="235"/>
                  </a:cubicBezTo>
                  <a:cubicBezTo>
                    <a:pt x="71" y="252"/>
                    <a:pt x="104" y="268"/>
                    <a:pt x="137" y="268"/>
                  </a:cubicBezTo>
                  <a:cubicBezTo>
                    <a:pt x="190" y="252"/>
                    <a:pt x="223" y="198"/>
                    <a:pt x="223" y="132"/>
                  </a:cubicBezTo>
                  <a:lnTo>
                    <a:pt x="223" y="111"/>
                  </a:lnTo>
                  <a:cubicBezTo>
                    <a:pt x="223" y="62"/>
                    <a:pt x="190" y="29"/>
                    <a:pt x="157" y="8"/>
                  </a:cubicBezTo>
                  <a:cubicBezTo>
                    <a:pt x="144" y="8"/>
                    <a:pt x="132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8" name="Google Shape;12758;p32"/>
            <p:cNvSpPr/>
            <p:nvPr/>
          </p:nvSpPr>
          <p:spPr>
            <a:xfrm>
              <a:off x="4620875" y="295412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1" y="154"/>
                    <a:pt x="38" y="236"/>
                    <a:pt x="87" y="257"/>
                  </a:cubicBezTo>
                  <a:cubicBezTo>
                    <a:pt x="102" y="266"/>
                    <a:pt x="117" y="270"/>
                    <a:pt x="131" y="270"/>
                  </a:cubicBezTo>
                  <a:cubicBezTo>
                    <a:pt x="172" y="270"/>
                    <a:pt x="211" y="238"/>
                    <a:pt x="223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9" name="Google Shape;12759;p32"/>
            <p:cNvSpPr/>
            <p:nvPr/>
          </p:nvSpPr>
          <p:spPr>
            <a:xfrm>
              <a:off x="4618300" y="30176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17" y="66"/>
                    <a:pt x="1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44" y="169"/>
                    <a:pt x="244" y="136"/>
                  </a:cubicBezTo>
                  <a:cubicBezTo>
                    <a:pt x="244" y="103"/>
                    <a:pt x="244" y="66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0" name="Google Shape;12760;p32"/>
            <p:cNvSpPr/>
            <p:nvPr/>
          </p:nvSpPr>
          <p:spPr>
            <a:xfrm>
              <a:off x="4639325" y="28578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"/>
                    <a:pt x="1" y="67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70"/>
                    <a:pt x="227" y="104"/>
                  </a:cubicBezTo>
                  <a:cubicBezTo>
                    <a:pt x="227" y="67"/>
                    <a:pt x="207" y="34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1" name="Google Shape;12761;p32"/>
            <p:cNvSpPr/>
            <p:nvPr/>
          </p:nvSpPr>
          <p:spPr>
            <a:xfrm>
              <a:off x="4614500" y="30343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66" y="17"/>
                    <a:pt x="33" y="3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7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2" name="Google Shape;12762;p32"/>
            <p:cNvSpPr/>
            <p:nvPr/>
          </p:nvSpPr>
          <p:spPr>
            <a:xfrm>
              <a:off x="4617475" y="28935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" y="66"/>
                    <a:pt x="1" y="153"/>
                    <a:pt x="34" y="206"/>
                  </a:cubicBezTo>
                  <a:cubicBezTo>
                    <a:pt x="50" y="239"/>
                    <a:pt x="87" y="256"/>
                    <a:pt x="104" y="256"/>
                  </a:cubicBezTo>
                  <a:cubicBezTo>
                    <a:pt x="137" y="256"/>
                    <a:pt x="174" y="239"/>
                    <a:pt x="190" y="223"/>
                  </a:cubicBezTo>
                  <a:cubicBezTo>
                    <a:pt x="207" y="206"/>
                    <a:pt x="223" y="169"/>
                    <a:pt x="223" y="136"/>
                  </a:cubicBezTo>
                  <a:cubicBezTo>
                    <a:pt x="240" y="103"/>
                    <a:pt x="223" y="66"/>
                    <a:pt x="207" y="50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3" name="Google Shape;12763;p32"/>
            <p:cNvSpPr/>
            <p:nvPr/>
          </p:nvSpPr>
          <p:spPr>
            <a:xfrm>
              <a:off x="4617075" y="29901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17" y="54"/>
                    <a:pt x="17" y="87"/>
                    <a:pt x="0" y="120"/>
                  </a:cubicBezTo>
                  <a:cubicBezTo>
                    <a:pt x="0" y="157"/>
                    <a:pt x="17" y="190"/>
                    <a:pt x="33" y="207"/>
                  </a:cubicBezTo>
                  <a:cubicBezTo>
                    <a:pt x="52" y="237"/>
                    <a:pt x="83" y="256"/>
                    <a:pt x="117" y="256"/>
                  </a:cubicBezTo>
                  <a:cubicBezTo>
                    <a:pt x="141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4" name="Google Shape;12764;p32"/>
            <p:cNvSpPr/>
            <p:nvPr/>
          </p:nvSpPr>
          <p:spPr>
            <a:xfrm>
              <a:off x="4619225" y="2848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86" y="240"/>
                    <a:pt x="240" y="174"/>
                    <a:pt x="223" y="103"/>
                  </a:cubicBezTo>
                  <a:cubicBezTo>
                    <a:pt x="223" y="70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5" name="Google Shape;12765;p32"/>
            <p:cNvSpPr/>
            <p:nvPr/>
          </p:nvSpPr>
          <p:spPr>
            <a:xfrm>
              <a:off x="4620875" y="2798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2" y="0"/>
                  </a:moveTo>
                  <a:cubicBezTo>
                    <a:pt x="71" y="0"/>
                    <a:pt x="32" y="33"/>
                    <a:pt x="17" y="81"/>
                  </a:cubicBezTo>
                  <a:cubicBezTo>
                    <a:pt x="1" y="102"/>
                    <a:pt x="1" y="118"/>
                    <a:pt x="1" y="135"/>
                  </a:cubicBezTo>
                  <a:cubicBezTo>
                    <a:pt x="17" y="184"/>
                    <a:pt x="38" y="238"/>
                    <a:pt x="71" y="254"/>
                  </a:cubicBezTo>
                  <a:cubicBezTo>
                    <a:pt x="84" y="259"/>
                    <a:pt x="96" y="261"/>
                    <a:pt x="108" y="261"/>
                  </a:cubicBezTo>
                  <a:cubicBezTo>
                    <a:pt x="140" y="261"/>
                    <a:pt x="166" y="245"/>
                    <a:pt x="190" y="221"/>
                  </a:cubicBezTo>
                  <a:cubicBezTo>
                    <a:pt x="207" y="205"/>
                    <a:pt x="207" y="184"/>
                    <a:pt x="223" y="168"/>
                  </a:cubicBezTo>
                  <a:cubicBezTo>
                    <a:pt x="244" y="102"/>
                    <a:pt x="207" y="32"/>
                    <a:pt x="157" y="15"/>
                  </a:cubicBezTo>
                  <a:cubicBezTo>
                    <a:pt x="143" y="5"/>
                    <a:pt x="127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6" name="Google Shape;12766;p32"/>
            <p:cNvSpPr/>
            <p:nvPr/>
          </p:nvSpPr>
          <p:spPr>
            <a:xfrm>
              <a:off x="4606350" y="297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6" y="1"/>
                  </a:moveTo>
                  <a:cubicBezTo>
                    <a:pt x="83" y="1"/>
                    <a:pt x="61" y="14"/>
                    <a:pt x="50" y="26"/>
                  </a:cubicBezTo>
                  <a:cubicBezTo>
                    <a:pt x="0" y="75"/>
                    <a:pt x="0" y="162"/>
                    <a:pt x="33" y="216"/>
                  </a:cubicBezTo>
                  <a:cubicBezTo>
                    <a:pt x="50" y="232"/>
                    <a:pt x="83" y="249"/>
                    <a:pt x="103" y="265"/>
                  </a:cubicBezTo>
                  <a:cubicBezTo>
                    <a:pt x="136" y="265"/>
                    <a:pt x="169" y="249"/>
                    <a:pt x="186" y="232"/>
                  </a:cubicBezTo>
                  <a:cubicBezTo>
                    <a:pt x="239" y="178"/>
                    <a:pt x="239" y="113"/>
                    <a:pt x="207" y="42"/>
                  </a:cubicBezTo>
                  <a:cubicBezTo>
                    <a:pt x="186" y="26"/>
                    <a:pt x="169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6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7" name="Google Shape;12767;p32"/>
            <p:cNvSpPr/>
            <p:nvPr/>
          </p:nvSpPr>
          <p:spPr>
            <a:xfrm>
              <a:off x="4629950" y="29837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90" y="240"/>
                    <a:pt x="223" y="186"/>
                    <a:pt x="223" y="104"/>
                  </a:cubicBezTo>
                  <a:cubicBezTo>
                    <a:pt x="207" y="67"/>
                    <a:pt x="207" y="50"/>
                    <a:pt x="170" y="17"/>
                  </a:cubicBezTo>
                  <a:lnTo>
                    <a:pt x="153" y="17"/>
                  </a:lnTo>
                  <a:cubicBezTo>
                    <a:pt x="137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8" name="Google Shape;12768;p32"/>
            <p:cNvSpPr/>
            <p:nvPr/>
          </p:nvSpPr>
          <p:spPr>
            <a:xfrm>
              <a:off x="4608400" y="29098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21" y="50"/>
                    <a:pt x="1" y="104"/>
                    <a:pt x="1" y="137"/>
                  </a:cubicBezTo>
                  <a:cubicBezTo>
                    <a:pt x="21" y="174"/>
                    <a:pt x="21" y="207"/>
                    <a:pt x="54" y="223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28" y="190"/>
                    <a:pt x="228" y="120"/>
                  </a:cubicBezTo>
                  <a:lnTo>
                    <a:pt x="228" y="104"/>
                  </a:lnTo>
                  <a:cubicBezTo>
                    <a:pt x="228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9" name="Google Shape;12769;p32"/>
            <p:cNvSpPr/>
            <p:nvPr/>
          </p:nvSpPr>
          <p:spPr>
            <a:xfrm>
              <a:off x="4608000" y="30051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7" y="0"/>
                  </a:moveTo>
                  <a:cubicBezTo>
                    <a:pt x="70" y="17"/>
                    <a:pt x="37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7" y="239"/>
                  </a:cubicBezTo>
                  <a:cubicBezTo>
                    <a:pt x="61" y="251"/>
                    <a:pt x="76" y="265"/>
                    <a:pt x="94" y="265"/>
                  </a:cubicBezTo>
                  <a:cubicBezTo>
                    <a:pt x="102" y="265"/>
                    <a:pt x="110" y="262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06" y="87"/>
                    <a:pt x="190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0" name="Google Shape;12770;p32"/>
            <p:cNvSpPr/>
            <p:nvPr/>
          </p:nvSpPr>
          <p:spPr>
            <a:xfrm>
              <a:off x="4611500" y="2865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3" y="1"/>
                    <a:pt x="66" y="1"/>
                    <a:pt x="33" y="34"/>
                  </a:cubicBezTo>
                  <a:cubicBezTo>
                    <a:pt x="17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3" y="240"/>
                    <a:pt x="66" y="257"/>
                    <a:pt x="104" y="257"/>
                  </a:cubicBezTo>
                  <a:cubicBezTo>
                    <a:pt x="120" y="257"/>
                    <a:pt x="153" y="257"/>
                    <a:pt x="170" y="224"/>
                  </a:cubicBezTo>
                  <a:cubicBezTo>
                    <a:pt x="223" y="191"/>
                    <a:pt x="240" y="104"/>
                    <a:pt x="186" y="50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1" name="Google Shape;12771;p32"/>
            <p:cNvSpPr/>
            <p:nvPr/>
          </p:nvSpPr>
          <p:spPr>
            <a:xfrm>
              <a:off x="4603250" y="30223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87" y="1"/>
                  </a:moveTo>
                  <a:cubicBezTo>
                    <a:pt x="87" y="17"/>
                    <a:pt x="71" y="17"/>
                    <a:pt x="71" y="17"/>
                  </a:cubicBezTo>
                  <a:cubicBezTo>
                    <a:pt x="21" y="34"/>
                    <a:pt x="1" y="104"/>
                    <a:pt x="1" y="153"/>
                  </a:cubicBezTo>
                  <a:cubicBezTo>
                    <a:pt x="1" y="186"/>
                    <a:pt x="21" y="223"/>
                    <a:pt x="54" y="240"/>
                  </a:cubicBezTo>
                  <a:cubicBezTo>
                    <a:pt x="66" y="252"/>
                    <a:pt x="86" y="263"/>
                    <a:pt x="104" y="263"/>
                  </a:cubicBezTo>
                  <a:cubicBezTo>
                    <a:pt x="111" y="263"/>
                    <a:pt x="118" y="261"/>
                    <a:pt x="124" y="256"/>
                  </a:cubicBezTo>
                  <a:cubicBezTo>
                    <a:pt x="190" y="256"/>
                    <a:pt x="227" y="186"/>
                    <a:pt x="227" y="120"/>
                  </a:cubicBezTo>
                  <a:cubicBezTo>
                    <a:pt x="227" y="104"/>
                    <a:pt x="207" y="83"/>
                    <a:pt x="207" y="83"/>
                  </a:cubicBezTo>
                  <a:cubicBezTo>
                    <a:pt x="207" y="50"/>
                    <a:pt x="174" y="34"/>
                    <a:pt x="157" y="17"/>
                  </a:cubicBezTo>
                  <a:cubicBezTo>
                    <a:pt x="141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2" name="Google Shape;12772;p32"/>
            <p:cNvSpPr/>
            <p:nvPr/>
          </p:nvSpPr>
          <p:spPr>
            <a:xfrm>
              <a:off x="4599850" y="29897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77" y="252"/>
                    <a:pt x="92" y="265"/>
                    <a:pt x="111" y="265"/>
                  </a:cubicBezTo>
                  <a:cubicBezTo>
                    <a:pt x="118" y="265"/>
                    <a:pt x="127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3" name="Google Shape;12773;p32"/>
            <p:cNvSpPr/>
            <p:nvPr/>
          </p:nvSpPr>
          <p:spPr>
            <a:xfrm>
              <a:off x="4606750" y="2957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17"/>
                    <a:pt x="1" y="87"/>
                    <a:pt x="1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1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91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4" name="Google Shape;12774;p32"/>
            <p:cNvSpPr/>
            <p:nvPr/>
          </p:nvSpPr>
          <p:spPr>
            <a:xfrm>
              <a:off x="4606350" y="292642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4" y="1"/>
                  </a:moveTo>
                  <a:cubicBezTo>
                    <a:pt x="99" y="1"/>
                    <a:pt x="47" y="36"/>
                    <a:pt x="33" y="91"/>
                  </a:cubicBezTo>
                  <a:cubicBezTo>
                    <a:pt x="0" y="145"/>
                    <a:pt x="33" y="231"/>
                    <a:pt x="83" y="248"/>
                  </a:cubicBezTo>
                  <a:cubicBezTo>
                    <a:pt x="97" y="257"/>
                    <a:pt x="112" y="261"/>
                    <a:pt x="128" y="261"/>
                  </a:cubicBezTo>
                  <a:cubicBezTo>
                    <a:pt x="171" y="261"/>
                    <a:pt x="215" y="229"/>
                    <a:pt x="239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2" y="2"/>
                    <a:pt x="15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5" name="Google Shape;12775;p32"/>
            <p:cNvSpPr/>
            <p:nvPr/>
          </p:nvSpPr>
          <p:spPr>
            <a:xfrm>
              <a:off x="4632525" y="2890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6" name="Google Shape;12776;p32"/>
            <p:cNvSpPr/>
            <p:nvPr/>
          </p:nvSpPr>
          <p:spPr>
            <a:xfrm>
              <a:off x="4620050" y="29235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44"/>
                  </a:cubicBezTo>
                  <a:cubicBezTo>
                    <a:pt x="240" y="191"/>
                    <a:pt x="256" y="104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7" name="Google Shape;12777;p32"/>
            <p:cNvSpPr/>
            <p:nvPr/>
          </p:nvSpPr>
          <p:spPr>
            <a:xfrm>
              <a:off x="4629025" y="294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1"/>
                  </a:moveTo>
                  <a:cubicBezTo>
                    <a:pt x="101" y="1"/>
                    <a:pt x="48" y="33"/>
                    <a:pt x="21" y="92"/>
                  </a:cubicBezTo>
                  <a:cubicBezTo>
                    <a:pt x="0" y="162"/>
                    <a:pt x="38" y="228"/>
                    <a:pt x="87" y="244"/>
                  </a:cubicBezTo>
                  <a:cubicBezTo>
                    <a:pt x="102" y="254"/>
                    <a:pt x="117" y="259"/>
                    <a:pt x="133" y="259"/>
                  </a:cubicBezTo>
                  <a:cubicBezTo>
                    <a:pt x="174" y="259"/>
                    <a:pt x="217" y="226"/>
                    <a:pt x="244" y="178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8" name="Google Shape;12778;p32"/>
            <p:cNvSpPr/>
            <p:nvPr/>
          </p:nvSpPr>
          <p:spPr>
            <a:xfrm>
              <a:off x="4635925" y="29231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17" y="33"/>
                    <a:pt x="1" y="104"/>
                    <a:pt x="1" y="157"/>
                  </a:cubicBezTo>
                  <a:cubicBezTo>
                    <a:pt x="1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104"/>
                    <a:pt x="223" y="87"/>
                    <a:pt x="207" y="87"/>
                  </a:cubicBezTo>
                  <a:cubicBezTo>
                    <a:pt x="207" y="54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9" name="Google Shape;12779;p32"/>
            <p:cNvSpPr/>
            <p:nvPr/>
          </p:nvSpPr>
          <p:spPr>
            <a:xfrm>
              <a:off x="4625625" y="290777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29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33" y="13"/>
                    <a:pt x="0" y="83"/>
                    <a:pt x="0" y="153"/>
                  </a:cubicBezTo>
                  <a:cubicBezTo>
                    <a:pt x="0" y="186"/>
                    <a:pt x="17" y="219"/>
                    <a:pt x="54" y="235"/>
                  </a:cubicBezTo>
                  <a:cubicBezTo>
                    <a:pt x="70" y="256"/>
                    <a:pt x="103" y="272"/>
                    <a:pt x="136" y="272"/>
                  </a:cubicBezTo>
                  <a:cubicBezTo>
                    <a:pt x="190" y="256"/>
                    <a:pt x="223" y="186"/>
                    <a:pt x="223" y="116"/>
                  </a:cubicBezTo>
                  <a:cubicBezTo>
                    <a:pt x="223" y="83"/>
                    <a:pt x="206" y="50"/>
                    <a:pt x="174" y="29"/>
                  </a:cubicBezTo>
                  <a:lnTo>
                    <a:pt x="157" y="13"/>
                  </a:lnTo>
                  <a:cubicBezTo>
                    <a:pt x="147" y="4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0" name="Google Shape;12780;p32"/>
            <p:cNvSpPr/>
            <p:nvPr/>
          </p:nvSpPr>
          <p:spPr>
            <a:xfrm>
              <a:off x="4623875" y="28783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7" y="1"/>
                  </a:moveTo>
                  <a:cubicBezTo>
                    <a:pt x="118" y="1"/>
                    <a:pt x="110" y="3"/>
                    <a:pt x="103" y="8"/>
                  </a:cubicBezTo>
                  <a:cubicBezTo>
                    <a:pt x="54" y="8"/>
                    <a:pt x="0" y="74"/>
                    <a:pt x="21" y="144"/>
                  </a:cubicBezTo>
                  <a:cubicBezTo>
                    <a:pt x="21" y="177"/>
                    <a:pt x="37" y="214"/>
                    <a:pt x="70" y="231"/>
                  </a:cubicBezTo>
                  <a:cubicBezTo>
                    <a:pt x="87" y="247"/>
                    <a:pt x="124" y="264"/>
                    <a:pt x="140" y="264"/>
                  </a:cubicBezTo>
                  <a:cubicBezTo>
                    <a:pt x="173" y="247"/>
                    <a:pt x="206" y="231"/>
                    <a:pt x="227" y="214"/>
                  </a:cubicBezTo>
                  <a:cubicBezTo>
                    <a:pt x="244" y="177"/>
                    <a:pt x="244" y="144"/>
                    <a:pt x="244" y="111"/>
                  </a:cubicBezTo>
                  <a:cubicBezTo>
                    <a:pt x="227" y="74"/>
                    <a:pt x="227" y="41"/>
                    <a:pt x="190" y="25"/>
                  </a:cubicBezTo>
                  <a:lnTo>
                    <a:pt x="173" y="8"/>
                  </a:lnTo>
                  <a:cubicBezTo>
                    <a:pt x="162" y="8"/>
                    <a:pt x="144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1" name="Google Shape;12781;p32"/>
            <p:cNvSpPr/>
            <p:nvPr/>
          </p:nvSpPr>
          <p:spPr>
            <a:xfrm>
              <a:off x="4623875" y="2828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2" name="Google Shape;12782;p32"/>
            <p:cNvSpPr/>
            <p:nvPr/>
          </p:nvSpPr>
          <p:spPr>
            <a:xfrm>
              <a:off x="4625625" y="2862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4"/>
                    <a:pt x="17" y="144"/>
                  </a:cubicBezTo>
                  <a:cubicBezTo>
                    <a:pt x="17" y="214"/>
                    <a:pt x="70" y="263"/>
                    <a:pt x="136" y="263"/>
                  </a:cubicBezTo>
                  <a:cubicBezTo>
                    <a:pt x="174" y="247"/>
                    <a:pt x="190" y="230"/>
                    <a:pt x="206" y="214"/>
                  </a:cubicBezTo>
                  <a:cubicBezTo>
                    <a:pt x="223" y="177"/>
                    <a:pt x="239" y="144"/>
                    <a:pt x="223" y="111"/>
                  </a:cubicBezTo>
                  <a:cubicBezTo>
                    <a:pt x="223" y="74"/>
                    <a:pt x="206" y="41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3" name="Google Shape;12783;p32"/>
            <p:cNvSpPr/>
            <p:nvPr/>
          </p:nvSpPr>
          <p:spPr>
            <a:xfrm>
              <a:off x="4619225" y="2970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74"/>
                    <a:pt x="34" y="207"/>
                    <a:pt x="67" y="228"/>
                  </a:cubicBezTo>
                  <a:cubicBezTo>
                    <a:pt x="83" y="261"/>
                    <a:pt x="120" y="261"/>
                    <a:pt x="137" y="261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23" y="38"/>
                    <a:pt x="186" y="21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4" name="Google Shape;12784;p32"/>
            <p:cNvSpPr/>
            <p:nvPr/>
          </p:nvSpPr>
          <p:spPr>
            <a:xfrm>
              <a:off x="4818475" y="3042150"/>
              <a:ext cx="5575" cy="3450"/>
            </a:xfrm>
            <a:custGeom>
              <a:avLst/>
              <a:gdLst/>
              <a:ahLst/>
              <a:cxnLst/>
              <a:rect l="l" t="t" r="r" b="b"/>
              <a:pathLst>
                <a:path w="223" h="13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00"/>
                    <a:pt x="0" y="117"/>
                    <a:pt x="0" y="117"/>
                  </a:cubicBezTo>
                  <a:lnTo>
                    <a:pt x="223" y="137"/>
                  </a:lnTo>
                  <a:cubicBezTo>
                    <a:pt x="223" y="84"/>
                    <a:pt x="206" y="34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5" name="Google Shape;12785;p32"/>
            <p:cNvSpPr/>
            <p:nvPr/>
          </p:nvSpPr>
          <p:spPr>
            <a:xfrm>
              <a:off x="4739000" y="3028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6" name="Google Shape;12786;p32"/>
            <p:cNvSpPr/>
            <p:nvPr/>
          </p:nvSpPr>
          <p:spPr>
            <a:xfrm>
              <a:off x="4664275" y="30107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8" y="255"/>
                    <a:pt x="101" y="267"/>
                    <a:pt x="119" y="267"/>
                  </a:cubicBezTo>
                  <a:cubicBezTo>
                    <a:pt x="126" y="267"/>
                    <a:pt x="132" y="265"/>
                    <a:pt x="136" y="261"/>
                  </a:cubicBezTo>
                  <a:cubicBezTo>
                    <a:pt x="174" y="261"/>
                    <a:pt x="190" y="240"/>
                    <a:pt x="207" y="207"/>
                  </a:cubicBezTo>
                  <a:cubicBezTo>
                    <a:pt x="223" y="191"/>
                    <a:pt x="240" y="158"/>
                    <a:pt x="240" y="121"/>
                  </a:cubicBezTo>
                  <a:cubicBezTo>
                    <a:pt x="223" y="88"/>
                    <a:pt x="207" y="55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7" name="Google Shape;12787;p32"/>
            <p:cNvSpPr/>
            <p:nvPr/>
          </p:nvSpPr>
          <p:spPr>
            <a:xfrm>
              <a:off x="4752300" y="3039900"/>
              <a:ext cx="6100" cy="4775"/>
            </a:xfrm>
            <a:custGeom>
              <a:avLst/>
              <a:gdLst/>
              <a:ahLst/>
              <a:cxnLst/>
              <a:rect l="l" t="t" r="r" b="b"/>
              <a:pathLst>
                <a:path w="244" h="191" extrusionOk="0">
                  <a:moveTo>
                    <a:pt x="141" y="1"/>
                  </a:moveTo>
                  <a:cubicBezTo>
                    <a:pt x="103" y="1"/>
                    <a:pt x="87" y="1"/>
                    <a:pt x="54" y="21"/>
                  </a:cubicBezTo>
                  <a:cubicBezTo>
                    <a:pt x="17" y="71"/>
                    <a:pt x="0" y="141"/>
                    <a:pt x="38" y="190"/>
                  </a:cubicBezTo>
                  <a:lnTo>
                    <a:pt x="223" y="190"/>
                  </a:lnTo>
                  <a:cubicBezTo>
                    <a:pt x="244" y="157"/>
                    <a:pt x="244" y="87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8" name="Google Shape;12788;p32"/>
            <p:cNvSpPr/>
            <p:nvPr/>
          </p:nvSpPr>
          <p:spPr>
            <a:xfrm>
              <a:off x="4744975" y="300865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1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41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7" y="239"/>
                    <a:pt x="244" y="187"/>
                  </a:cubicBezTo>
                  <a:cubicBezTo>
                    <a:pt x="260" y="117"/>
                    <a:pt x="227" y="34"/>
                    <a:pt x="174" y="14"/>
                  </a:cubicBezTo>
                  <a:cubicBezTo>
                    <a:pt x="161" y="5"/>
                    <a:pt x="146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9" name="Google Shape;12789;p32"/>
            <p:cNvSpPr/>
            <p:nvPr/>
          </p:nvSpPr>
          <p:spPr>
            <a:xfrm>
              <a:off x="4698600" y="30359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09" y="1"/>
                    <a:pt x="99" y="3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1"/>
                  </a:cubicBezTo>
                  <a:cubicBezTo>
                    <a:pt x="70" y="247"/>
                    <a:pt x="103" y="264"/>
                    <a:pt x="124" y="264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7" y="181"/>
                    <a:pt x="227" y="144"/>
                    <a:pt x="227" y="111"/>
                  </a:cubicBezTo>
                  <a:cubicBezTo>
                    <a:pt x="227" y="78"/>
                    <a:pt x="207" y="41"/>
                    <a:pt x="174" y="25"/>
                  </a:cubicBezTo>
                  <a:lnTo>
                    <a:pt x="157" y="8"/>
                  </a:ln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0" name="Google Shape;12790;p32"/>
            <p:cNvSpPr/>
            <p:nvPr/>
          </p:nvSpPr>
          <p:spPr>
            <a:xfrm>
              <a:off x="4666025" y="29952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5" y="215"/>
                    <a:pt x="55" y="263"/>
                    <a:pt x="111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0" y="260"/>
                    <a:pt x="190" y="240"/>
                    <a:pt x="207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1" name="Google Shape;12791;p32"/>
            <p:cNvSpPr/>
            <p:nvPr/>
          </p:nvSpPr>
          <p:spPr>
            <a:xfrm>
              <a:off x="4679325" y="3006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70" y="0"/>
                  </a:moveTo>
                  <a:cubicBezTo>
                    <a:pt x="70" y="17"/>
                    <a:pt x="50" y="17"/>
                    <a:pt x="50" y="17"/>
                  </a:cubicBezTo>
                  <a:cubicBezTo>
                    <a:pt x="0" y="50"/>
                    <a:pt x="0" y="136"/>
                    <a:pt x="33" y="186"/>
                  </a:cubicBezTo>
                  <a:cubicBezTo>
                    <a:pt x="50" y="223"/>
                    <a:pt x="87" y="240"/>
                    <a:pt x="120" y="240"/>
                  </a:cubicBezTo>
                  <a:cubicBezTo>
                    <a:pt x="136" y="240"/>
                    <a:pt x="174" y="240"/>
                    <a:pt x="190" y="223"/>
                  </a:cubicBezTo>
                  <a:cubicBezTo>
                    <a:pt x="207" y="207"/>
                    <a:pt x="223" y="186"/>
                    <a:pt x="223" y="169"/>
                  </a:cubicBezTo>
                  <a:cubicBezTo>
                    <a:pt x="174" y="120"/>
                    <a:pt x="120" y="66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2" name="Google Shape;12792;p32"/>
            <p:cNvSpPr/>
            <p:nvPr/>
          </p:nvSpPr>
          <p:spPr>
            <a:xfrm>
              <a:off x="4755800" y="2998275"/>
              <a:ext cx="2100" cy="1350"/>
            </a:xfrm>
            <a:custGeom>
              <a:avLst/>
              <a:gdLst/>
              <a:ahLst/>
              <a:cxnLst/>
              <a:rect l="l" t="t" r="r" b="b"/>
              <a:pathLst>
                <a:path w="84" h="54" extrusionOk="0">
                  <a:moveTo>
                    <a:pt x="83" y="0"/>
                  </a:moveTo>
                  <a:cubicBezTo>
                    <a:pt x="50" y="17"/>
                    <a:pt x="34" y="37"/>
                    <a:pt x="1" y="54"/>
                  </a:cubicBezTo>
                  <a:cubicBezTo>
                    <a:pt x="34" y="54"/>
                    <a:pt x="67" y="37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3" name="Google Shape;12793;p32"/>
            <p:cNvSpPr/>
            <p:nvPr/>
          </p:nvSpPr>
          <p:spPr>
            <a:xfrm>
              <a:off x="4911650" y="298157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4" name="Google Shape;12794;p32"/>
            <p:cNvSpPr/>
            <p:nvPr/>
          </p:nvSpPr>
          <p:spPr>
            <a:xfrm>
              <a:off x="4903500" y="2998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87" y="260"/>
                    <a:pt x="104" y="260"/>
                  </a:cubicBezTo>
                  <a:cubicBezTo>
                    <a:pt x="113" y="265"/>
                    <a:pt x="123" y="267"/>
                    <a:pt x="133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5" name="Google Shape;12795;p32"/>
            <p:cNvSpPr/>
            <p:nvPr/>
          </p:nvSpPr>
          <p:spPr>
            <a:xfrm>
              <a:off x="4903925" y="2966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54" y="33"/>
                    <a:pt x="33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87" y="239"/>
                  </a:cubicBezTo>
                  <a:cubicBezTo>
                    <a:pt x="100" y="249"/>
                    <a:pt x="115" y="254"/>
                    <a:pt x="130" y="254"/>
                  </a:cubicBezTo>
                  <a:cubicBezTo>
                    <a:pt x="170" y="254"/>
                    <a:pt x="211" y="221"/>
                    <a:pt x="223" y="173"/>
                  </a:cubicBezTo>
                  <a:cubicBezTo>
                    <a:pt x="239" y="103"/>
                    <a:pt x="223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6" name="Google Shape;12796;p32"/>
            <p:cNvSpPr/>
            <p:nvPr/>
          </p:nvSpPr>
          <p:spPr>
            <a:xfrm>
              <a:off x="4909475" y="30266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41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7"/>
                    <a:pt x="1" y="158"/>
                    <a:pt x="54" y="224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31" y="265"/>
                    <a:pt x="140" y="267"/>
                    <a:pt x="149" y="267"/>
                  </a:cubicBezTo>
                  <a:cubicBezTo>
                    <a:pt x="169" y="267"/>
                    <a:pt x="184" y="256"/>
                    <a:pt x="207" y="244"/>
                  </a:cubicBezTo>
                  <a:cubicBezTo>
                    <a:pt x="223" y="207"/>
                    <a:pt x="244" y="191"/>
                    <a:pt x="244" y="158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7" name="Google Shape;12797;p32"/>
            <p:cNvSpPr/>
            <p:nvPr/>
          </p:nvSpPr>
          <p:spPr>
            <a:xfrm>
              <a:off x="4906075" y="29489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37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0" y="133"/>
                    <a:pt x="223" y="84"/>
                    <a:pt x="207" y="51"/>
                  </a:cubicBezTo>
                  <a:cubicBezTo>
                    <a:pt x="190" y="30"/>
                    <a:pt x="174" y="14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8" name="Google Shape;12798;p32"/>
            <p:cNvSpPr/>
            <p:nvPr/>
          </p:nvSpPr>
          <p:spPr>
            <a:xfrm>
              <a:off x="4848575" y="3041150"/>
              <a:ext cx="6000" cy="4450"/>
            </a:xfrm>
            <a:custGeom>
              <a:avLst/>
              <a:gdLst/>
              <a:ahLst/>
              <a:cxnLst/>
              <a:rect l="l" t="t" r="r" b="b"/>
              <a:pathLst>
                <a:path w="240" h="178" extrusionOk="0">
                  <a:moveTo>
                    <a:pt x="126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07"/>
                    <a:pt x="0" y="140"/>
                    <a:pt x="17" y="177"/>
                  </a:cubicBezTo>
                  <a:lnTo>
                    <a:pt x="223" y="177"/>
                  </a:lnTo>
                  <a:cubicBezTo>
                    <a:pt x="239" y="107"/>
                    <a:pt x="223" y="37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9" name="Google Shape;12799;p32"/>
            <p:cNvSpPr/>
            <p:nvPr/>
          </p:nvSpPr>
          <p:spPr>
            <a:xfrm>
              <a:off x="4894950" y="3029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6" y="7"/>
                    <a:pt x="50" y="28"/>
                    <a:pt x="33" y="61"/>
                  </a:cubicBezTo>
                  <a:cubicBezTo>
                    <a:pt x="17" y="78"/>
                    <a:pt x="0" y="111"/>
                    <a:pt x="0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66" y="251"/>
                    <a:pt x="104" y="267"/>
                    <a:pt x="137" y="267"/>
                  </a:cubicBezTo>
                  <a:cubicBezTo>
                    <a:pt x="186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86" y="28"/>
                  </a:cubicBezTo>
                  <a:cubicBezTo>
                    <a:pt x="170" y="28"/>
                    <a:pt x="170" y="7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0" name="Google Shape;12800;p32"/>
            <p:cNvSpPr/>
            <p:nvPr/>
          </p:nvSpPr>
          <p:spPr>
            <a:xfrm>
              <a:off x="4900100" y="3013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3" y="1"/>
                  </a:moveTo>
                  <a:cubicBezTo>
                    <a:pt x="133" y="1"/>
                    <a:pt x="120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67" y="240"/>
                  </a:cubicBezTo>
                  <a:cubicBezTo>
                    <a:pt x="78" y="251"/>
                    <a:pt x="100" y="263"/>
                    <a:pt x="118" y="263"/>
                  </a:cubicBezTo>
                  <a:cubicBezTo>
                    <a:pt x="125" y="263"/>
                    <a:pt x="132" y="261"/>
                    <a:pt x="137" y="256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3" y="67"/>
                    <a:pt x="207" y="34"/>
                    <a:pt x="170" y="13"/>
                  </a:cubicBezTo>
                  <a:cubicBezTo>
                    <a:pt x="161" y="5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1" name="Google Shape;12801;p32"/>
            <p:cNvSpPr/>
            <p:nvPr/>
          </p:nvSpPr>
          <p:spPr>
            <a:xfrm>
              <a:off x="4833100" y="30404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69"/>
                    <a:pt x="17" y="186"/>
                    <a:pt x="34" y="206"/>
                  </a:cubicBezTo>
                  <a:lnTo>
                    <a:pt x="223" y="206"/>
                  </a:lnTo>
                  <a:cubicBezTo>
                    <a:pt x="223" y="169"/>
                    <a:pt x="240" y="136"/>
                    <a:pt x="240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2" name="Google Shape;12802;p32"/>
            <p:cNvSpPr/>
            <p:nvPr/>
          </p:nvSpPr>
          <p:spPr>
            <a:xfrm>
              <a:off x="4578825" y="29647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20" y="0"/>
                  </a:moveTo>
                  <a:cubicBezTo>
                    <a:pt x="87" y="0"/>
                    <a:pt x="50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71" y="260"/>
                    <a:pt x="87" y="260"/>
                  </a:cubicBezTo>
                  <a:cubicBezTo>
                    <a:pt x="120" y="260"/>
                    <a:pt x="153" y="260"/>
                    <a:pt x="174" y="223"/>
                  </a:cubicBezTo>
                  <a:cubicBezTo>
                    <a:pt x="223" y="190"/>
                    <a:pt x="223" y="103"/>
                    <a:pt x="190" y="54"/>
                  </a:cubicBezTo>
                  <a:cubicBezTo>
                    <a:pt x="174" y="3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3" name="Google Shape;12803;p32"/>
            <p:cNvSpPr/>
            <p:nvPr/>
          </p:nvSpPr>
          <p:spPr>
            <a:xfrm>
              <a:off x="4575825" y="30089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8" y="1"/>
                  </a:moveTo>
                  <a:cubicBezTo>
                    <a:pt x="67" y="1"/>
                    <a:pt x="50" y="21"/>
                    <a:pt x="34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07"/>
                    <a:pt x="50" y="228"/>
                  </a:cubicBezTo>
                  <a:cubicBezTo>
                    <a:pt x="67" y="261"/>
                    <a:pt x="104" y="261"/>
                    <a:pt x="121" y="261"/>
                  </a:cubicBezTo>
                  <a:cubicBezTo>
                    <a:pt x="191" y="244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07" y="54"/>
                    <a:pt x="191" y="21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4" name="Google Shape;12804;p32"/>
            <p:cNvSpPr/>
            <p:nvPr/>
          </p:nvSpPr>
          <p:spPr>
            <a:xfrm>
              <a:off x="4579250" y="29323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1"/>
                  </a:moveTo>
                  <a:cubicBezTo>
                    <a:pt x="92" y="1"/>
                    <a:pt x="73" y="9"/>
                    <a:pt x="54" y="28"/>
                  </a:cubicBezTo>
                  <a:cubicBezTo>
                    <a:pt x="33" y="28"/>
                    <a:pt x="17" y="61"/>
                    <a:pt x="0" y="78"/>
                  </a:cubicBezTo>
                  <a:lnTo>
                    <a:pt x="0" y="164"/>
                  </a:lnTo>
                  <a:cubicBezTo>
                    <a:pt x="17" y="201"/>
                    <a:pt x="33" y="234"/>
                    <a:pt x="70" y="251"/>
                  </a:cubicBezTo>
                  <a:cubicBezTo>
                    <a:pt x="83" y="260"/>
                    <a:pt x="98" y="264"/>
                    <a:pt x="112" y="264"/>
                  </a:cubicBezTo>
                  <a:cubicBezTo>
                    <a:pt x="153" y="264"/>
                    <a:pt x="194" y="232"/>
                    <a:pt x="206" y="181"/>
                  </a:cubicBezTo>
                  <a:cubicBezTo>
                    <a:pt x="223" y="115"/>
                    <a:pt x="206" y="28"/>
                    <a:pt x="136" y="12"/>
                  </a:cubicBezTo>
                  <a:cubicBezTo>
                    <a:pt x="129" y="5"/>
                    <a:pt x="120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5" name="Google Shape;12805;p32"/>
            <p:cNvSpPr/>
            <p:nvPr/>
          </p:nvSpPr>
          <p:spPr>
            <a:xfrm>
              <a:off x="4584400" y="2992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20" y="0"/>
                    <a:pt x="87" y="0"/>
                    <a:pt x="70" y="33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0" y="240"/>
                    <a:pt x="87" y="260"/>
                    <a:pt x="120" y="260"/>
                  </a:cubicBezTo>
                  <a:cubicBezTo>
                    <a:pt x="157" y="260"/>
                    <a:pt x="173" y="260"/>
                    <a:pt x="206" y="223"/>
                  </a:cubicBezTo>
                  <a:cubicBezTo>
                    <a:pt x="223" y="207"/>
                    <a:pt x="239" y="174"/>
                    <a:pt x="239" y="136"/>
                  </a:cubicBezTo>
                  <a:cubicBezTo>
                    <a:pt x="239" y="104"/>
                    <a:pt x="239" y="71"/>
                    <a:pt x="223" y="54"/>
                  </a:cubicBezTo>
                  <a:cubicBezTo>
                    <a:pt x="206" y="33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6" name="Google Shape;12806;p32"/>
            <p:cNvSpPr/>
            <p:nvPr/>
          </p:nvSpPr>
          <p:spPr>
            <a:xfrm>
              <a:off x="4581000" y="291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06" y="227"/>
                    <a:pt x="223" y="178"/>
                  </a:cubicBezTo>
                  <a:cubicBezTo>
                    <a:pt x="239" y="124"/>
                    <a:pt x="223" y="75"/>
                    <a:pt x="206" y="38"/>
                  </a:cubicBezTo>
                  <a:cubicBezTo>
                    <a:pt x="190" y="21"/>
                    <a:pt x="169" y="21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7" name="Google Shape;12807;p32"/>
            <p:cNvSpPr/>
            <p:nvPr/>
          </p:nvSpPr>
          <p:spPr>
            <a:xfrm>
              <a:off x="4564200" y="29653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20" y="1"/>
                  </a:moveTo>
                  <a:cubicBezTo>
                    <a:pt x="77" y="1"/>
                    <a:pt x="44" y="33"/>
                    <a:pt x="17" y="81"/>
                  </a:cubicBezTo>
                  <a:cubicBezTo>
                    <a:pt x="0" y="151"/>
                    <a:pt x="37" y="221"/>
                    <a:pt x="87" y="254"/>
                  </a:cubicBezTo>
                  <a:cubicBezTo>
                    <a:pt x="98" y="254"/>
                    <a:pt x="109" y="262"/>
                    <a:pt x="121" y="262"/>
                  </a:cubicBezTo>
                  <a:cubicBezTo>
                    <a:pt x="127" y="262"/>
                    <a:pt x="133" y="260"/>
                    <a:pt x="140" y="254"/>
                  </a:cubicBezTo>
                  <a:cubicBezTo>
                    <a:pt x="173" y="254"/>
                    <a:pt x="206" y="221"/>
                    <a:pt x="223" y="184"/>
                  </a:cubicBezTo>
                  <a:cubicBezTo>
                    <a:pt x="243" y="135"/>
                    <a:pt x="243" y="81"/>
                    <a:pt x="206" y="48"/>
                  </a:cubicBezTo>
                  <a:cubicBezTo>
                    <a:pt x="190" y="32"/>
                    <a:pt x="190" y="15"/>
                    <a:pt x="173" y="15"/>
                  </a:cubicBezTo>
                  <a:cubicBezTo>
                    <a:pt x="154" y="5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8" name="Google Shape;12808;p32"/>
            <p:cNvSpPr/>
            <p:nvPr/>
          </p:nvSpPr>
          <p:spPr>
            <a:xfrm>
              <a:off x="4573675" y="30256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9" y="1"/>
                  </a:moveTo>
                  <a:cubicBezTo>
                    <a:pt x="86" y="1"/>
                    <a:pt x="44" y="33"/>
                    <a:pt x="17" y="91"/>
                  </a:cubicBezTo>
                  <a:cubicBezTo>
                    <a:pt x="0" y="157"/>
                    <a:pt x="33" y="228"/>
                    <a:pt x="87" y="261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10" y="232"/>
                    <a:pt x="223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9" name="Google Shape;12809;p32"/>
            <p:cNvSpPr/>
            <p:nvPr/>
          </p:nvSpPr>
          <p:spPr>
            <a:xfrm>
              <a:off x="4562950" y="30118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6"/>
                    <a:pt x="1" y="162"/>
                    <a:pt x="34" y="216"/>
                  </a:cubicBezTo>
                  <a:cubicBezTo>
                    <a:pt x="50" y="232"/>
                    <a:pt x="87" y="249"/>
                    <a:pt x="120" y="265"/>
                  </a:cubicBezTo>
                  <a:cubicBezTo>
                    <a:pt x="137" y="265"/>
                    <a:pt x="170" y="249"/>
                    <a:pt x="190" y="232"/>
                  </a:cubicBezTo>
                  <a:cubicBezTo>
                    <a:pt x="223" y="216"/>
                    <a:pt x="223" y="179"/>
                    <a:pt x="240" y="146"/>
                  </a:cubicBezTo>
                  <a:cubicBezTo>
                    <a:pt x="240" y="113"/>
                    <a:pt x="223" y="76"/>
                    <a:pt x="207" y="43"/>
                  </a:cubicBezTo>
                  <a:cubicBezTo>
                    <a:pt x="207" y="26"/>
                    <a:pt x="190" y="26"/>
                    <a:pt x="170" y="10"/>
                  </a:cubicBezTo>
                  <a:lnTo>
                    <a:pt x="137" y="10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0" name="Google Shape;12810;p32"/>
            <p:cNvSpPr/>
            <p:nvPr/>
          </p:nvSpPr>
          <p:spPr>
            <a:xfrm>
              <a:off x="4651800" y="29981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95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7"/>
                    <a:pt x="1" y="180"/>
                    <a:pt x="17" y="213"/>
                  </a:cubicBezTo>
                  <a:cubicBezTo>
                    <a:pt x="38" y="230"/>
                    <a:pt x="71" y="250"/>
                    <a:pt x="104" y="267"/>
                  </a:cubicBezTo>
                  <a:cubicBezTo>
                    <a:pt x="120" y="267"/>
                    <a:pt x="157" y="250"/>
                    <a:pt x="174" y="230"/>
                  </a:cubicBezTo>
                  <a:cubicBezTo>
                    <a:pt x="223" y="180"/>
                    <a:pt x="244" y="110"/>
                    <a:pt x="190" y="44"/>
                  </a:cubicBezTo>
                  <a:cubicBezTo>
                    <a:pt x="190" y="24"/>
                    <a:pt x="174" y="24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1" name="Google Shape;12811;p32"/>
            <p:cNvSpPr/>
            <p:nvPr/>
          </p:nvSpPr>
          <p:spPr>
            <a:xfrm>
              <a:off x="4653975" y="29481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73" y="253"/>
                    <a:pt x="206" y="220"/>
                    <a:pt x="223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190" y="30"/>
                    <a:pt x="190" y="14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2" name="Google Shape;12812;p32"/>
            <p:cNvSpPr/>
            <p:nvPr/>
          </p:nvSpPr>
          <p:spPr>
            <a:xfrm>
              <a:off x="4657875" y="30260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7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67" y="247"/>
                    <a:pt x="104" y="267"/>
                  </a:cubicBezTo>
                  <a:cubicBezTo>
                    <a:pt x="137" y="267"/>
                    <a:pt x="170" y="247"/>
                    <a:pt x="186" y="230"/>
                  </a:cubicBezTo>
                  <a:cubicBezTo>
                    <a:pt x="207" y="214"/>
                    <a:pt x="223" y="181"/>
                    <a:pt x="223" y="143"/>
                  </a:cubicBezTo>
                  <a:cubicBezTo>
                    <a:pt x="223" y="110"/>
                    <a:pt x="223" y="77"/>
                    <a:pt x="207" y="40"/>
                  </a:cubicBezTo>
                  <a:cubicBezTo>
                    <a:pt x="186" y="24"/>
                    <a:pt x="170" y="7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3" name="Google Shape;12813;p32"/>
            <p:cNvSpPr/>
            <p:nvPr/>
          </p:nvSpPr>
          <p:spPr>
            <a:xfrm>
              <a:off x="4596875" y="3040275"/>
              <a:ext cx="5575" cy="3575"/>
            </a:xfrm>
            <a:custGeom>
              <a:avLst/>
              <a:gdLst/>
              <a:ahLst/>
              <a:cxnLst/>
              <a:rect l="l" t="t" r="r" b="b"/>
              <a:pathLst>
                <a:path w="223" h="143" extrusionOk="0">
                  <a:moveTo>
                    <a:pt x="117" y="1"/>
                  </a:moveTo>
                  <a:cubicBezTo>
                    <a:pt x="67" y="1"/>
                    <a:pt x="27" y="35"/>
                    <a:pt x="0" y="89"/>
                  </a:cubicBezTo>
                  <a:lnTo>
                    <a:pt x="0" y="142"/>
                  </a:lnTo>
                  <a:lnTo>
                    <a:pt x="223" y="142"/>
                  </a:lnTo>
                  <a:cubicBezTo>
                    <a:pt x="223" y="89"/>
                    <a:pt x="190" y="39"/>
                    <a:pt x="153" y="6"/>
                  </a:cubicBezTo>
                  <a:cubicBezTo>
                    <a:pt x="140" y="2"/>
                    <a:pt x="12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4" name="Google Shape;12814;p32"/>
            <p:cNvSpPr/>
            <p:nvPr/>
          </p:nvSpPr>
          <p:spPr>
            <a:xfrm>
              <a:off x="4652225" y="29658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5" y="0"/>
                  </a:moveTo>
                  <a:cubicBezTo>
                    <a:pt x="88" y="0"/>
                    <a:pt x="70" y="4"/>
                    <a:pt x="54" y="13"/>
                  </a:cubicBezTo>
                  <a:cubicBezTo>
                    <a:pt x="37" y="29"/>
                    <a:pt x="21" y="46"/>
                    <a:pt x="0" y="79"/>
                  </a:cubicBezTo>
                  <a:lnTo>
                    <a:pt x="0" y="165"/>
                  </a:lnTo>
                  <a:cubicBezTo>
                    <a:pt x="21" y="202"/>
                    <a:pt x="37" y="235"/>
                    <a:pt x="70" y="252"/>
                  </a:cubicBezTo>
                  <a:cubicBezTo>
                    <a:pt x="79" y="255"/>
                    <a:pt x="89" y="256"/>
                    <a:pt x="98" y="256"/>
                  </a:cubicBezTo>
                  <a:cubicBezTo>
                    <a:pt x="145" y="256"/>
                    <a:pt x="193" y="223"/>
                    <a:pt x="206" y="165"/>
                  </a:cubicBezTo>
                  <a:cubicBezTo>
                    <a:pt x="243" y="116"/>
                    <a:pt x="206" y="29"/>
                    <a:pt x="157" y="13"/>
                  </a:cubicBezTo>
                  <a:cubicBezTo>
                    <a:pt x="140" y="4"/>
                    <a:pt x="123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5" name="Google Shape;12815;p32"/>
            <p:cNvSpPr/>
            <p:nvPr/>
          </p:nvSpPr>
          <p:spPr>
            <a:xfrm>
              <a:off x="4659525" y="2980925"/>
              <a:ext cx="6125" cy="6650"/>
            </a:xfrm>
            <a:custGeom>
              <a:avLst/>
              <a:gdLst/>
              <a:ahLst/>
              <a:cxnLst/>
              <a:rect l="l" t="t" r="r" b="b"/>
              <a:pathLst>
                <a:path w="245" h="266" extrusionOk="0">
                  <a:moveTo>
                    <a:pt x="121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8" y="10"/>
                    <a:pt x="1" y="76"/>
                    <a:pt x="1" y="146"/>
                  </a:cubicBezTo>
                  <a:cubicBezTo>
                    <a:pt x="17" y="179"/>
                    <a:pt x="38" y="216"/>
                    <a:pt x="54" y="232"/>
                  </a:cubicBezTo>
                  <a:cubicBezTo>
                    <a:pt x="71" y="249"/>
                    <a:pt x="104" y="265"/>
                    <a:pt x="141" y="265"/>
                  </a:cubicBezTo>
                  <a:cubicBezTo>
                    <a:pt x="190" y="249"/>
                    <a:pt x="244" y="179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4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6" name="Google Shape;12816;p32"/>
            <p:cNvSpPr/>
            <p:nvPr/>
          </p:nvSpPr>
          <p:spPr>
            <a:xfrm>
              <a:off x="4643250" y="3028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0"/>
                  </a:moveTo>
                  <a:cubicBezTo>
                    <a:pt x="5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3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7" name="Google Shape;12817;p32"/>
            <p:cNvSpPr/>
            <p:nvPr/>
          </p:nvSpPr>
          <p:spPr>
            <a:xfrm>
              <a:off x="4648400" y="30133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1" y="70"/>
                    <a:pt x="1" y="136"/>
                  </a:cubicBezTo>
                  <a:cubicBezTo>
                    <a:pt x="17" y="173"/>
                    <a:pt x="17" y="206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39"/>
                    <a:pt x="240" y="173"/>
                    <a:pt x="223" y="103"/>
                  </a:cubicBezTo>
                  <a:cubicBezTo>
                    <a:pt x="223" y="54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8" name="Google Shape;12818;p32"/>
            <p:cNvSpPr/>
            <p:nvPr/>
          </p:nvSpPr>
          <p:spPr>
            <a:xfrm>
              <a:off x="4569750" y="29952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1"/>
                  </a:moveTo>
                  <a:cubicBezTo>
                    <a:pt x="71" y="17"/>
                    <a:pt x="54" y="33"/>
                    <a:pt x="38" y="54"/>
                  </a:cubicBezTo>
                  <a:cubicBezTo>
                    <a:pt x="21" y="87"/>
                    <a:pt x="1" y="120"/>
                    <a:pt x="21" y="157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9" name="Google Shape;12819;p32"/>
            <p:cNvSpPr/>
            <p:nvPr/>
          </p:nvSpPr>
          <p:spPr>
            <a:xfrm>
              <a:off x="4958850" y="300067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22" y="0"/>
                  </a:moveTo>
                  <a:cubicBezTo>
                    <a:pt x="104" y="0"/>
                    <a:pt x="82" y="12"/>
                    <a:pt x="71" y="24"/>
                  </a:cubicBezTo>
                  <a:cubicBezTo>
                    <a:pt x="21" y="77"/>
                    <a:pt x="1" y="164"/>
                    <a:pt x="54" y="213"/>
                  </a:cubicBezTo>
                  <a:cubicBezTo>
                    <a:pt x="73" y="244"/>
                    <a:pt x="105" y="263"/>
                    <a:pt x="137" y="263"/>
                  </a:cubicBezTo>
                  <a:cubicBezTo>
                    <a:pt x="161" y="263"/>
                    <a:pt x="186" y="253"/>
                    <a:pt x="207" y="230"/>
                  </a:cubicBezTo>
                  <a:cubicBezTo>
                    <a:pt x="260" y="180"/>
                    <a:pt x="260" y="110"/>
                    <a:pt x="227" y="44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41" y="7"/>
                  </a:lnTo>
                  <a:cubicBezTo>
                    <a:pt x="136" y="2"/>
                    <a:pt x="129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0" name="Google Shape;12820;p32"/>
            <p:cNvSpPr/>
            <p:nvPr/>
          </p:nvSpPr>
          <p:spPr>
            <a:xfrm>
              <a:off x="4566350" y="2796025"/>
              <a:ext cx="5600" cy="4400"/>
            </a:xfrm>
            <a:custGeom>
              <a:avLst/>
              <a:gdLst/>
              <a:ahLst/>
              <a:cxnLst/>
              <a:rect l="l" t="t" r="r" b="b"/>
              <a:pathLst>
                <a:path w="224" h="176" extrusionOk="0">
                  <a:moveTo>
                    <a:pt x="223" y="1"/>
                  </a:moveTo>
                  <a:cubicBezTo>
                    <a:pt x="174" y="17"/>
                    <a:pt x="104" y="34"/>
                    <a:pt x="54" y="34"/>
                  </a:cubicBezTo>
                  <a:cubicBezTo>
                    <a:pt x="34" y="34"/>
                    <a:pt x="17" y="50"/>
                    <a:pt x="1" y="50"/>
                  </a:cubicBezTo>
                  <a:cubicBezTo>
                    <a:pt x="1" y="104"/>
                    <a:pt x="34" y="154"/>
                    <a:pt x="71" y="170"/>
                  </a:cubicBezTo>
                  <a:cubicBezTo>
                    <a:pt x="83" y="174"/>
                    <a:pt x="95" y="176"/>
                    <a:pt x="106" y="176"/>
                  </a:cubicBezTo>
                  <a:cubicBezTo>
                    <a:pt x="156" y="176"/>
                    <a:pt x="197" y="141"/>
                    <a:pt x="223" y="8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1" name="Google Shape;12821;p32"/>
            <p:cNvSpPr/>
            <p:nvPr/>
          </p:nvSpPr>
          <p:spPr>
            <a:xfrm>
              <a:off x="4561200" y="3026600"/>
              <a:ext cx="3425" cy="6625"/>
            </a:xfrm>
            <a:custGeom>
              <a:avLst/>
              <a:gdLst/>
              <a:ahLst/>
              <a:cxnLst/>
              <a:rect l="l" t="t" r="r" b="b"/>
              <a:pathLst>
                <a:path w="137" h="265" extrusionOk="0">
                  <a:moveTo>
                    <a:pt x="1" y="1"/>
                  </a:moveTo>
                  <a:lnTo>
                    <a:pt x="1" y="261"/>
                  </a:lnTo>
                  <a:cubicBezTo>
                    <a:pt x="10" y="263"/>
                    <a:pt x="19" y="265"/>
                    <a:pt x="27" y="265"/>
                  </a:cubicBezTo>
                  <a:cubicBezTo>
                    <a:pt x="70" y="265"/>
                    <a:pt x="106" y="232"/>
                    <a:pt x="120" y="174"/>
                  </a:cubicBezTo>
                  <a:cubicBezTo>
                    <a:pt x="137" y="120"/>
                    <a:pt x="104" y="38"/>
                    <a:pt x="54" y="17"/>
                  </a:cubicBezTo>
                  <a:cubicBezTo>
                    <a:pt x="34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2" name="Google Shape;12822;p32"/>
            <p:cNvSpPr/>
            <p:nvPr/>
          </p:nvSpPr>
          <p:spPr>
            <a:xfrm>
              <a:off x="4977400" y="3003000"/>
              <a:ext cx="1675" cy="3025"/>
            </a:xfrm>
            <a:custGeom>
              <a:avLst/>
              <a:gdLst/>
              <a:ahLst/>
              <a:cxnLst/>
              <a:rect l="l" t="t" r="r" b="b"/>
              <a:pathLst>
                <a:path w="67" h="121" extrusionOk="0">
                  <a:moveTo>
                    <a:pt x="1" y="1"/>
                  </a:moveTo>
                  <a:lnTo>
                    <a:pt x="1" y="34"/>
                  </a:lnTo>
                  <a:cubicBezTo>
                    <a:pt x="17" y="71"/>
                    <a:pt x="34" y="104"/>
                    <a:pt x="67" y="120"/>
                  </a:cubicBezTo>
                  <a:cubicBezTo>
                    <a:pt x="34" y="71"/>
                    <a:pt x="17" y="3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3" name="Google Shape;12823;p32"/>
            <p:cNvSpPr/>
            <p:nvPr/>
          </p:nvSpPr>
          <p:spPr>
            <a:xfrm>
              <a:off x="4566775" y="304132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96" y="1"/>
                  </a:moveTo>
                  <a:cubicBezTo>
                    <a:pt x="53" y="1"/>
                    <a:pt x="12" y="32"/>
                    <a:pt x="0" y="84"/>
                  </a:cubicBezTo>
                  <a:lnTo>
                    <a:pt x="206" y="84"/>
                  </a:lnTo>
                  <a:cubicBezTo>
                    <a:pt x="190" y="47"/>
                    <a:pt x="173" y="30"/>
                    <a:pt x="140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4" name="Google Shape;12824;p32"/>
            <p:cNvSpPr/>
            <p:nvPr/>
          </p:nvSpPr>
          <p:spPr>
            <a:xfrm>
              <a:off x="4962350" y="3032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6" y="262"/>
                    <a:pt x="131" y="260"/>
                    <a:pt x="137" y="255"/>
                  </a:cubicBezTo>
                  <a:cubicBezTo>
                    <a:pt x="170" y="255"/>
                    <a:pt x="207" y="222"/>
                    <a:pt x="224" y="185"/>
                  </a:cubicBezTo>
                  <a:cubicBezTo>
                    <a:pt x="240" y="135"/>
                    <a:pt x="240" y="82"/>
                    <a:pt x="207" y="49"/>
                  </a:cubicBezTo>
                  <a:cubicBezTo>
                    <a:pt x="191" y="32"/>
                    <a:pt x="191" y="16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5" name="Google Shape;12825;p32"/>
            <p:cNvSpPr/>
            <p:nvPr/>
          </p:nvSpPr>
          <p:spPr>
            <a:xfrm>
              <a:off x="4966175" y="2987125"/>
              <a:ext cx="5175" cy="6175"/>
            </a:xfrm>
            <a:custGeom>
              <a:avLst/>
              <a:gdLst/>
              <a:ahLst/>
              <a:cxnLst/>
              <a:rect l="l" t="t" r="r" b="b"/>
              <a:pathLst>
                <a:path w="207" h="247" extrusionOk="0">
                  <a:moveTo>
                    <a:pt x="87" y="1"/>
                  </a:moveTo>
                  <a:cubicBezTo>
                    <a:pt x="38" y="17"/>
                    <a:pt x="0" y="71"/>
                    <a:pt x="17" y="137"/>
                  </a:cubicBezTo>
                  <a:cubicBezTo>
                    <a:pt x="17" y="174"/>
                    <a:pt x="38" y="207"/>
                    <a:pt x="71" y="223"/>
                  </a:cubicBezTo>
                  <a:cubicBezTo>
                    <a:pt x="82" y="235"/>
                    <a:pt x="102" y="247"/>
                    <a:pt x="120" y="247"/>
                  </a:cubicBezTo>
                  <a:cubicBezTo>
                    <a:pt x="127" y="247"/>
                    <a:pt x="135" y="245"/>
                    <a:pt x="141" y="240"/>
                  </a:cubicBezTo>
                  <a:cubicBezTo>
                    <a:pt x="174" y="240"/>
                    <a:pt x="190" y="223"/>
                    <a:pt x="207" y="207"/>
                  </a:cubicBezTo>
                  <a:cubicBezTo>
                    <a:pt x="174" y="137"/>
                    <a:pt x="141" y="7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6" name="Google Shape;12826;p32"/>
            <p:cNvSpPr/>
            <p:nvPr/>
          </p:nvSpPr>
          <p:spPr>
            <a:xfrm>
              <a:off x="4976900" y="3032175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24" y="1"/>
                  </a:moveTo>
                  <a:cubicBezTo>
                    <a:pt x="87" y="1"/>
                    <a:pt x="54" y="1"/>
                    <a:pt x="37" y="38"/>
                  </a:cubicBezTo>
                  <a:cubicBezTo>
                    <a:pt x="21" y="54"/>
                    <a:pt x="0" y="87"/>
                    <a:pt x="0" y="124"/>
                  </a:cubicBezTo>
                  <a:cubicBezTo>
                    <a:pt x="0" y="157"/>
                    <a:pt x="0" y="190"/>
                    <a:pt x="21" y="207"/>
                  </a:cubicBezTo>
                  <a:cubicBezTo>
                    <a:pt x="37" y="244"/>
                    <a:pt x="70" y="260"/>
                    <a:pt x="87" y="260"/>
                  </a:cubicBezTo>
                  <a:cubicBezTo>
                    <a:pt x="124" y="260"/>
                    <a:pt x="157" y="260"/>
                    <a:pt x="173" y="227"/>
                  </a:cubicBezTo>
                  <a:cubicBezTo>
                    <a:pt x="227" y="190"/>
                    <a:pt x="227" y="104"/>
                    <a:pt x="190" y="54"/>
                  </a:cubicBezTo>
                  <a:cubicBezTo>
                    <a:pt x="173" y="38"/>
                    <a:pt x="173" y="21"/>
                    <a:pt x="157" y="21"/>
                  </a:cubicBezTo>
                  <a:cubicBezTo>
                    <a:pt x="140" y="1"/>
                    <a:pt x="12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7" name="Google Shape;12827;p32"/>
            <p:cNvSpPr/>
            <p:nvPr/>
          </p:nvSpPr>
          <p:spPr>
            <a:xfrm>
              <a:off x="4610975" y="2786550"/>
              <a:ext cx="5700" cy="5600"/>
            </a:xfrm>
            <a:custGeom>
              <a:avLst/>
              <a:gdLst/>
              <a:ahLst/>
              <a:cxnLst/>
              <a:rect l="l" t="t" r="r" b="b"/>
              <a:pathLst>
                <a:path w="228" h="224" extrusionOk="0">
                  <a:moveTo>
                    <a:pt x="191" y="1"/>
                  </a:moveTo>
                  <a:cubicBezTo>
                    <a:pt x="125" y="1"/>
                    <a:pt x="71" y="17"/>
                    <a:pt x="22" y="17"/>
                  </a:cubicBezTo>
                  <a:cubicBezTo>
                    <a:pt x="1" y="71"/>
                    <a:pt x="1" y="137"/>
                    <a:pt x="38" y="174"/>
                  </a:cubicBezTo>
                  <a:cubicBezTo>
                    <a:pt x="54" y="207"/>
                    <a:pt x="71" y="223"/>
                    <a:pt x="104" y="223"/>
                  </a:cubicBezTo>
                  <a:cubicBezTo>
                    <a:pt x="141" y="223"/>
                    <a:pt x="158" y="223"/>
                    <a:pt x="191" y="190"/>
                  </a:cubicBezTo>
                  <a:cubicBezTo>
                    <a:pt x="207" y="174"/>
                    <a:pt x="228" y="137"/>
                    <a:pt x="228" y="104"/>
                  </a:cubicBezTo>
                  <a:cubicBezTo>
                    <a:pt x="228" y="71"/>
                    <a:pt x="228" y="34"/>
                    <a:pt x="207" y="17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8" name="Google Shape;12828;p32"/>
            <p:cNvSpPr/>
            <p:nvPr/>
          </p:nvSpPr>
          <p:spPr>
            <a:xfrm>
              <a:off x="4900925" y="3043000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87" y="0"/>
                  </a:moveTo>
                  <a:cubicBezTo>
                    <a:pt x="71" y="17"/>
                    <a:pt x="50" y="17"/>
                    <a:pt x="34" y="33"/>
                  </a:cubicBezTo>
                  <a:cubicBezTo>
                    <a:pt x="17" y="66"/>
                    <a:pt x="1" y="83"/>
                    <a:pt x="1" y="120"/>
                  </a:cubicBezTo>
                  <a:lnTo>
                    <a:pt x="223" y="120"/>
                  </a:lnTo>
                  <a:cubicBezTo>
                    <a:pt x="207" y="66"/>
                    <a:pt x="190" y="33"/>
                    <a:pt x="153" y="17"/>
                  </a:cubicBezTo>
                  <a:cubicBezTo>
                    <a:pt x="137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9" name="Google Shape;12829;p32"/>
            <p:cNvSpPr/>
            <p:nvPr/>
          </p:nvSpPr>
          <p:spPr>
            <a:xfrm>
              <a:off x="4739000" y="3044225"/>
              <a:ext cx="3025" cy="450"/>
            </a:xfrm>
            <a:custGeom>
              <a:avLst/>
              <a:gdLst/>
              <a:ahLst/>
              <a:cxnLst/>
              <a:rect l="l" t="t" r="r" b="b"/>
              <a:pathLst>
                <a:path w="121" h="18" extrusionOk="0">
                  <a:moveTo>
                    <a:pt x="34" y="1"/>
                  </a:moveTo>
                  <a:cubicBezTo>
                    <a:pt x="34" y="1"/>
                    <a:pt x="17" y="17"/>
                    <a:pt x="1" y="17"/>
                  </a:cubicBezTo>
                  <a:lnTo>
                    <a:pt x="120" y="17"/>
                  </a:lnTo>
                  <a:cubicBezTo>
                    <a:pt x="104" y="17"/>
                    <a:pt x="104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0" name="Google Shape;12830;p32"/>
            <p:cNvSpPr/>
            <p:nvPr/>
          </p:nvSpPr>
          <p:spPr>
            <a:xfrm>
              <a:off x="4581400" y="3039500"/>
              <a:ext cx="5600" cy="3925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lnTo>
                    <a:pt x="223" y="157"/>
                  </a:lnTo>
                  <a:lnTo>
                    <a:pt x="223" y="103"/>
                  </a:lnTo>
                  <a:cubicBezTo>
                    <a:pt x="223" y="70"/>
                    <a:pt x="207" y="54"/>
                    <a:pt x="174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1" name="Google Shape;12831;p32"/>
            <p:cNvSpPr/>
            <p:nvPr/>
          </p:nvSpPr>
          <p:spPr>
            <a:xfrm>
              <a:off x="4916400" y="2961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36"/>
                    <a:pt x="70" y="253"/>
                  </a:cubicBezTo>
                  <a:cubicBezTo>
                    <a:pt x="88" y="263"/>
                    <a:pt x="106" y="267"/>
                    <a:pt x="124" y="267"/>
                  </a:cubicBezTo>
                  <a:cubicBezTo>
                    <a:pt x="170" y="267"/>
                    <a:pt x="211" y="235"/>
                    <a:pt x="223" y="187"/>
                  </a:cubicBezTo>
                  <a:cubicBezTo>
                    <a:pt x="239" y="117"/>
                    <a:pt x="206" y="30"/>
                    <a:pt x="153" y="14"/>
                  </a:cubicBezTo>
                  <a:cubicBezTo>
                    <a:pt x="139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2" name="Google Shape;12832;p32"/>
            <p:cNvSpPr/>
            <p:nvPr/>
          </p:nvSpPr>
          <p:spPr>
            <a:xfrm>
              <a:off x="4649225" y="30421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12" y="0"/>
                  </a:moveTo>
                  <a:cubicBezTo>
                    <a:pt x="104" y="0"/>
                    <a:pt x="95" y="5"/>
                    <a:pt x="87" y="13"/>
                  </a:cubicBezTo>
                  <a:cubicBezTo>
                    <a:pt x="54" y="13"/>
                    <a:pt x="38" y="33"/>
                    <a:pt x="17" y="50"/>
                  </a:cubicBezTo>
                  <a:lnTo>
                    <a:pt x="0" y="66"/>
                  </a:lnTo>
                  <a:lnTo>
                    <a:pt x="190" y="83"/>
                  </a:lnTo>
                  <a:cubicBezTo>
                    <a:pt x="190" y="50"/>
                    <a:pt x="157" y="33"/>
                    <a:pt x="141" y="13"/>
                  </a:cubicBezTo>
                  <a:cubicBezTo>
                    <a:pt x="130" y="5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3" name="Google Shape;12833;p32"/>
            <p:cNvSpPr/>
            <p:nvPr/>
          </p:nvSpPr>
          <p:spPr>
            <a:xfrm>
              <a:off x="4681075" y="3038675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73"/>
                    <a:pt x="17" y="206"/>
                    <a:pt x="33" y="223"/>
                  </a:cubicBezTo>
                  <a:lnTo>
                    <a:pt x="186" y="223"/>
                  </a:lnTo>
                  <a:cubicBezTo>
                    <a:pt x="207" y="190"/>
                    <a:pt x="223" y="153"/>
                    <a:pt x="223" y="103"/>
                  </a:cubicBezTo>
                  <a:cubicBezTo>
                    <a:pt x="207" y="70"/>
                    <a:pt x="207" y="33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4" name="Google Shape;12834;p32"/>
            <p:cNvSpPr/>
            <p:nvPr/>
          </p:nvSpPr>
          <p:spPr>
            <a:xfrm>
              <a:off x="4666025" y="3040425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4" y="0"/>
                  </a:moveTo>
                  <a:cubicBezTo>
                    <a:pt x="34" y="17"/>
                    <a:pt x="1" y="83"/>
                    <a:pt x="1" y="153"/>
                  </a:cubicBezTo>
                  <a:lnTo>
                    <a:pt x="223" y="153"/>
                  </a:lnTo>
                  <a:lnTo>
                    <a:pt x="223" y="120"/>
                  </a:lnTo>
                  <a:cubicBezTo>
                    <a:pt x="223" y="83"/>
                    <a:pt x="207" y="50"/>
                    <a:pt x="170" y="33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5" name="Google Shape;12835;p32"/>
            <p:cNvSpPr/>
            <p:nvPr/>
          </p:nvSpPr>
          <p:spPr>
            <a:xfrm>
              <a:off x="4917625" y="3041250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73"/>
                    <a:pt x="21" y="173"/>
                    <a:pt x="38" y="190"/>
                  </a:cubicBezTo>
                  <a:lnTo>
                    <a:pt x="227" y="190"/>
                  </a:lnTo>
                  <a:cubicBezTo>
                    <a:pt x="227" y="173"/>
                    <a:pt x="244" y="136"/>
                    <a:pt x="244" y="103"/>
                  </a:cubicBezTo>
                  <a:cubicBezTo>
                    <a:pt x="227" y="70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6" name="Google Shape;12836;p32"/>
            <p:cNvSpPr/>
            <p:nvPr/>
          </p:nvSpPr>
          <p:spPr>
            <a:xfrm>
              <a:off x="4924950" y="30240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17"/>
                    <a:pt x="0" y="71"/>
                    <a:pt x="0" y="157"/>
                  </a:cubicBezTo>
                  <a:cubicBezTo>
                    <a:pt x="17" y="190"/>
                    <a:pt x="37" y="207"/>
                    <a:pt x="54" y="223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23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7" name="Google Shape;12837;p32"/>
            <p:cNvSpPr/>
            <p:nvPr/>
          </p:nvSpPr>
          <p:spPr>
            <a:xfrm>
              <a:off x="4924125" y="29763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3"/>
                    <a:pt x="115" y="257"/>
                    <a:pt x="129" y="257"/>
                  </a:cubicBezTo>
                  <a:cubicBezTo>
                    <a:pt x="170" y="257"/>
                    <a:pt x="211" y="226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8" name="Google Shape;12838;p32"/>
            <p:cNvSpPr/>
            <p:nvPr/>
          </p:nvSpPr>
          <p:spPr>
            <a:xfrm>
              <a:off x="4931425" y="2960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8" y="255"/>
                  </a:cubicBezTo>
                  <a:cubicBezTo>
                    <a:pt x="96" y="258"/>
                    <a:pt x="105" y="259"/>
                    <a:pt x="114" y="259"/>
                  </a:cubicBezTo>
                  <a:cubicBezTo>
                    <a:pt x="159" y="259"/>
                    <a:pt x="210" y="226"/>
                    <a:pt x="224" y="168"/>
                  </a:cubicBezTo>
                  <a:cubicBezTo>
                    <a:pt x="257" y="119"/>
                    <a:pt x="224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9" name="Google Shape;12839;p32"/>
            <p:cNvSpPr/>
            <p:nvPr/>
          </p:nvSpPr>
          <p:spPr>
            <a:xfrm>
              <a:off x="4931850" y="29909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17" y="227"/>
                    <a:pt x="50" y="244"/>
                  </a:cubicBezTo>
                  <a:cubicBezTo>
                    <a:pt x="65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21"/>
                    <a:pt x="153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0" name="Google Shape;12840;p32"/>
            <p:cNvSpPr/>
            <p:nvPr/>
          </p:nvSpPr>
          <p:spPr>
            <a:xfrm>
              <a:off x="4913400" y="2933850"/>
              <a:ext cx="5175" cy="4200"/>
            </a:xfrm>
            <a:custGeom>
              <a:avLst/>
              <a:gdLst/>
              <a:ahLst/>
              <a:cxnLst/>
              <a:rect l="l" t="t" r="r" b="b"/>
              <a:pathLst>
                <a:path w="207" h="168" extrusionOk="0">
                  <a:moveTo>
                    <a:pt x="0" y="0"/>
                  </a:moveTo>
                  <a:lnTo>
                    <a:pt x="0" y="54"/>
                  </a:lnTo>
                  <a:cubicBezTo>
                    <a:pt x="0" y="103"/>
                    <a:pt x="33" y="140"/>
                    <a:pt x="66" y="157"/>
                  </a:cubicBezTo>
                  <a:cubicBezTo>
                    <a:pt x="82" y="164"/>
                    <a:pt x="99" y="168"/>
                    <a:pt x="117" y="168"/>
                  </a:cubicBezTo>
                  <a:cubicBezTo>
                    <a:pt x="142" y="168"/>
                    <a:pt x="168" y="160"/>
                    <a:pt x="190" y="140"/>
                  </a:cubicBezTo>
                  <a:cubicBezTo>
                    <a:pt x="190" y="120"/>
                    <a:pt x="207" y="120"/>
                    <a:pt x="207" y="103"/>
                  </a:cubicBezTo>
                  <a:cubicBezTo>
                    <a:pt x="137" y="70"/>
                    <a:pt x="66" y="3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1" name="Google Shape;12841;p32"/>
            <p:cNvSpPr/>
            <p:nvPr/>
          </p:nvSpPr>
          <p:spPr>
            <a:xfrm>
              <a:off x="4955050" y="3017750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4" y="0"/>
                  </a:moveTo>
                  <a:cubicBezTo>
                    <a:pt x="103" y="0"/>
                    <a:pt x="95" y="4"/>
                    <a:pt x="87" y="13"/>
                  </a:cubicBezTo>
                  <a:cubicBezTo>
                    <a:pt x="70" y="13"/>
                    <a:pt x="33" y="29"/>
                    <a:pt x="17" y="62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33" y="235"/>
                  </a:cubicBezTo>
                  <a:cubicBezTo>
                    <a:pt x="59" y="247"/>
                    <a:pt x="75" y="259"/>
                    <a:pt x="94" y="259"/>
                  </a:cubicBezTo>
                  <a:cubicBezTo>
                    <a:pt x="102" y="259"/>
                    <a:pt x="110" y="257"/>
                    <a:pt x="120" y="252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6" y="83"/>
                    <a:pt x="190" y="46"/>
                    <a:pt x="173" y="29"/>
                  </a:cubicBezTo>
                  <a:cubicBezTo>
                    <a:pt x="173" y="13"/>
                    <a:pt x="153" y="13"/>
                    <a:pt x="153" y="13"/>
                  </a:cubicBezTo>
                  <a:cubicBezTo>
                    <a:pt x="136" y="4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2" name="Google Shape;12842;p32"/>
            <p:cNvSpPr/>
            <p:nvPr/>
          </p:nvSpPr>
          <p:spPr>
            <a:xfrm>
              <a:off x="4920725" y="29467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7"/>
                    <a:pt x="223" y="174"/>
                    <a:pt x="239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206" y="38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3" name="Google Shape;12843;p32"/>
            <p:cNvSpPr/>
            <p:nvPr/>
          </p:nvSpPr>
          <p:spPr>
            <a:xfrm>
              <a:off x="4918150" y="29961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4" y="218"/>
                    <a:pt x="54" y="263"/>
                    <a:pt x="110" y="263"/>
                  </a:cubicBezTo>
                  <a:cubicBezTo>
                    <a:pt x="118" y="263"/>
                    <a:pt x="127" y="262"/>
                    <a:pt x="136" y="260"/>
                  </a:cubicBezTo>
                  <a:cubicBezTo>
                    <a:pt x="153" y="260"/>
                    <a:pt x="186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4" name="Google Shape;12844;p32"/>
            <p:cNvSpPr/>
            <p:nvPr/>
          </p:nvSpPr>
          <p:spPr>
            <a:xfrm>
              <a:off x="4916400" y="3011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22"/>
                    <a:pt x="0" y="88"/>
                    <a:pt x="17" y="158"/>
                  </a:cubicBezTo>
                  <a:cubicBezTo>
                    <a:pt x="17" y="191"/>
                    <a:pt x="33" y="228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73" y="261"/>
                    <a:pt x="190" y="244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55"/>
                    <a:pt x="190" y="38"/>
                  </a:cubicBezTo>
                  <a:cubicBezTo>
                    <a:pt x="173" y="22"/>
                    <a:pt x="173" y="22"/>
                    <a:pt x="153" y="22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5" name="Google Shape;12845;p32"/>
            <p:cNvSpPr/>
            <p:nvPr/>
          </p:nvSpPr>
          <p:spPr>
            <a:xfrm>
              <a:off x="4931425" y="30073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34"/>
                  </a:cubicBezTo>
                  <a:cubicBezTo>
                    <a:pt x="1" y="67"/>
                    <a:pt x="1" y="153"/>
                    <a:pt x="34" y="207"/>
                  </a:cubicBezTo>
                  <a:cubicBezTo>
                    <a:pt x="50" y="240"/>
                    <a:pt x="88" y="257"/>
                    <a:pt x="104" y="257"/>
                  </a:cubicBezTo>
                  <a:cubicBezTo>
                    <a:pt x="137" y="257"/>
                    <a:pt x="170" y="257"/>
                    <a:pt x="191" y="224"/>
                  </a:cubicBezTo>
                  <a:cubicBezTo>
                    <a:pt x="240" y="191"/>
                    <a:pt x="240" y="104"/>
                    <a:pt x="207" y="50"/>
                  </a:cubicBezTo>
                  <a:cubicBezTo>
                    <a:pt x="191" y="34"/>
                    <a:pt x="170" y="17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6" name="Google Shape;12846;p32"/>
            <p:cNvSpPr/>
            <p:nvPr/>
          </p:nvSpPr>
          <p:spPr>
            <a:xfrm>
              <a:off x="4950300" y="30365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8" y="255"/>
                    <a:pt x="93" y="267"/>
                    <a:pt x="112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7" name="Google Shape;12847;p32"/>
            <p:cNvSpPr/>
            <p:nvPr/>
          </p:nvSpPr>
          <p:spPr>
            <a:xfrm>
              <a:off x="4944325" y="3004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39"/>
                    <a:pt x="239" y="186"/>
                    <a:pt x="239" y="103"/>
                  </a:cubicBezTo>
                  <a:cubicBezTo>
                    <a:pt x="223" y="66"/>
                    <a:pt x="207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8" name="Google Shape;12848;p32"/>
            <p:cNvSpPr/>
            <p:nvPr/>
          </p:nvSpPr>
          <p:spPr>
            <a:xfrm>
              <a:off x="4945975" y="29882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84" y="0"/>
                    <a:pt x="35" y="35"/>
                    <a:pt x="21" y="91"/>
                  </a:cubicBezTo>
                  <a:cubicBezTo>
                    <a:pt x="0" y="161"/>
                    <a:pt x="37" y="231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73" y="4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9" name="Google Shape;12849;p32"/>
            <p:cNvSpPr/>
            <p:nvPr/>
          </p:nvSpPr>
          <p:spPr>
            <a:xfrm>
              <a:off x="4932675" y="30393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71" y="8"/>
                    <a:pt x="54" y="25"/>
                    <a:pt x="38" y="62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8" y="214"/>
                    <a:pt x="54" y="231"/>
                  </a:cubicBezTo>
                  <a:cubicBezTo>
                    <a:pt x="87" y="251"/>
                    <a:pt x="104" y="268"/>
                    <a:pt x="141" y="268"/>
                  </a:cubicBezTo>
                  <a:cubicBezTo>
                    <a:pt x="207" y="251"/>
                    <a:pt x="244" y="181"/>
                    <a:pt x="223" y="111"/>
                  </a:cubicBezTo>
                  <a:cubicBezTo>
                    <a:pt x="223" y="78"/>
                    <a:pt x="207" y="45"/>
                    <a:pt x="190" y="25"/>
                  </a:cubicBezTo>
                  <a:cubicBezTo>
                    <a:pt x="174" y="25"/>
                    <a:pt x="174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0" name="Google Shape;12850;p32"/>
            <p:cNvSpPr/>
            <p:nvPr/>
          </p:nvSpPr>
          <p:spPr>
            <a:xfrm>
              <a:off x="4942150" y="30240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104" y="1"/>
                    <a:pt x="71" y="17"/>
                    <a:pt x="50" y="38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7" y="190"/>
                    <a:pt x="34" y="223"/>
                  </a:cubicBezTo>
                  <a:cubicBezTo>
                    <a:pt x="55" y="253"/>
                    <a:pt x="84" y="267"/>
                    <a:pt x="116" y="267"/>
                  </a:cubicBezTo>
                  <a:cubicBezTo>
                    <a:pt x="141" y="267"/>
                    <a:pt x="167" y="259"/>
                    <a:pt x="190" y="244"/>
                  </a:cubicBezTo>
                  <a:cubicBezTo>
                    <a:pt x="223" y="190"/>
                    <a:pt x="240" y="104"/>
                    <a:pt x="207" y="54"/>
                  </a:cubicBezTo>
                  <a:cubicBezTo>
                    <a:pt x="190" y="38"/>
                    <a:pt x="174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1" name="Google Shape;12851;p32"/>
            <p:cNvSpPr/>
            <p:nvPr/>
          </p:nvSpPr>
          <p:spPr>
            <a:xfrm>
              <a:off x="4933600" y="2946325"/>
              <a:ext cx="4250" cy="3925"/>
            </a:xfrm>
            <a:custGeom>
              <a:avLst/>
              <a:gdLst/>
              <a:ahLst/>
              <a:cxnLst/>
              <a:rect l="l" t="t" r="r" b="b"/>
              <a:pathLst>
                <a:path w="170" h="157" extrusionOk="0">
                  <a:moveTo>
                    <a:pt x="1" y="0"/>
                  </a:moveTo>
                  <a:lnTo>
                    <a:pt x="1" y="54"/>
                  </a:lnTo>
                  <a:cubicBezTo>
                    <a:pt x="1" y="87"/>
                    <a:pt x="17" y="120"/>
                    <a:pt x="50" y="136"/>
                  </a:cubicBezTo>
                  <a:cubicBezTo>
                    <a:pt x="67" y="157"/>
                    <a:pt x="104" y="157"/>
                    <a:pt x="137" y="157"/>
                  </a:cubicBezTo>
                  <a:cubicBezTo>
                    <a:pt x="137" y="157"/>
                    <a:pt x="153" y="157"/>
                    <a:pt x="170" y="136"/>
                  </a:cubicBezTo>
                  <a:cubicBezTo>
                    <a:pt x="120" y="103"/>
                    <a:pt x="50" y="5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2" name="Google Shape;12852;p32"/>
            <p:cNvSpPr/>
            <p:nvPr/>
          </p:nvSpPr>
          <p:spPr>
            <a:xfrm>
              <a:off x="4656950" y="27805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7" y="1"/>
                  </a:moveTo>
                  <a:cubicBezTo>
                    <a:pt x="1" y="34"/>
                    <a:pt x="1" y="50"/>
                    <a:pt x="1" y="87"/>
                  </a:cubicBezTo>
                  <a:cubicBezTo>
                    <a:pt x="1" y="120"/>
                    <a:pt x="17" y="153"/>
                    <a:pt x="54" y="170"/>
                  </a:cubicBezTo>
                  <a:cubicBezTo>
                    <a:pt x="66" y="184"/>
                    <a:pt x="86" y="197"/>
                    <a:pt x="110" y="197"/>
                  </a:cubicBezTo>
                  <a:cubicBezTo>
                    <a:pt x="120" y="197"/>
                    <a:pt x="130" y="195"/>
                    <a:pt x="141" y="190"/>
                  </a:cubicBezTo>
                  <a:cubicBezTo>
                    <a:pt x="157" y="190"/>
                    <a:pt x="190" y="170"/>
                    <a:pt x="207" y="137"/>
                  </a:cubicBezTo>
                  <a:cubicBezTo>
                    <a:pt x="223" y="120"/>
                    <a:pt x="223" y="87"/>
                    <a:pt x="223" y="50"/>
                  </a:cubicBezTo>
                  <a:cubicBezTo>
                    <a:pt x="223" y="34"/>
                    <a:pt x="223" y="17"/>
                    <a:pt x="207" y="17"/>
                  </a:cubicBezTo>
                  <a:cubicBezTo>
                    <a:pt x="141" y="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3" name="Google Shape;12853;p32"/>
            <p:cNvSpPr/>
            <p:nvPr/>
          </p:nvSpPr>
          <p:spPr>
            <a:xfrm>
              <a:off x="4851975" y="29905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17" y="191"/>
                    <a:pt x="17" y="223"/>
                    <a:pt x="50" y="244"/>
                  </a:cubicBezTo>
                  <a:cubicBezTo>
                    <a:pt x="64" y="256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4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4" name="Google Shape;12854;p32"/>
            <p:cNvSpPr/>
            <p:nvPr/>
          </p:nvSpPr>
          <p:spPr>
            <a:xfrm>
              <a:off x="4859700" y="3006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0" y="17"/>
                    <a:pt x="33" y="54"/>
                  </a:cubicBezTo>
                  <a:cubicBezTo>
                    <a:pt x="17" y="87"/>
                    <a:pt x="0" y="120"/>
                    <a:pt x="17" y="157"/>
                  </a:cubicBezTo>
                  <a:cubicBezTo>
                    <a:pt x="17" y="190"/>
                    <a:pt x="33" y="206"/>
                    <a:pt x="50" y="244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44"/>
                    <a:pt x="240" y="173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5" name="Google Shape;12855;p32"/>
            <p:cNvSpPr/>
            <p:nvPr/>
          </p:nvSpPr>
          <p:spPr>
            <a:xfrm>
              <a:off x="4854950" y="302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87" y="17"/>
                  </a:cubicBezTo>
                  <a:cubicBezTo>
                    <a:pt x="34" y="34"/>
                    <a:pt x="1" y="87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8" y="252"/>
                    <a:pt x="93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6" name="Google Shape;12856;p32"/>
            <p:cNvSpPr/>
            <p:nvPr/>
          </p:nvSpPr>
          <p:spPr>
            <a:xfrm>
              <a:off x="4872575" y="2925700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207" y="1"/>
                  </a:moveTo>
                  <a:cubicBezTo>
                    <a:pt x="137" y="1"/>
                    <a:pt x="71" y="1"/>
                    <a:pt x="17" y="17"/>
                  </a:cubicBezTo>
                  <a:cubicBezTo>
                    <a:pt x="1" y="54"/>
                    <a:pt x="1" y="120"/>
                    <a:pt x="17" y="157"/>
                  </a:cubicBezTo>
                  <a:cubicBezTo>
                    <a:pt x="34" y="190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74"/>
                  </a:cubicBezTo>
                  <a:cubicBezTo>
                    <a:pt x="223" y="137"/>
                    <a:pt x="240" y="54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7" name="Google Shape;12857;p32"/>
            <p:cNvSpPr/>
            <p:nvPr/>
          </p:nvSpPr>
          <p:spPr>
            <a:xfrm>
              <a:off x="4858350" y="2927875"/>
              <a:ext cx="6125" cy="5900"/>
            </a:xfrm>
            <a:custGeom>
              <a:avLst/>
              <a:gdLst/>
              <a:ahLst/>
              <a:cxnLst/>
              <a:rect l="l" t="t" r="r" b="b"/>
              <a:pathLst>
                <a:path w="245" h="236" extrusionOk="0">
                  <a:moveTo>
                    <a:pt x="191" y="0"/>
                  </a:moveTo>
                  <a:cubicBezTo>
                    <a:pt x="141" y="17"/>
                    <a:pt x="87" y="33"/>
                    <a:pt x="38" y="50"/>
                  </a:cubicBezTo>
                  <a:lnTo>
                    <a:pt x="21" y="50"/>
                  </a:lnTo>
                  <a:cubicBezTo>
                    <a:pt x="1" y="120"/>
                    <a:pt x="38" y="206"/>
                    <a:pt x="87" y="223"/>
                  </a:cubicBezTo>
                  <a:cubicBezTo>
                    <a:pt x="102" y="232"/>
                    <a:pt x="117" y="236"/>
                    <a:pt x="132" y="236"/>
                  </a:cubicBezTo>
                  <a:cubicBezTo>
                    <a:pt x="173" y="236"/>
                    <a:pt x="212" y="204"/>
                    <a:pt x="228" y="153"/>
                  </a:cubicBezTo>
                  <a:cubicBezTo>
                    <a:pt x="244" y="103"/>
                    <a:pt x="228" y="33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8" name="Google Shape;12858;p32"/>
            <p:cNvSpPr/>
            <p:nvPr/>
          </p:nvSpPr>
          <p:spPr>
            <a:xfrm>
              <a:off x="4851150" y="29428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1"/>
                  </a:moveTo>
                  <a:cubicBezTo>
                    <a:pt x="81" y="1"/>
                    <a:pt x="30" y="34"/>
                    <a:pt x="17" y="92"/>
                  </a:cubicBezTo>
                  <a:cubicBezTo>
                    <a:pt x="0" y="158"/>
                    <a:pt x="17" y="228"/>
                    <a:pt x="83" y="261"/>
                  </a:cubicBezTo>
                  <a:cubicBezTo>
                    <a:pt x="92" y="264"/>
                    <a:pt x="101" y="265"/>
                    <a:pt x="111" y="265"/>
                  </a:cubicBezTo>
                  <a:cubicBezTo>
                    <a:pt x="159" y="265"/>
                    <a:pt x="209" y="232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9" name="Google Shape;12859;p32"/>
            <p:cNvSpPr/>
            <p:nvPr/>
          </p:nvSpPr>
          <p:spPr>
            <a:xfrm>
              <a:off x="4858875" y="29579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0" name="Google Shape;12860;p32"/>
            <p:cNvSpPr/>
            <p:nvPr/>
          </p:nvSpPr>
          <p:spPr>
            <a:xfrm>
              <a:off x="4858350" y="29738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5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8"/>
                    <a:pt x="1" y="153"/>
                    <a:pt x="38" y="224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15" y="261"/>
                    <a:pt x="124" y="263"/>
                    <a:pt x="132" y="263"/>
                  </a:cubicBezTo>
                  <a:cubicBezTo>
                    <a:pt x="152" y="263"/>
                    <a:pt x="167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1" name="Google Shape;12861;p32"/>
            <p:cNvSpPr/>
            <p:nvPr/>
          </p:nvSpPr>
          <p:spPr>
            <a:xfrm>
              <a:off x="4880725" y="3030825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22" y="1"/>
                  </a:moveTo>
                  <a:cubicBezTo>
                    <a:pt x="65" y="1"/>
                    <a:pt x="14" y="33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2" y="255"/>
                    <a:pt x="164" y="247"/>
                    <a:pt x="174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23" y="108"/>
                    <a:pt x="207" y="38"/>
                    <a:pt x="157" y="5"/>
                  </a:cubicBezTo>
                  <a:cubicBezTo>
                    <a:pt x="145" y="2"/>
                    <a:pt x="133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2" name="Google Shape;12862;p32"/>
            <p:cNvSpPr/>
            <p:nvPr/>
          </p:nvSpPr>
          <p:spPr>
            <a:xfrm>
              <a:off x="4877325" y="3003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0" y="70"/>
                    <a:pt x="17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70" y="243"/>
                    <a:pt x="190" y="223"/>
                    <a:pt x="207" y="206"/>
                  </a:cubicBezTo>
                  <a:cubicBezTo>
                    <a:pt x="223" y="173"/>
                    <a:pt x="240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3" name="Google Shape;12863;p32"/>
            <p:cNvSpPr/>
            <p:nvPr/>
          </p:nvSpPr>
          <p:spPr>
            <a:xfrm>
              <a:off x="4846000" y="2933425"/>
              <a:ext cx="2600" cy="1375"/>
            </a:xfrm>
            <a:custGeom>
              <a:avLst/>
              <a:gdLst/>
              <a:ahLst/>
              <a:cxnLst/>
              <a:rect l="l" t="t" r="r" b="b"/>
              <a:pathLst>
                <a:path w="104" h="55" extrusionOk="0">
                  <a:moveTo>
                    <a:pt x="103" y="1"/>
                  </a:moveTo>
                  <a:lnTo>
                    <a:pt x="103" y="1"/>
                  </a:lnTo>
                  <a:cubicBezTo>
                    <a:pt x="66" y="17"/>
                    <a:pt x="33" y="34"/>
                    <a:pt x="0" y="54"/>
                  </a:cubicBezTo>
                  <a:cubicBezTo>
                    <a:pt x="33" y="54"/>
                    <a:pt x="66" y="34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4" name="Google Shape;12864;p32"/>
            <p:cNvSpPr/>
            <p:nvPr/>
          </p:nvSpPr>
          <p:spPr>
            <a:xfrm>
              <a:off x="4873000" y="29550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87" y="254"/>
                  </a:cubicBezTo>
                  <a:cubicBezTo>
                    <a:pt x="96" y="257"/>
                    <a:pt x="105" y="258"/>
                    <a:pt x="114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5" name="Google Shape;12865;p32"/>
            <p:cNvSpPr/>
            <p:nvPr/>
          </p:nvSpPr>
          <p:spPr>
            <a:xfrm>
              <a:off x="4883725" y="3016850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11" y="1"/>
                  </a:moveTo>
                  <a:cubicBezTo>
                    <a:pt x="71" y="1"/>
                    <a:pt x="32" y="34"/>
                    <a:pt x="17" y="82"/>
                  </a:cubicBezTo>
                  <a:cubicBezTo>
                    <a:pt x="0" y="152"/>
                    <a:pt x="17" y="238"/>
                    <a:pt x="70" y="255"/>
                  </a:cubicBezTo>
                  <a:cubicBezTo>
                    <a:pt x="87" y="271"/>
                    <a:pt x="103" y="271"/>
                    <a:pt x="120" y="271"/>
                  </a:cubicBezTo>
                  <a:cubicBezTo>
                    <a:pt x="173" y="255"/>
                    <a:pt x="206" y="238"/>
                    <a:pt x="223" y="185"/>
                  </a:cubicBezTo>
                  <a:cubicBezTo>
                    <a:pt x="243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6" name="Google Shape;12866;p32"/>
            <p:cNvSpPr/>
            <p:nvPr/>
          </p:nvSpPr>
          <p:spPr>
            <a:xfrm>
              <a:off x="4870425" y="30184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17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7" name="Google Shape;12867;p32"/>
            <p:cNvSpPr/>
            <p:nvPr/>
          </p:nvSpPr>
          <p:spPr>
            <a:xfrm>
              <a:off x="4871250" y="29709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2" y="1"/>
                  </a:moveTo>
                  <a:cubicBezTo>
                    <a:pt x="123" y="1"/>
                    <a:pt x="114" y="5"/>
                    <a:pt x="103" y="13"/>
                  </a:cubicBezTo>
                  <a:cubicBezTo>
                    <a:pt x="54" y="13"/>
                    <a:pt x="0" y="79"/>
                    <a:pt x="21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77" y="247"/>
                    <a:pt x="92" y="259"/>
                    <a:pt x="112" y="259"/>
                  </a:cubicBezTo>
                  <a:cubicBezTo>
                    <a:pt x="120" y="259"/>
                    <a:pt x="130" y="257"/>
                    <a:pt x="140" y="252"/>
                  </a:cubicBezTo>
                  <a:cubicBezTo>
                    <a:pt x="206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40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8" name="Google Shape;12868;p32"/>
            <p:cNvSpPr/>
            <p:nvPr/>
          </p:nvSpPr>
          <p:spPr>
            <a:xfrm>
              <a:off x="4866600" y="30352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67" y="0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06"/>
                    <a:pt x="34" y="239"/>
                  </a:cubicBezTo>
                  <a:cubicBezTo>
                    <a:pt x="67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7" y="66"/>
                    <a:pt x="186" y="50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9" name="Google Shape;12869;p32"/>
            <p:cNvSpPr/>
            <p:nvPr/>
          </p:nvSpPr>
          <p:spPr>
            <a:xfrm>
              <a:off x="4869175" y="2990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3"/>
                  </a:cubicBezTo>
                  <a:cubicBezTo>
                    <a:pt x="46" y="245"/>
                    <a:pt x="83" y="264"/>
                    <a:pt x="118" y="264"/>
                  </a:cubicBezTo>
                  <a:cubicBezTo>
                    <a:pt x="142" y="264"/>
                    <a:pt x="166" y="255"/>
                    <a:pt x="186" y="234"/>
                  </a:cubicBezTo>
                  <a:cubicBezTo>
                    <a:pt x="223" y="181"/>
                    <a:pt x="240" y="110"/>
                    <a:pt x="186" y="44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0" name="Google Shape;12870;p32"/>
            <p:cNvSpPr/>
            <p:nvPr/>
          </p:nvSpPr>
          <p:spPr>
            <a:xfrm>
              <a:off x="4839500" y="3023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4" y="260"/>
                    <a:pt x="190" y="239"/>
                  </a:cubicBezTo>
                  <a:cubicBezTo>
                    <a:pt x="239" y="190"/>
                    <a:pt x="239" y="103"/>
                    <a:pt x="207" y="54"/>
                  </a:cubicBezTo>
                  <a:cubicBezTo>
                    <a:pt x="190" y="33"/>
                    <a:pt x="190" y="17"/>
                    <a:pt x="174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1" name="Google Shape;12871;p32"/>
            <p:cNvSpPr/>
            <p:nvPr/>
          </p:nvSpPr>
          <p:spPr>
            <a:xfrm>
              <a:off x="4816300" y="29662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90" y="30"/>
                    <a:pt x="174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2" name="Google Shape;12872;p32"/>
            <p:cNvSpPr/>
            <p:nvPr/>
          </p:nvSpPr>
          <p:spPr>
            <a:xfrm>
              <a:off x="4815075" y="30125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39"/>
                    <a:pt x="83" y="256"/>
                    <a:pt x="103" y="256"/>
                  </a:cubicBezTo>
                  <a:cubicBezTo>
                    <a:pt x="113" y="260"/>
                    <a:pt x="123" y="262"/>
                    <a:pt x="132" y="262"/>
                  </a:cubicBezTo>
                  <a:cubicBezTo>
                    <a:pt x="154" y="262"/>
                    <a:pt x="174" y="251"/>
                    <a:pt x="186" y="239"/>
                  </a:cubicBezTo>
                  <a:cubicBezTo>
                    <a:pt x="206" y="206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3" name="Google Shape;12873;p32"/>
            <p:cNvSpPr/>
            <p:nvPr/>
          </p:nvSpPr>
          <p:spPr>
            <a:xfrm>
              <a:off x="4825800" y="30265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5"/>
                    <a:pt x="17" y="228"/>
                    <a:pt x="87" y="248"/>
                  </a:cubicBezTo>
                  <a:cubicBezTo>
                    <a:pt x="100" y="257"/>
                    <a:pt x="114" y="261"/>
                    <a:pt x="129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39" y="108"/>
                    <a:pt x="223" y="42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4" name="Google Shape;12874;p32"/>
            <p:cNvSpPr/>
            <p:nvPr/>
          </p:nvSpPr>
          <p:spPr>
            <a:xfrm>
              <a:off x="4810325" y="3027400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1" y="159"/>
                    <a:pt x="34" y="229"/>
                    <a:pt x="87" y="262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3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5" name="Google Shape;12875;p32"/>
            <p:cNvSpPr/>
            <p:nvPr/>
          </p:nvSpPr>
          <p:spPr>
            <a:xfrm>
              <a:off x="4821875" y="2996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0" y="0"/>
                    <a:pt x="54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4"/>
                    <a:pt x="244" y="174"/>
                    <a:pt x="223" y="104"/>
                  </a:cubicBezTo>
                  <a:cubicBezTo>
                    <a:pt x="223" y="71"/>
                    <a:pt x="207" y="54"/>
                    <a:pt x="174" y="21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6" name="Google Shape;12876;p32"/>
            <p:cNvSpPr/>
            <p:nvPr/>
          </p:nvSpPr>
          <p:spPr>
            <a:xfrm>
              <a:off x="4800025" y="3014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2" y="1"/>
                  </a:moveTo>
                  <a:cubicBezTo>
                    <a:pt x="97" y="1"/>
                    <a:pt x="47" y="30"/>
                    <a:pt x="33" y="71"/>
                  </a:cubicBezTo>
                  <a:cubicBezTo>
                    <a:pt x="0" y="141"/>
                    <a:pt x="33" y="228"/>
                    <a:pt x="87" y="244"/>
                  </a:cubicBezTo>
                  <a:cubicBezTo>
                    <a:pt x="103" y="261"/>
                    <a:pt x="120" y="261"/>
                    <a:pt x="136" y="261"/>
                  </a:cubicBezTo>
                  <a:cubicBezTo>
                    <a:pt x="190" y="244"/>
                    <a:pt x="223" y="228"/>
                    <a:pt x="239" y="174"/>
                  </a:cubicBezTo>
                  <a:cubicBezTo>
                    <a:pt x="256" y="125"/>
                    <a:pt x="239" y="71"/>
                    <a:pt x="206" y="38"/>
                  </a:cubicBezTo>
                  <a:cubicBezTo>
                    <a:pt x="206" y="22"/>
                    <a:pt x="190" y="2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7" name="Google Shape;12877;p32"/>
            <p:cNvSpPr/>
            <p:nvPr/>
          </p:nvSpPr>
          <p:spPr>
            <a:xfrm>
              <a:off x="4807750" y="29975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94" y="1"/>
                  </a:moveTo>
                  <a:cubicBezTo>
                    <a:pt x="54" y="1"/>
                    <a:pt x="13" y="32"/>
                    <a:pt x="1" y="84"/>
                  </a:cubicBezTo>
                  <a:lnTo>
                    <a:pt x="1" y="133"/>
                  </a:lnTo>
                  <a:cubicBezTo>
                    <a:pt x="1" y="187"/>
                    <a:pt x="17" y="236"/>
                    <a:pt x="66" y="253"/>
                  </a:cubicBezTo>
                  <a:cubicBezTo>
                    <a:pt x="77" y="258"/>
                    <a:pt x="88" y="261"/>
                    <a:pt x="99" y="261"/>
                  </a:cubicBezTo>
                  <a:cubicBezTo>
                    <a:pt x="128" y="261"/>
                    <a:pt x="158" y="244"/>
                    <a:pt x="170" y="220"/>
                  </a:cubicBezTo>
                  <a:cubicBezTo>
                    <a:pt x="190" y="203"/>
                    <a:pt x="207" y="203"/>
                    <a:pt x="207" y="170"/>
                  </a:cubicBezTo>
                  <a:cubicBezTo>
                    <a:pt x="223" y="100"/>
                    <a:pt x="207" y="30"/>
                    <a:pt x="137" y="14"/>
                  </a:cubicBezTo>
                  <a:cubicBezTo>
                    <a:pt x="123" y="5"/>
                    <a:pt x="109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8" name="Google Shape;12878;p32"/>
            <p:cNvSpPr/>
            <p:nvPr/>
          </p:nvSpPr>
          <p:spPr>
            <a:xfrm>
              <a:off x="4804250" y="29699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6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9" name="Google Shape;12879;p32"/>
            <p:cNvSpPr/>
            <p:nvPr/>
          </p:nvSpPr>
          <p:spPr>
            <a:xfrm>
              <a:off x="4885875" y="296735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37"/>
                  </a:cubicBezTo>
                  <a:cubicBezTo>
                    <a:pt x="17" y="70"/>
                    <a:pt x="1" y="157"/>
                    <a:pt x="54" y="206"/>
                  </a:cubicBezTo>
                  <a:cubicBezTo>
                    <a:pt x="73" y="237"/>
                    <a:pt x="104" y="256"/>
                    <a:pt x="137" y="256"/>
                  </a:cubicBezTo>
                  <a:cubicBezTo>
                    <a:pt x="161" y="256"/>
                    <a:pt x="186" y="246"/>
                    <a:pt x="207" y="223"/>
                  </a:cubicBezTo>
                  <a:cubicBezTo>
                    <a:pt x="240" y="190"/>
                    <a:pt x="260" y="103"/>
                    <a:pt x="223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0" name="Google Shape;12880;p32"/>
            <p:cNvSpPr/>
            <p:nvPr/>
          </p:nvSpPr>
          <p:spPr>
            <a:xfrm>
              <a:off x="4836500" y="29933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2" y="1"/>
                  </a:moveTo>
                  <a:cubicBezTo>
                    <a:pt x="93" y="1"/>
                    <a:pt x="77" y="13"/>
                    <a:pt x="50" y="28"/>
                  </a:cubicBezTo>
                  <a:cubicBezTo>
                    <a:pt x="17" y="78"/>
                    <a:pt x="1" y="164"/>
                    <a:pt x="34" y="214"/>
                  </a:cubicBezTo>
                  <a:cubicBezTo>
                    <a:pt x="50" y="251"/>
                    <a:pt x="87" y="267"/>
                    <a:pt x="120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40" y="181"/>
                    <a:pt x="240" y="148"/>
                  </a:cubicBezTo>
                  <a:cubicBezTo>
                    <a:pt x="240" y="110"/>
                    <a:pt x="223" y="78"/>
                    <a:pt x="207" y="45"/>
                  </a:cubicBezTo>
                  <a:cubicBezTo>
                    <a:pt x="207" y="28"/>
                    <a:pt x="190" y="28"/>
                    <a:pt x="174" y="7"/>
                  </a:cubicBezTo>
                  <a:lnTo>
                    <a:pt x="137" y="7"/>
                  </a:lnTo>
                  <a:cubicBezTo>
                    <a:pt x="127" y="3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1" name="Google Shape;12881;p32"/>
            <p:cNvSpPr/>
            <p:nvPr/>
          </p:nvSpPr>
          <p:spPr>
            <a:xfrm>
              <a:off x="4844650" y="3007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5"/>
                    <a:pt x="111" y="265"/>
                  </a:cubicBezTo>
                  <a:cubicBezTo>
                    <a:pt x="118" y="265"/>
                    <a:pt x="127" y="262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2" name="Google Shape;12882;p32"/>
            <p:cNvSpPr/>
            <p:nvPr/>
          </p:nvSpPr>
          <p:spPr>
            <a:xfrm>
              <a:off x="4843425" y="297820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28" y="0"/>
                  </a:moveTo>
                  <a:cubicBezTo>
                    <a:pt x="120" y="0"/>
                    <a:pt x="111" y="5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7" y="185"/>
                    <a:pt x="33" y="222"/>
                    <a:pt x="50" y="238"/>
                  </a:cubicBezTo>
                  <a:cubicBezTo>
                    <a:pt x="61" y="250"/>
                    <a:pt x="83" y="262"/>
                    <a:pt x="107" y="262"/>
                  </a:cubicBezTo>
                  <a:cubicBezTo>
                    <a:pt x="116" y="262"/>
                    <a:pt x="126" y="260"/>
                    <a:pt x="136" y="255"/>
                  </a:cubicBezTo>
                  <a:cubicBezTo>
                    <a:pt x="169" y="255"/>
                    <a:pt x="186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86" y="32"/>
                  </a:cubicBezTo>
                  <a:cubicBezTo>
                    <a:pt x="169" y="16"/>
                    <a:pt x="169" y="16"/>
                    <a:pt x="153" y="16"/>
                  </a:cubicBezTo>
                  <a:cubicBezTo>
                    <a:pt x="144" y="5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3" name="Google Shape;12883;p32"/>
            <p:cNvSpPr/>
            <p:nvPr/>
          </p:nvSpPr>
          <p:spPr>
            <a:xfrm>
              <a:off x="4838250" y="294847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20" y="256"/>
                    <a:pt x="137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4" y="71"/>
                    <a:pt x="207" y="34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4" name="Google Shape;12884;p32"/>
            <p:cNvSpPr/>
            <p:nvPr/>
          </p:nvSpPr>
          <p:spPr>
            <a:xfrm>
              <a:off x="4844650" y="29629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3" y="0"/>
                  </a:moveTo>
                  <a:cubicBezTo>
                    <a:pt x="124" y="0"/>
                    <a:pt x="115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33" y="215"/>
                    <a:pt x="87" y="265"/>
                    <a:pt x="137" y="265"/>
                  </a:cubicBezTo>
                  <a:cubicBezTo>
                    <a:pt x="174" y="248"/>
                    <a:pt x="207" y="232"/>
                    <a:pt x="223" y="215"/>
                  </a:cubicBezTo>
                  <a:cubicBezTo>
                    <a:pt x="240" y="178"/>
                    <a:pt x="240" y="145"/>
                    <a:pt x="240" y="112"/>
                  </a:cubicBezTo>
                  <a:cubicBezTo>
                    <a:pt x="223" y="75"/>
                    <a:pt x="223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50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5" name="Google Shape;12885;p32"/>
            <p:cNvSpPr/>
            <p:nvPr/>
          </p:nvSpPr>
          <p:spPr>
            <a:xfrm>
              <a:off x="4830525" y="29657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37" y="256"/>
                    <a:pt x="170" y="239"/>
                    <a:pt x="186" y="223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6" name="Google Shape;12886;p32"/>
            <p:cNvSpPr/>
            <p:nvPr/>
          </p:nvSpPr>
          <p:spPr>
            <a:xfrm>
              <a:off x="4827425" y="30097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3" y="1"/>
                  </a:moveTo>
                  <a:cubicBezTo>
                    <a:pt x="117" y="1"/>
                    <a:pt x="111" y="2"/>
                    <a:pt x="104" y="8"/>
                  </a:cubicBezTo>
                  <a:cubicBezTo>
                    <a:pt x="88" y="8"/>
                    <a:pt x="71" y="24"/>
                    <a:pt x="55" y="41"/>
                  </a:cubicBezTo>
                  <a:cubicBezTo>
                    <a:pt x="22" y="57"/>
                    <a:pt x="1" y="111"/>
                    <a:pt x="22" y="144"/>
                  </a:cubicBezTo>
                  <a:cubicBezTo>
                    <a:pt x="22" y="177"/>
                    <a:pt x="38" y="214"/>
                    <a:pt x="55" y="231"/>
                  </a:cubicBezTo>
                  <a:cubicBezTo>
                    <a:pt x="88" y="247"/>
                    <a:pt x="104" y="264"/>
                    <a:pt x="141" y="264"/>
                  </a:cubicBezTo>
                  <a:cubicBezTo>
                    <a:pt x="191" y="247"/>
                    <a:pt x="244" y="198"/>
                    <a:pt x="244" y="128"/>
                  </a:cubicBezTo>
                  <a:lnTo>
                    <a:pt x="244" y="111"/>
                  </a:lnTo>
                  <a:cubicBezTo>
                    <a:pt x="228" y="57"/>
                    <a:pt x="207" y="24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7" name="Google Shape;12887;p32"/>
            <p:cNvSpPr/>
            <p:nvPr/>
          </p:nvSpPr>
          <p:spPr>
            <a:xfrm>
              <a:off x="4595525" y="27907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0"/>
                  </a:moveTo>
                  <a:cubicBezTo>
                    <a:pt x="117" y="0"/>
                    <a:pt x="110" y="2"/>
                    <a:pt x="104" y="8"/>
                  </a:cubicBezTo>
                  <a:lnTo>
                    <a:pt x="71" y="8"/>
                  </a:lnTo>
                  <a:cubicBezTo>
                    <a:pt x="21" y="24"/>
                    <a:pt x="0" y="94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1" y="247"/>
                    <a:pt x="104" y="263"/>
                    <a:pt x="141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94"/>
                    <a:pt x="227" y="94"/>
                    <a:pt x="207" y="74"/>
                  </a:cubicBezTo>
                  <a:cubicBezTo>
                    <a:pt x="207" y="41"/>
                    <a:pt x="174" y="24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8" name="Google Shape;12888;p32"/>
            <p:cNvSpPr/>
            <p:nvPr/>
          </p:nvSpPr>
          <p:spPr>
            <a:xfrm>
              <a:off x="4561625" y="2857250"/>
              <a:ext cx="3925" cy="6625"/>
            </a:xfrm>
            <a:custGeom>
              <a:avLst/>
              <a:gdLst/>
              <a:ahLst/>
              <a:cxnLst/>
              <a:rect l="l" t="t" r="r" b="b"/>
              <a:pathLst>
                <a:path w="157" h="265" extrusionOk="0">
                  <a:moveTo>
                    <a:pt x="36" y="0"/>
                  </a:moveTo>
                  <a:cubicBezTo>
                    <a:pt x="30" y="0"/>
                    <a:pt x="23" y="2"/>
                    <a:pt x="17" y="9"/>
                  </a:cubicBezTo>
                  <a:lnTo>
                    <a:pt x="0" y="9"/>
                  </a:lnTo>
                  <a:lnTo>
                    <a:pt x="0" y="248"/>
                  </a:lnTo>
                  <a:cubicBezTo>
                    <a:pt x="17" y="265"/>
                    <a:pt x="37" y="265"/>
                    <a:pt x="54" y="265"/>
                  </a:cubicBezTo>
                  <a:cubicBezTo>
                    <a:pt x="87" y="248"/>
                    <a:pt x="103" y="232"/>
                    <a:pt x="120" y="215"/>
                  </a:cubicBezTo>
                  <a:cubicBezTo>
                    <a:pt x="140" y="178"/>
                    <a:pt x="157" y="145"/>
                    <a:pt x="140" y="112"/>
                  </a:cubicBezTo>
                  <a:cubicBezTo>
                    <a:pt x="140" y="75"/>
                    <a:pt x="120" y="42"/>
                    <a:pt x="103" y="26"/>
                  </a:cubicBezTo>
                  <a:cubicBezTo>
                    <a:pt x="87" y="26"/>
                    <a:pt x="87" y="9"/>
                    <a:pt x="70" y="9"/>
                  </a:cubicBezTo>
                  <a:cubicBezTo>
                    <a:pt x="59" y="9"/>
                    <a:pt x="48" y="0"/>
                    <a:pt x="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9" name="Google Shape;12889;p32"/>
            <p:cNvSpPr/>
            <p:nvPr/>
          </p:nvSpPr>
          <p:spPr>
            <a:xfrm>
              <a:off x="4578000" y="288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83" y="17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7" y="244"/>
                    <a:pt x="83" y="261"/>
                    <a:pt x="120" y="261"/>
                  </a:cubicBezTo>
                  <a:cubicBezTo>
                    <a:pt x="153" y="261"/>
                    <a:pt x="170" y="261"/>
                    <a:pt x="207" y="244"/>
                  </a:cubicBezTo>
                  <a:cubicBezTo>
                    <a:pt x="223" y="207"/>
                    <a:pt x="240" y="191"/>
                    <a:pt x="240" y="158"/>
                  </a:cubicBezTo>
                  <a:cubicBezTo>
                    <a:pt x="240" y="120"/>
                    <a:pt x="240" y="87"/>
                    <a:pt x="207" y="54"/>
                  </a:cubicBezTo>
                  <a:cubicBezTo>
                    <a:pt x="207" y="38"/>
                    <a:pt x="186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0" name="Google Shape;12890;p32"/>
            <p:cNvSpPr/>
            <p:nvPr/>
          </p:nvSpPr>
          <p:spPr>
            <a:xfrm>
              <a:off x="4568100" y="2919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24"/>
                    <a:pt x="67" y="240"/>
                  </a:cubicBezTo>
                  <a:cubicBezTo>
                    <a:pt x="81" y="252"/>
                    <a:pt x="102" y="263"/>
                    <a:pt x="119" y="263"/>
                  </a:cubicBezTo>
                  <a:cubicBezTo>
                    <a:pt x="126" y="263"/>
                    <a:pt x="132" y="261"/>
                    <a:pt x="137" y="257"/>
                  </a:cubicBezTo>
                  <a:cubicBezTo>
                    <a:pt x="207" y="257"/>
                    <a:pt x="240" y="186"/>
                    <a:pt x="240" y="121"/>
                  </a:cubicBezTo>
                  <a:cubicBezTo>
                    <a:pt x="223" y="83"/>
                    <a:pt x="223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1" name="Google Shape;12891;p32"/>
            <p:cNvSpPr/>
            <p:nvPr/>
          </p:nvSpPr>
          <p:spPr>
            <a:xfrm>
              <a:off x="4576650" y="2857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6" y="245"/>
                    <a:pt x="87" y="261"/>
                    <a:pt x="121" y="261"/>
                  </a:cubicBezTo>
                  <a:cubicBezTo>
                    <a:pt x="144" y="261"/>
                    <a:pt x="168" y="253"/>
                    <a:pt x="191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2" name="Google Shape;12892;p32"/>
            <p:cNvSpPr/>
            <p:nvPr/>
          </p:nvSpPr>
          <p:spPr>
            <a:xfrm>
              <a:off x="4573675" y="2807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3" name="Google Shape;12893;p32"/>
            <p:cNvSpPr/>
            <p:nvPr/>
          </p:nvSpPr>
          <p:spPr>
            <a:xfrm>
              <a:off x="4571500" y="29489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0"/>
                    <a:pt x="1" y="70"/>
                    <a:pt x="17" y="136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7" y="239"/>
                    <a:pt x="120" y="260"/>
                    <a:pt x="137" y="260"/>
                  </a:cubicBezTo>
                  <a:cubicBezTo>
                    <a:pt x="174" y="239"/>
                    <a:pt x="190" y="223"/>
                    <a:pt x="207" y="206"/>
                  </a:cubicBezTo>
                  <a:cubicBezTo>
                    <a:pt x="240" y="173"/>
                    <a:pt x="240" y="136"/>
                    <a:pt x="240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4" name="Google Shape;12894;p32"/>
            <p:cNvSpPr/>
            <p:nvPr/>
          </p:nvSpPr>
          <p:spPr>
            <a:xfrm>
              <a:off x="4574075" y="290167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34" y="34"/>
                    <a:pt x="17" y="50"/>
                  </a:cubicBezTo>
                  <a:cubicBezTo>
                    <a:pt x="1" y="88"/>
                    <a:pt x="1" y="120"/>
                    <a:pt x="1" y="153"/>
                  </a:cubicBezTo>
                  <a:cubicBezTo>
                    <a:pt x="17" y="191"/>
                    <a:pt x="17" y="224"/>
                    <a:pt x="54" y="240"/>
                  </a:cubicBezTo>
                  <a:cubicBezTo>
                    <a:pt x="66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8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5" name="Google Shape;12895;p32"/>
            <p:cNvSpPr/>
            <p:nvPr/>
          </p:nvSpPr>
          <p:spPr>
            <a:xfrm>
              <a:off x="4575425" y="297982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6" y="260"/>
                    <a:pt x="104" y="260"/>
                    <a:pt x="137" y="260"/>
                  </a:cubicBezTo>
                  <a:cubicBezTo>
                    <a:pt x="186" y="239"/>
                    <a:pt x="223" y="190"/>
                    <a:pt x="223" y="103"/>
                  </a:cubicBezTo>
                  <a:cubicBezTo>
                    <a:pt x="223" y="7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6" name="Google Shape;12896;p32"/>
            <p:cNvSpPr/>
            <p:nvPr/>
          </p:nvSpPr>
          <p:spPr>
            <a:xfrm>
              <a:off x="4561625" y="2909000"/>
              <a:ext cx="425" cy="3025"/>
            </a:xfrm>
            <a:custGeom>
              <a:avLst/>
              <a:gdLst/>
              <a:ahLst/>
              <a:cxnLst/>
              <a:rect l="l" t="t" r="r" b="b"/>
              <a:pathLst>
                <a:path w="17" h="121" extrusionOk="0">
                  <a:moveTo>
                    <a:pt x="0" y="1"/>
                  </a:moveTo>
                  <a:lnTo>
                    <a:pt x="0" y="120"/>
                  </a:lnTo>
                  <a:cubicBezTo>
                    <a:pt x="17" y="83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7" name="Google Shape;12897;p32"/>
            <p:cNvSpPr/>
            <p:nvPr/>
          </p:nvSpPr>
          <p:spPr>
            <a:xfrm>
              <a:off x="45663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8" name="Google Shape;12898;p32"/>
            <p:cNvSpPr/>
            <p:nvPr/>
          </p:nvSpPr>
          <p:spPr>
            <a:xfrm>
              <a:off x="4565950" y="28406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9" name="Google Shape;12899;p32"/>
            <p:cNvSpPr/>
            <p:nvPr/>
          </p:nvSpPr>
          <p:spPr>
            <a:xfrm>
              <a:off x="4560800" y="2809425"/>
              <a:ext cx="4350" cy="6475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42" y="1"/>
                  </a:moveTo>
                  <a:cubicBezTo>
                    <a:pt x="29" y="1"/>
                    <a:pt x="17" y="5"/>
                    <a:pt x="0" y="13"/>
                  </a:cubicBezTo>
                  <a:cubicBezTo>
                    <a:pt x="17" y="100"/>
                    <a:pt x="17" y="186"/>
                    <a:pt x="33" y="252"/>
                  </a:cubicBezTo>
                  <a:cubicBezTo>
                    <a:pt x="40" y="256"/>
                    <a:pt x="48" y="258"/>
                    <a:pt x="56" y="258"/>
                  </a:cubicBezTo>
                  <a:cubicBezTo>
                    <a:pt x="88" y="258"/>
                    <a:pt x="123" y="226"/>
                    <a:pt x="136" y="186"/>
                  </a:cubicBezTo>
                  <a:cubicBezTo>
                    <a:pt x="173" y="116"/>
                    <a:pt x="136" y="30"/>
                    <a:pt x="87" y="13"/>
                  </a:cubicBezTo>
                  <a:cubicBezTo>
                    <a:pt x="68" y="5"/>
                    <a:pt x="55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0" name="Google Shape;12900;p32"/>
            <p:cNvSpPr/>
            <p:nvPr/>
          </p:nvSpPr>
          <p:spPr>
            <a:xfrm>
              <a:off x="4562950" y="2889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1"/>
                  </a:moveTo>
                  <a:cubicBezTo>
                    <a:pt x="107" y="1"/>
                    <a:pt x="98" y="3"/>
                    <a:pt x="87" y="8"/>
                  </a:cubicBezTo>
                  <a:lnTo>
                    <a:pt x="67" y="8"/>
                  </a:lnTo>
                  <a:cubicBezTo>
                    <a:pt x="17" y="45"/>
                    <a:pt x="1" y="95"/>
                    <a:pt x="1" y="148"/>
                  </a:cubicBezTo>
                  <a:cubicBezTo>
                    <a:pt x="1" y="181"/>
                    <a:pt x="17" y="214"/>
                    <a:pt x="50" y="231"/>
                  </a:cubicBezTo>
                  <a:cubicBezTo>
                    <a:pt x="67" y="268"/>
                    <a:pt x="104" y="268"/>
                    <a:pt x="120" y="268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95"/>
                    <a:pt x="207" y="95"/>
                    <a:pt x="207" y="78"/>
                  </a:cubicBezTo>
                  <a:cubicBezTo>
                    <a:pt x="207" y="45"/>
                    <a:pt x="170" y="25"/>
                    <a:pt x="153" y="8"/>
                  </a:cubicBezTo>
                  <a:cubicBezTo>
                    <a:pt x="142" y="8"/>
                    <a:pt x="13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1" name="Google Shape;12901;p32"/>
            <p:cNvSpPr/>
            <p:nvPr/>
          </p:nvSpPr>
          <p:spPr>
            <a:xfrm>
              <a:off x="4561625" y="2951050"/>
              <a:ext cx="950" cy="5175"/>
            </a:xfrm>
            <a:custGeom>
              <a:avLst/>
              <a:gdLst/>
              <a:ahLst/>
              <a:cxnLst/>
              <a:rect l="l" t="t" r="r" b="b"/>
              <a:pathLst>
                <a:path w="38" h="207" extrusionOk="0">
                  <a:moveTo>
                    <a:pt x="0" y="1"/>
                  </a:moveTo>
                  <a:lnTo>
                    <a:pt x="0" y="207"/>
                  </a:lnTo>
                  <a:cubicBezTo>
                    <a:pt x="17" y="174"/>
                    <a:pt x="37" y="120"/>
                    <a:pt x="37" y="87"/>
                  </a:cubicBezTo>
                  <a:cubicBezTo>
                    <a:pt x="17" y="50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2" name="Google Shape;12902;p32"/>
            <p:cNvSpPr/>
            <p:nvPr/>
          </p:nvSpPr>
          <p:spPr>
            <a:xfrm>
              <a:off x="4561625" y="29332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5" y="1"/>
                  </a:moveTo>
                  <a:cubicBezTo>
                    <a:pt x="69" y="1"/>
                    <a:pt x="49" y="13"/>
                    <a:pt x="37" y="24"/>
                  </a:cubicBezTo>
                  <a:cubicBezTo>
                    <a:pt x="17" y="41"/>
                    <a:pt x="0" y="61"/>
                    <a:pt x="0" y="94"/>
                  </a:cubicBezTo>
                  <a:lnTo>
                    <a:pt x="0" y="164"/>
                  </a:lnTo>
                  <a:cubicBezTo>
                    <a:pt x="0" y="181"/>
                    <a:pt x="0" y="197"/>
                    <a:pt x="17" y="214"/>
                  </a:cubicBezTo>
                  <a:cubicBezTo>
                    <a:pt x="38" y="245"/>
                    <a:pt x="69" y="263"/>
                    <a:pt x="101" y="263"/>
                  </a:cubicBezTo>
                  <a:cubicBezTo>
                    <a:pt x="125" y="263"/>
                    <a:pt x="150" y="253"/>
                    <a:pt x="173" y="230"/>
                  </a:cubicBezTo>
                  <a:cubicBezTo>
                    <a:pt x="206" y="181"/>
                    <a:pt x="223" y="111"/>
                    <a:pt x="190" y="41"/>
                  </a:cubicBezTo>
                  <a:cubicBezTo>
                    <a:pt x="173" y="24"/>
                    <a:pt x="157" y="8"/>
                    <a:pt x="140" y="8"/>
                  </a:cubicBezTo>
                  <a:lnTo>
                    <a:pt x="103" y="8"/>
                  </a:lnTo>
                  <a:cubicBezTo>
                    <a:pt x="98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3" name="Google Shape;12903;p32"/>
            <p:cNvSpPr/>
            <p:nvPr/>
          </p:nvSpPr>
          <p:spPr>
            <a:xfrm>
              <a:off x="4579250" y="28376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4" name="Google Shape;12904;p32"/>
            <p:cNvSpPr/>
            <p:nvPr/>
          </p:nvSpPr>
          <p:spPr>
            <a:xfrm>
              <a:off x="4613550" y="281557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28" y="1"/>
                  </a:moveTo>
                  <a:cubicBezTo>
                    <a:pt x="82" y="1"/>
                    <a:pt x="47" y="23"/>
                    <a:pt x="22" y="77"/>
                  </a:cubicBezTo>
                  <a:cubicBezTo>
                    <a:pt x="1" y="147"/>
                    <a:pt x="38" y="233"/>
                    <a:pt x="88" y="250"/>
                  </a:cubicBezTo>
                  <a:cubicBezTo>
                    <a:pt x="104" y="266"/>
                    <a:pt x="125" y="266"/>
                    <a:pt x="141" y="266"/>
                  </a:cubicBezTo>
                  <a:cubicBezTo>
                    <a:pt x="174" y="250"/>
                    <a:pt x="207" y="233"/>
                    <a:pt x="228" y="180"/>
                  </a:cubicBezTo>
                  <a:cubicBezTo>
                    <a:pt x="244" y="130"/>
                    <a:pt x="244" y="77"/>
                    <a:pt x="207" y="44"/>
                  </a:cubicBezTo>
                  <a:cubicBezTo>
                    <a:pt x="191" y="27"/>
                    <a:pt x="191" y="6"/>
                    <a:pt x="174" y="6"/>
                  </a:cubicBezTo>
                  <a:cubicBezTo>
                    <a:pt x="158" y="3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5" name="Google Shape;12905;p32"/>
            <p:cNvSpPr/>
            <p:nvPr/>
          </p:nvSpPr>
          <p:spPr>
            <a:xfrm>
              <a:off x="4640675" y="2781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87" y="17"/>
                    <a:pt x="70" y="17"/>
                  </a:cubicBezTo>
                  <a:cubicBezTo>
                    <a:pt x="17" y="33"/>
                    <a:pt x="0" y="87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6" name="Google Shape;12906;p32"/>
            <p:cNvSpPr/>
            <p:nvPr/>
          </p:nvSpPr>
          <p:spPr>
            <a:xfrm>
              <a:off x="4611925" y="2833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03" y="0"/>
                  </a:moveTo>
                  <a:cubicBezTo>
                    <a:pt x="86" y="0"/>
                    <a:pt x="68" y="4"/>
                    <a:pt x="49" y="12"/>
                  </a:cubicBezTo>
                  <a:cubicBezTo>
                    <a:pt x="33" y="29"/>
                    <a:pt x="16" y="50"/>
                    <a:pt x="0" y="83"/>
                  </a:cubicBezTo>
                  <a:lnTo>
                    <a:pt x="0" y="169"/>
                  </a:lnTo>
                  <a:cubicBezTo>
                    <a:pt x="16" y="202"/>
                    <a:pt x="33" y="235"/>
                    <a:pt x="66" y="256"/>
                  </a:cubicBezTo>
                  <a:cubicBezTo>
                    <a:pt x="78" y="260"/>
                    <a:pt x="92" y="262"/>
                    <a:pt x="105" y="262"/>
                  </a:cubicBezTo>
                  <a:cubicBezTo>
                    <a:pt x="149" y="262"/>
                    <a:pt x="194" y="239"/>
                    <a:pt x="206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7" name="Google Shape;12907;p32"/>
            <p:cNvSpPr/>
            <p:nvPr/>
          </p:nvSpPr>
          <p:spPr>
            <a:xfrm>
              <a:off x="4798275" y="30323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17" y="82"/>
                  </a:cubicBezTo>
                  <a:cubicBezTo>
                    <a:pt x="0" y="119"/>
                    <a:pt x="0" y="152"/>
                    <a:pt x="0" y="169"/>
                  </a:cubicBezTo>
                  <a:cubicBezTo>
                    <a:pt x="17" y="202"/>
                    <a:pt x="33" y="239"/>
                    <a:pt x="70" y="255"/>
                  </a:cubicBezTo>
                  <a:cubicBezTo>
                    <a:pt x="88" y="264"/>
                    <a:pt x="104" y="268"/>
                    <a:pt x="120" y="268"/>
                  </a:cubicBezTo>
                  <a:cubicBezTo>
                    <a:pt x="163" y="268"/>
                    <a:pt x="199" y="237"/>
                    <a:pt x="223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8" name="Google Shape;12908;p32"/>
            <p:cNvSpPr/>
            <p:nvPr/>
          </p:nvSpPr>
          <p:spPr>
            <a:xfrm>
              <a:off x="4580575" y="28217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36" y="0"/>
                  </a:moveTo>
                  <a:cubicBezTo>
                    <a:pt x="85" y="0"/>
                    <a:pt x="44" y="30"/>
                    <a:pt x="17" y="71"/>
                  </a:cubicBezTo>
                  <a:cubicBezTo>
                    <a:pt x="1" y="141"/>
                    <a:pt x="34" y="227"/>
                    <a:pt x="83" y="244"/>
                  </a:cubicBezTo>
                  <a:cubicBezTo>
                    <a:pt x="97" y="253"/>
                    <a:pt x="113" y="257"/>
                    <a:pt x="128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9" name="Google Shape;12909;p32"/>
            <p:cNvSpPr/>
            <p:nvPr/>
          </p:nvSpPr>
          <p:spPr>
            <a:xfrm>
              <a:off x="4945150" y="2958375"/>
              <a:ext cx="5575" cy="6000"/>
            </a:xfrm>
            <a:custGeom>
              <a:avLst/>
              <a:gdLst/>
              <a:ahLst/>
              <a:cxnLst/>
              <a:rect l="l" t="t" r="r" b="b"/>
              <a:pathLst>
                <a:path w="223" h="240" extrusionOk="0">
                  <a:moveTo>
                    <a:pt x="54" y="1"/>
                  </a:moveTo>
                  <a:cubicBezTo>
                    <a:pt x="17" y="50"/>
                    <a:pt x="0" y="137"/>
                    <a:pt x="54" y="190"/>
                  </a:cubicBezTo>
                  <a:cubicBezTo>
                    <a:pt x="70" y="207"/>
                    <a:pt x="87" y="223"/>
                    <a:pt x="120" y="240"/>
                  </a:cubicBezTo>
                  <a:cubicBezTo>
                    <a:pt x="157" y="240"/>
                    <a:pt x="174" y="223"/>
                    <a:pt x="206" y="207"/>
                  </a:cubicBezTo>
                  <a:cubicBezTo>
                    <a:pt x="206" y="190"/>
                    <a:pt x="223" y="190"/>
                    <a:pt x="223" y="170"/>
                  </a:cubicBezTo>
                  <a:cubicBezTo>
                    <a:pt x="174" y="120"/>
                    <a:pt x="120" y="50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0" name="Google Shape;12910;p32"/>
            <p:cNvSpPr/>
            <p:nvPr/>
          </p:nvSpPr>
          <p:spPr>
            <a:xfrm>
              <a:off x="4893200" y="29536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1" name="Google Shape;12911;p32"/>
            <p:cNvSpPr/>
            <p:nvPr/>
          </p:nvSpPr>
          <p:spPr>
            <a:xfrm>
              <a:off x="4899175" y="29360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8" y="17"/>
                    <a:pt x="17" y="54"/>
                  </a:cubicBezTo>
                  <a:cubicBezTo>
                    <a:pt x="1" y="71"/>
                    <a:pt x="1" y="104"/>
                    <a:pt x="1" y="137"/>
                  </a:cubicBezTo>
                  <a:cubicBezTo>
                    <a:pt x="1" y="174"/>
                    <a:pt x="17" y="207"/>
                    <a:pt x="54" y="223"/>
                  </a:cubicBezTo>
                  <a:cubicBezTo>
                    <a:pt x="71" y="261"/>
                    <a:pt x="104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2" name="Google Shape;12912;p32"/>
            <p:cNvSpPr/>
            <p:nvPr/>
          </p:nvSpPr>
          <p:spPr>
            <a:xfrm>
              <a:off x="4888050" y="2926525"/>
              <a:ext cx="5575" cy="3950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0" y="1"/>
                  </a:moveTo>
                  <a:lnTo>
                    <a:pt x="0" y="54"/>
                  </a:lnTo>
                  <a:cubicBezTo>
                    <a:pt x="0" y="87"/>
                    <a:pt x="17" y="124"/>
                    <a:pt x="33" y="141"/>
                  </a:cubicBezTo>
                  <a:cubicBezTo>
                    <a:pt x="70" y="157"/>
                    <a:pt x="103" y="157"/>
                    <a:pt x="120" y="157"/>
                  </a:cubicBezTo>
                  <a:cubicBezTo>
                    <a:pt x="173" y="157"/>
                    <a:pt x="223" y="87"/>
                    <a:pt x="223" y="38"/>
                  </a:cubicBezTo>
                  <a:cubicBezTo>
                    <a:pt x="153" y="2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3" name="Google Shape;12913;p32"/>
            <p:cNvSpPr/>
            <p:nvPr/>
          </p:nvSpPr>
          <p:spPr>
            <a:xfrm>
              <a:off x="4889275" y="2999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4" name="Google Shape;12914;p32"/>
            <p:cNvSpPr/>
            <p:nvPr/>
          </p:nvSpPr>
          <p:spPr>
            <a:xfrm>
              <a:off x="4588725" y="2808550"/>
              <a:ext cx="6400" cy="6475"/>
            </a:xfrm>
            <a:custGeom>
              <a:avLst/>
              <a:gdLst/>
              <a:ahLst/>
              <a:cxnLst/>
              <a:rect l="l" t="t" r="r" b="b"/>
              <a:pathLst>
                <a:path w="256" h="259" extrusionOk="0">
                  <a:moveTo>
                    <a:pt x="126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8" y="257"/>
                    <a:pt x="109" y="259"/>
                    <a:pt x="120" y="259"/>
                  </a:cubicBezTo>
                  <a:cubicBezTo>
                    <a:pt x="171" y="259"/>
                    <a:pt x="212" y="226"/>
                    <a:pt x="239" y="168"/>
                  </a:cubicBezTo>
                  <a:cubicBezTo>
                    <a:pt x="256" y="102"/>
                    <a:pt x="223" y="32"/>
                    <a:pt x="169" y="15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5" name="Google Shape;12915;p32"/>
            <p:cNvSpPr/>
            <p:nvPr/>
          </p:nvSpPr>
          <p:spPr>
            <a:xfrm>
              <a:off x="4584800" y="28698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22"/>
                    <a:pt x="1" y="88"/>
                    <a:pt x="17" y="158"/>
                  </a:cubicBezTo>
                  <a:cubicBezTo>
                    <a:pt x="17" y="191"/>
                    <a:pt x="38" y="228"/>
                    <a:pt x="71" y="244"/>
                  </a:cubicBezTo>
                  <a:cubicBezTo>
                    <a:pt x="82" y="256"/>
                    <a:pt x="102" y="268"/>
                    <a:pt x="120" y="268"/>
                  </a:cubicBezTo>
                  <a:cubicBezTo>
                    <a:pt x="128" y="268"/>
                    <a:pt x="135" y="266"/>
                    <a:pt x="141" y="261"/>
                  </a:cubicBezTo>
                  <a:cubicBezTo>
                    <a:pt x="174" y="261"/>
                    <a:pt x="207" y="244"/>
                    <a:pt x="223" y="207"/>
                  </a:cubicBezTo>
                  <a:cubicBezTo>
                    <a:pt x="244" y="191"/>
                    <a:pt x="244" y="158"/>
                    <a:pt x="244" y="125"/>
                  </a:cubicBezTo>
                  <a:cubicBezTo>
                    <a:pt x="223" y="88"/>
                    <a:pt x="223" y="55"/>
                    <a:pt x="190" y="38"/>
                  </a:cubicBezTo>
                  <a:cubicBezTo>
                    <a:pt x="190" y="22"/>
                    <a:pt x="174" y="22"/>
                    <a:pt x="174" y="22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6" name="Google Shape;12916;p32"/>
            <p:cNvSpPr/>
            <p:nvPr/>
          </p:nvSpPr>
          <p:spPr>
            <a:xfrm>
              <a:off x="4593875" y="283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66" y="22"/>
                    <a:pt x="50" y="38"/>
                  </a:cubicBezTo>
                  <a:cubicBezTo>
                    <a:pt x="0" y="88"/>
                    <a:pt x="0" y="158"/>
                    <a:pt x="33" y="228"/>
                  </a:cubicBezTo>
                  <a:cubicBezTo>
                    <a:pt x="52" y="255"/>
                    <a:pt x="81" y="267"/>
                    <a:pt x="113" y="267"/>
                  </a:cubicBezTo>
                  <a:cubicBezTo>
                    <a:pt x="139" y="267"/>
                    <a:pt x="166" y="259"/>
                    <a:pt x="190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190" y="38"/>
                    <a:pt x="170" y="22"/>
                    <a:pt x="153" y="22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7" name="Google Shape;12917;p32"/>
            <p:cNvSpPr/>
            <p:nvPr/>
          </p:nvSpPr>
          <p:spPr>
            <a:xfrm>
              <a:off x="4604600" y="284935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14" y="1"/>
                  </a:moveTo>
                  <a:cubicBezTo>
                    <a:pt x="107" y="1"/>
                    <a:pt x="103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33" y="222"/>
                    <a:pt x="50" y="239"/>
                  </a:cubicBezTo>
                  <a:cubicBezTo>
                    <a:pt x="64" y="250"/>
                    <a:pt x="85" y="262"/>
                    <a:pt x="102" y="262"/>
                  </a:cubicBezTo>
                  <a:cubicBezTo>
                    <a:pt x="109" y="262"/>
                    <a:pt x="115" y="260"/>
                    <a:pt x="120" y="255"/>
                  </a:cubicBezTo>
                  <a:cubicBezTo>
                    <a:pt x="153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cubicBezTo>
                    <a:pt x="173" y="16"/>
                    <a:pt x="153" y="16"/>
                    <a:pt x="153" y="16"/>
                  </a:cubicBezTo>
                  <a:lnTo>
                    <a:pt x="136" y="16"/>
                  </a:lnTo>
                  <a:cubicBezTo>
                    <a:pt x="128" y="6"/>
                    <a:pt x="12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8" name="Google Shape;12918;p32"/>
            <p:cNvSpPr/>
            <p:nvPr/>
          </p:nvSpPr>
          <p:spPr>
            <a:xfrm>
              <a:off x="4561625" y="2982800"/>
              <a:ext cx="3000" cy="6525"/>
            </a:xfrm>
            <a:custGeom>
              <a:avLst/>
              <a:gdLst/>
              <a:ahLst/>
              <a:cxnLst/>
              <a:rect l="l" t="t" r="r" b="b"/>
              <a:pathLst>
                <a:path w="120" h="261" extrusionOk="0">
                  <a:moveTo>
                    <a:pt x="0" y="1"/>
                  </a:moveTo>
                  <a:lnTo>
                    <a:pt x="0" y="260"/>
                  </a:lnTo>
                  <a:cubicBezTo>
                    <a:pt x="54" y="260"/>
                    <a:pt x="87" y="223"/>
                    <a:pt x="103" y="174"/>
                  </a:cubicBezTo>
                  <a:cubicBezTo>
                    <a:pt x="120" y="141"/>
                    <a:pt x="103" y="87"/>
                    <a:pt x="87" y="38"/>
                  </a:cubicBezTo>
                  <a:cubicBezTo>
                    <a:pt x="70" y="38"/>
                    <a:pt x="54" y="17"/>
                    <a:pt x="37" y="17"/>
                  </a:cubicBezTo>
                  <a:cubicBezTo>
                    <a:pt x="17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9" name="Google Shape;12919;p32"/>
            <p:cNvSpPr/>
            <p:nvPr/>
          </p:nvSpPr>
          <p:spPr>
            <a:xfrm>
              <a:off x="4601200" y="28200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4"/>
                    <a:pt x="84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0" name="Google Shape;12920;p32"/>
            <p:cNvSpPr/>
            <p:nvPr/>
          </p:nvSpPr>
          <p:spPr>
            <a:xfrm>
              <a:off x="4596875" y="2866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1" y="0"/>
                  </a:moveTo>
                  <a:cubicBezTo>
                    <a:pt x="76" y="0"/>
                    <a:pt x="41" y="31"/>
                    <a:pt x="17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73" y="252"/>
                    <a:pt x="223" y="219"/>
                    <a:pt x="223" y="186"/>
                  </a:cubicBezTo>
                  <a:cubicBezTo>
                    <a:pt x="239" y="132"/>
                    <a:pt x="239" y="83"/>
                    <a:pt x="206" y="46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">
    <p:spTree>
      <p:nvGrpSpPr>
        <p:cNvPr id="1" name="Shape 1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2" name="Google Shape;12922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923" name="Google Shape;12923;p33"/>
          <p:cNvGrpSpPr/>
          <p:nvPr/>
        </p:nvGrpSpPr>
        <p:grpSpPr>
          <a:xfrm rot="-5400000">
            <a:off x="184362" y="3905064"/>
            <a:ext cx="901674" cy="1575190"/>
            <a:chOff x="5052950" y="2452900"/>
            <a:chExt cx="213900" cy="373675"/>
          </a:xfrm>
        </p:grpSpPr>
        <p:sp>
          <p:nvSpPr>
            <p:cNvPr id="12924" name="Google Shape;12924;p33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5" name="Google Shape;12925;p33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6" name="Google Shape;12926;p33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7" name="Google Shape;12927;p33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8" name="Google Shape;12928;p33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9" name="Google Shape;12929;p33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0" name="Google Shape;12930;p33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1" name="Google Shape;12931;p33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2" name="Google Shape;12932;p33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3" name="Google Shape;12933;p33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4" name="Google Shape;12934;p33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5" name="Google Shape;12935;p33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6" name="Google Shape;12936;p33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7" name="Google Shape;12937;p33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8" name="Google Shape;12938;p33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9" name="Google Shape;12939;p33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0" name="Google Shape;12940;p33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1" name="Google Shape;12941;p33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2" name="Google Shape;12942;p33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3" name="Google Shape;12943;p33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4" name="Google Shape;12944;p33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5" name="Google Shape;12945;p33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6" name="Google Shape;12946;p33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7" name="Google Shape;12947;p33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8" name="Google Shape;12948;p33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9" name="Google Shape;12949;p33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0" name="Google Shape;12950;p33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1" name="Google Shape;12951;p33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2" name="Google Shape;12952;p33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3" name="Google Shape;12953;p33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4" name="Google Shape;12954;p33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5" name="Google Shape;12955;p33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6" name="Google Shape;12956;p33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7" name="Google Shape;12957;p33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8" name="Google Shape;12958;p33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9" name="Google Shape;12959;p33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0" name="Google Shape;12960;p33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1" name="Google Shape;12961;p33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2" name="Google Shape;12962;p33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3" name="Google Shape;12963;p33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4" name="Google Shape;12964;p33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5" name="Google Shape;12965;p33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6" name="Google Shape;12966;p33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7" name="Google Shape;12967;p33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8" name="Google Shape;12968;p33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9" name="Google Shape;12969;p33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0" name="Google Shape;12970;p33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1" name="Google Shape;12971;p33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2" name="Google Shape;12972;p33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3" name="Google Shape;12973;p33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4" name="Google Shape;12974;p33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5" name="Google Shape;12975;p33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6" name="Google Shape;12976;p33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7" name="Google Shape;12977;p33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8" name="Google Shape;12978;p33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9" name="Google Shape;12979;p33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0" name="Google Shape;12980;p33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1" name="Google Shape;12981;p33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2" name="Google Shape;12982;p33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3" name="Google Shape;12983;p33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4" name="Google Shape;12984;p33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5" name="Google Shape;12985;p33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6" name="Google Shape;12986;p33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7" name="Google Shape;12987;p33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8" name="Google Shape;12988;p33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9" name="Google Shape;12989;p33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0" name="Google Shape;12990;p33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1" name="Google Shape;12991;p33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2" name="Google Shape;12992;p33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3" name="Google Shape;12993;p33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4" name="Google Shape;12994;p33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5" name="Google Shape;12995;p33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6" name="Google Shape;12996;p33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7" name="Google Shape;12997;p33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8" name="Google Shape;12998;p33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9" name="Google Shape;12999;p33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0" name="Google Shape;13000;p33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1" name="Google Shape;13001;p33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2" name="Google Shape;13002;p33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3" name="Google Shape;13003;p33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4" name="Google Shape;13004;p33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5" name="Google Shape;13005;p33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6" name="Google Shape;13006;p33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7" name="Google Shape;13007;p33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8" name="Google Shape;13008;p33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9" name="Google Shape;13009;p33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0" name="Google Shape;13010;p33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1" name="Google Shape;13011;p33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2" name="Google Shape;13012;p33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3" name="Google Shape;13013;p33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4" name="Google Shape;13014;p33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5" name="Google Shape;13015;p33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6" name="Google Shape;13016;p33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7" name="Google Shape;13017;p33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8" name="Google Shape;13018;p33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9" name="Google Shape;13019;p33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0" name="Google Shape;13020;p33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1" name="Google Shape;13021;p33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2" name="Google Shape;13022;p33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3" name="Google Shape;13023;p33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4" name="Google Shape;13024;p33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5" name="Google Shape;13025;p33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6" name="Google Shape;13026;p33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7" name="Google Shape;13027;p33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8" name="Google Shape;13028;p33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9" name="Google Shape;13029;p33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0" name="Google Shape;13030;p33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1" name="Google Shape;13031;p33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2" name="Google Shape;13032;p33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3" name="Google Shape;13033;p33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4" name="Google Shape;13034;p33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5" name="Google Shape;13035;p33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6" name="Google Shape;13036;p33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7" name="Google Shape;13037;p33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8" name="Google Shape;13038;p33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9" name="Google Shape;13039;p33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0" name="Google Shape;13040;p33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1" name="Google Shape;13041;p33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2" name="Google Shape;13042;p33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3" name="Google Shape;13043;p33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4" name="Google Shape;13044;p33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5" name="Google Shape;13045;p33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6" name="Google Shape;13046;p33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7" name="Google Shape;13047;p33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8" name="Google Shape;13048;p33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9" name="Google Shape;13049;p33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0" name="Google Shape;13050;p33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1" name="Google Shape;13051;p33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2" name="Google Shape;13052;p33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3" name="Google Shape;13053;p33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4" name="Google Shape;13054;p33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5" name="Google Shape;13055;p33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6" name="Google Shape;13056;p33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7" name="Google Shape;13057;p33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8" name="Google Shape;13058;p33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9" name="Google Shape;13059;p33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0" name="Google Shape;13060;p33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1" name="Google Shape;13061;p33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2" name="Google Shape;13062;p33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3" name="Google Shape;13063;p33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4" name="Google Shape;13064;p33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5" name="Google Shape;13065;p33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6" name="Google Shape;13066;p33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7" name="Google Shape;13067;p33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8" name="Google Shape;13068;p33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9" name="Google Shape;13069;p33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0" name="Google Shape;13070;p33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1" name="Google Shape;13071;p33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2" name="Google Shape;13072;p33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3" name="Google Shape;13073;p33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4" name="Google Shape;13074;p33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5" name="Google Shape;13075;p33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6" name="Google Shape;13076;p33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7" name="Google Shape;13077;p33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8" name="Google Shape;13078;p33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9" name="Google Shape;13079;p33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0" name="Google Shape;13080;p33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1" name="Google Shape;13081;p33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2" name="Google Shape;13082;p33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3" name="Google Shape;13083;p33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4" name="Google Shape;13084;p33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5" name="Google Shape;13085;p33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6" name="Google Shape;13086;p33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7" name="Google Shape;13087;p33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8" name="Google Shape;13088;p33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9" name="Google Shape;13089;p33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0" name="Google Shape;13090;p33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1" name="Google Shape;13091;p33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2" name="Google Shape;13092;p33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3" name="Google Shape;13093;p33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4" name="Google Shape;13094;p33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5" name="Google Shape;13095;p33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6" name="Google Shape;13096;p33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7" name="Google Shape;13097;p33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8" name="Google Shape;13098;p33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9" name="Google Shape;13099;p33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0" name="Google Shape;13100;p33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1" name="Google Shape;13101;p33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2" name="Google Shape;13102;p33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3" name="Google Shape;13103;p33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4" name="Google Shape;13104;p33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5" name="Google Shape;13105;p33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6" name="Google Shape;13106;p33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7" name="Google Shape;13107;p33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8" name="Google Shape;13108;p33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9" name="Google Shape;13109;p33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0" name="Google Shape;13110;p33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1" name="Google Shape;13111;p33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2" name="Google Shape;13112;p33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3" name="Google Shape;13113;p33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4" name="Google Shape;13114;p33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5" name="Google Shape;13115;p33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6" name="Google Shape;13116;p33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7" name="Google Shape;13117;p33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8" name="Google Shape;13118;p33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9" name="Google Shape;13119;p33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0" name="Google Shape;13120;p33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1" name="Google Shape;13121;p33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2" name="Google Shape;13122;p33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3" name="Google Shape;13123;p33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4" name="Google Shape;13124;p33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5" name="Google Shape;13125;p33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6" name="Google Shape;13126;p33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7" name="Google Shape;13127;p33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8" name="Google Shape;13128;p33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9" name="Google Shape;13129;p33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0" name="Google Shape;13130;p33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1" name="Google Shape;13131;p33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2" name="Google Shape;13132;p33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3" name="Google Shape;13133;p33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4" name="Google Shape;13134;p33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5" name="Google Shape;13135;p33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6" name="Google Shape;13136;p33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7" name="Google Shape;13137;p33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8" name="Google Shape;13138;p33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9" name="Google Shape;13139;p33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0" name="Google Shape;13140;p33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1" name="Google Shape;13141;p33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2" name="Google Shape;13142;p33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3" name="Google Shape;13143;p33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4" name="Google Shape;13144;p33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5" name="Google Shape;13145;p33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6" name="Google Shape;13146;p33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7" name="Google Shape;13147;p33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8" name="Google Shape;13148;p33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9" name="Google Shape;13149;p33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0" name="Google Shape;13150;p33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1" name="Google Shape;13151;p33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2" name="Google Shape;13152;p33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3" name="Google Shape;13153;p33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4" name="Google Shape;13154;p33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5" name="Google Shape;13155;p33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6" name="Google Shape;13156;p33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7" name="Google Shape;13157;p33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8" name="Google Shape;13158;p33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9" name="Google Shape;13159;p33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0" name="Google Shape;13160;p33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1" name="Google Shape;13161;p33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2" name="Google Shape;13162;p33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3" name="Google Shape;13163;p33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4" name="Google Shape;13164;p33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5" name="Google Shape;13165;p33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6" name="Google Shape;13166;p33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7" name="Google Shape;13167;p33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8" name="Google Shape;13168;p33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9" name="Google Shape;13169;p33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0" name="Google Shape;13170;p33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1" name="Google Shape;13171;p33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2" name="Google Shape;13172;p33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3" name="Google Shape;13173;p33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4" name="Google Shape;13174;p33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5" name="Google Shape;13175;p33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6" name="Google Shape;13176;p33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7" name="Google Shape;13177;p33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8" name="Google Shape;13178;p33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9" name="Google Shape;13179;p33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0" name="Google Shape;13180;p33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1" name="Google Shape;13181;p33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2" name="Google Shape;13182;p33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3" name="Google Shape;13183;p33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4" name="Google Shape;13184;p33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5" name="Google Shape;13185;p33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6" name="Google Shape;13186;p33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7" name="Google Shape;13187;p33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8" name="Google Shape;13188;p33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9" name="Google Shape;13189;p33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0" name="Google Shape;13190;p33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1" name="Google Shape;13191;p33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2" name="Google Shape;13192;p33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3" name="Google Shape;13193;p33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4" name="Google Shape;13194;p33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5" name="Google Shape;13195;p33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6" name="Google Shape;13196;p33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7" name="Google Shape;13197;p33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8" name="Google Shape;13198;p33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9" name="Google Shape;13199;p33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0" name="Google Shape;13200;p33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1" name="Google Shape;13201;p33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2" name="Google Shape;13202;p33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3" name="Google Shape;13203;p33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4" name="Google Shape;13204;p33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5" name="Google Shape;13205;p33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6" name="Google Shape;13206;p33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7" name="Google Shape;13207;p33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8" name="Google Shape;13208;p33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9" name="Google Shape;13209;p33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0" name="Google Shape;13210;p33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1" name="Google Shape;13211;p33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2" name="Google Shape;13212;p33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3" name="Google Shape;13213;p33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4" name="Google Shape;13214;p33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15" name="Google Shape;13215;p33"/>
          <p:cNvSpPr/>
          <p:nvPr/>
        </p:nvSpPr>
        <p:spPr>
          <a:xfrm flipH="1">
            <a:off x="8319600" y="951525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6" name="Google Shape;13216;p33"/>
          <p:cNvSpPr/>
          <p:nvPr/>
        </p:nvSpPr>
        <p:spPr>
          <a:xfrm flipH="1">
            <a:off x="8100932" y="207651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7" name="Google Shape;13217;p33"/>
          <p:cNvSpPr/>
          <p:nvPr/>
        </p:nvSpPr>
        <p:spPr>
          <a:xfrm rot="5400000">
            <a:off x="5499501" y="498573"/>
            <a:ext cx="1598323" cy="9542026"/>
          </a:xfrm>
          <a:custGeom>
            <a:avLst/>
            <a:gdLst/>
            <a:ahLst/>
            <a:cxnLst/>
            <a:rect l="l" t="t" r="r" b="b"/>
            <a:pathLst>
              <a:path w="3691" h="7369" extrusionOk="0">
                <a:moveTo>
                  <a:pt x="3690" y="1"/>
                </a:moveTo>
                <a:cubicBezTo>
                  <a:pt x="2763" y="376"/>
                  <a:pt x="1856" y="805"/>
                  <a:pt x="928" y="1184"/>
                </a:cubicBezTo>
                <a:cubicBezTo>
                  <a:pt x="532" y="1341"/>
                  <a:pt x="66" y="1580"/>
                  <a:pt x="33" y="1992"/>
                </a:cubicBezTo>
                <a:cubicBezTo>
                  <a:pt x="0" y="2334"/>
                  <a:pt x="273" y="2627"/>
                  <a:pt x="413" y="2936"/>
                </a:cubicBezTo>
                <a:cubicBezTo>
                  <a:pt x="755" y="3711"/>
                  <a:pt x="326" y="4721"/>
                  <a:pt x="788" y="5443"/>
                </a:cubicBezTo>
                <a:cubicBezTo>
                  <a:pt x="945" y="5686"/>
                  <a:pt x="1184" y="5855"/>
                  <a:pt x="1406" y="6028"/>
                </a:cubicBezTo>
                <a:cubicBezTo>
                  <a:pt x="2128" y="6560"/>
                  <a:pt x="2866" y="7092"/>
                  <a:pt x="3690" y="7368"/>
                </a:cubicBezTo>
                <a:lnTo>
                  <a:pt x="369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6">
    <p:spTree>
      <p:nvGrpSpPr>
        <p:cNvPr id="1" name="Shape 20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7" name="Google Shape;20367;p54"/>
          <p:cNvSpPr/>
          <p:nvPr/>
        </p:nvSpPr>
        <p:spPr>
          <a:xfrm rot="5400000">
            <a:off x="-2161345" y="2008941"/>
            <a:ext cx="5369585" cy="1199303"/>
          </a:xfrm>
          <a:custGeom>
            <a:avLst/>
            <a:gdLst/>
            <a:ahLst/>
            <a:cxnLst/>
            <a:rect l="l" t="t" r="r" b="b"/>
            <a:pathLst>
              <a:path w="17647" h="6391" extrusionOk="0">
                <a:moveTo>
                  <a:pt x="1" y="0"/>
                </a:moveTo>
                <a:lnTo>
                  <a:pt x="1" y="6391"/>
                </a:lnTo>
                <a:lnTo>
                  <a:pt x="17647" y="6391"/>
                </a:lnTo>
                <a:lnTo>
                  <a:pt x="17647" y="1736"/>
                </a:lnTo>
                <a:cubicBezTo>
                  <a:pt x="17647" y="1630"/>
                  <a:pt x="17502" y="1590"/>
                  <a:pt x="17283" y="1590"/>
                </a:cubicBezTo>
                <a:cubicBezTo>
                  <a:pt x="16649" y="1590"/>
                  <a:pt x="15392" y="1927"/>
                  <a:pt x="15239" y="1979"/>
                </a:cubicBezTo>
                <a:cubicBezTo>
                  <a:pt x="14192" y="2408"/>
                  <a:pt x="13367" y="3093"/>
                  <a:pt x="12473" y="3678"/>
                </a:cubicBezTo>
                <a:cubicBezTo>
                  <a:pt x="11402" y="4369"/>
                  <a:pt x="10189" y="4829"/>
                  <a:pt x="8848" y="4829"/>
                </a:cubicBezTo>
                <a:cubicBezTo>
                  <a:pt x="8557" y="4829"/>
                  <a:pt x="8261" y="4808"/>
                  <a:pt x="7958" y="4762"/>
                </a:cubicBezTo>
                <a:cubicBezTo>
                  <a:pt x="6515" y="4556"/>
                  <a:pt x="5414" y="3798"/>
                  <a:pt x="4433" y="2973"/>
                </a:cubicBezTo>
                <a:cubicBezTo>
                  <a:pt x="3266" y="2012"/>
                  <a:pt x="2203" y="965"/>
                  <a:pt x="743" y="277"/>
                </a:cubicBezTo>
                <a:cubicBezTo>
                  <a:pt x="673" y="244"/>
                  <a:pt x="22" y="54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8" name="Google Shape;20368;p54"/>
          <p:cNvSpPr/>
          <p:nvPr/>
        </p:nvSpPr>
        <p:spPr>
          <a:xfrm rot="-7617907" flipH="1">
            <a:off x="7250634" y="3261999"/>
            <a:ext cx="2637619" cy="2894050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69" name="Google Shape;20369;p54"/>
          <p:cNvGrpSpPr/>
          <p:nvPr/>
        </p:nvGrpSpPr>
        <p:grpSpPr>
          <a:xfrm rot="10800000">
            <a:off x="7366061" y="11"/>
            <a:ext cx="1777950" cy="1118873"/>
            <a:chOff x="4560800" y="2780575"/>
            <a:chExt cx="421775" cy="265425"/>
          </a:xfrm>
        </p:grpSpPr>
        <p:sp>
          <p:nvSpPr>
            <p:cNvPr id="20370" name="Google Shape;20370;p54"/>
            <p:cNvSpPr/>
            <p:nvPr/>
          </p:nvSpPr>
          <p:spPr>
            <a:xfrm>
              <a:off x="4696950" y="2817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7" y="0"/>
                  </a:moveTo>
                  <a:cubicBezTo>
                    <a:pt x="87" y="0"/>
                    <a:pt x="45" y="32"/>
                    <a:pt x="33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3" y="256"/>
                    <a:pt x="120" y="273"/>
                    <a:pt x="136" y="273"/>
                  </a:cubicBezTo>
                  <a:cubicBezTo>
                    <a:pt x="169" y="256"/>
                    <a:pt x="223" y="236"/>
                    <a:pt x="240" y="186"/>
                  </a:cubicBezTo>
                  <a:cubicBezTo>
                    <a:pt x="240" y="133"/>
                    <a:pt x="240" y="83"/>
                    <a:pt x="207" y="50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1" name="Google Shape;20371;p54"/>
            <p:cNvSpPr/>
            <p:nvPr/>
          </p:nvSpPr>
          <p:spPr>
            <a:xfrm>
              <a:off x="4693950" y="2831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3" y="1"/>
                  </a:moveTo>
                  <a:cubicBezTo>
                    <a:pt x="79" y="1"/>
                    <a:pt x="31" y="33"/>
                    <a:pt x="17" y="72"/>
                  </a:cubicBezTo>
                  <a:cubicBezTo>
                    <a:pt x="17" y="110"/>
                    <a:pt x="1" y="126"/>
                    <a:pt x="17" y="143"/>
                  </a:cubicBezTo>
                  <a:cubicBezTo>
                    <a:pt x="17" y="192"/>
                    <a:pt x="34" y="229"/>
                    <a:pt x="83" y="246"/>
                  </a:cubicBezTo>
                  <a:cubicBezTo>
                    <a:pt x="99" y="252"/>
                    <a:pt x="113" y="256"/>
                    <a:pt x="128" y="256"/>
                  </a:cubicBezTo>
                  <a:cubicBezTo>
                    <a:pt x="148" y="256"/>
                    <a:pt x="167" y="248"/>
                    <a:pt x="186" y="229"/>
                  </a:cubicBezTo>
                  <a:cubicBezTo>
                    <a:pt x="207" y="213"/>
                    <a:pt x="223" y="192"/>
                    <a:pt x="223" y="176"/>
                  </a:cubicBezTo>
                  <a:cubicBezTo>
                    <a:pt x="240" y="110"/>
                    <a:pt x="223" y="39"/>
                    <a:pt x="153" y="6"/>
                  </a:cubicBezTo>
                  <a:cubicBezTo>
                    <a:pt x="144" y="2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2" name="Google Shape;20372;p54"/>
            <p:cNvSpPr/>
            <p:nvPr/>
          </p:nvSpPr>
          <p:spPr>
            <a:xfrm>
              <a:off x="4704675" y="28762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3" y="1"/>
                  </a:moveTo>
                  <a:cubicBezTo>
                    <a:pt x="98" y="1"/>
                    <a:pt x="47" y="33"/>
                    <a:pt x="34" y="91"/>
                  </a:cubicBezTo>
                  <a:cubicBezTo>
                    <a:pt x="1" y="141"/>
                    <a:pt x="34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61" y="2"/>
                    <a:pt x="152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3" name="Google Shape;20373;p54"/>
            <p:cNvSpPr/>
            <p:nvPr/>
          </p:nvSpPr>
          <p:spPr>
            <a:xfrm>
              <a:off x="4701700" y="28466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0"/>
                  </a:moveTo>
                  <a:cubicBezTo>
                    <a:pt x="103" y="0"/>
                    <a:pt x="66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4"/>
                    <a:pt x="66" y="260"/>
                    <a:pt x="103" y="260"/>
                  </a:cubicBezTo>
                  <a:cubicBezTo>
                    <a:pt x="136" y="260"/>
                    <a:pt x="153" y="260"/>
                    <a:pt x="186" y="227"/>
                  </a:cubicBezTo>
                  <a:cubicBezTo>
                    <a:pt x="206" y="206"/>
                    <a:pt x="223" y="173"/>
                    <a:pt x="223" y="140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86" y="37"/>
                    <a:pt x="169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4" name="Google Shape;20374;p54"/>
            <p:cNvSpPr/>
            <p:nvPr/>
          </p:nvSpPr>
          <p:spPr>
            <a:xfrm>
              <a:off x="4713650" y="2814475"/>
              <a:ext cx="5575" cy="6650"/>
            </a:xfrm>
            <a:custGeom>
              <a:avLst/>
              <a:gdLst/>
              <a:ahLst/>
              <a:cxnLst/>
              <a:rect l="l" t="t" r="r" b="b"/>
              <a:pathLst>
                <a:path w="223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7" y="224"/>
                    <a:pt x="54" y="240"/>
                  </a:cubicBezTo>
                  <a:cubicBezTo>
                    <a:pt x="77" y="252"/>
                    <a:pt x="92" y="265"/>
                    <a:pt x="112" y="265"/>
                  </a:cubicBezTo>
                  <a:cubicBezTo>
                    <a:pt x="120" y="265"/>
                    <a:pt x="129" y="263"/>
                    <a:pt x="140" y="257"/>
                  </a:cubicBezTo>
                  <a:cubicBezTo>
                    <a:pt x="190" y="257"/>
                    <a:pt x="223" y="224"/>
                    <a:pt x="223" y="174"/>
                  </a:cubicBezTo>
                  <a:cubicBezTo>
                    <a:pt x="206" y="121"/>
                    <a:pt x="173" y="71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5" name="Google Shape;20375;p54"/>
            <p:cNvSpPr/>
            <p:nvPr/>
          </p:nvSpPr>
          <p:spPr>
            <a:xfrm>
              <a:off x="4702925" y="28001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1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20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7" y="4"/>
                  </a:cubicBezTo>
                  <a:cubicBezTo>
                    <a:pt x="149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6" name="Google Shape;20376;p54"/>
            <p:cNvSpPr/>
            <p:nvPr/>
          </p:nvSpPr>
          <p:spPr>
            <a:xfrm>
              <a:off x="4712400" y="2890975"/>
              <a:ext cx="3025" cy="5575"/>
            </a:xfrm>
            <a:custGeom>
              <a:avLst/>
              <a:gdLst/>
              <a:ahLst/>
              <a:cxnLst/>
              <a:rect l="l" t="t" r="r" b="b"/>
              <a:pathLst>
                <a:path w="121" h="223" extrusionOk="0">
                  <a:moveTo>
                    <a:pt x="104" y="0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06"/>
                    <a:pt x="34" y="223"/>
                  </a:cubicBezTo>
                  <a:cubicBezTo>
                    <a:pt x="67" y="153"/>
                    <a:pt x="104" y="83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7" name="Google Shape;20377;p54"/>
            <p:cNvSpPr/>
            <p:nvPr/>
          </p:nvSpPr>
          <p:spPr>
            <a:xfrm>
              <a:off x="4686650" y="2848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6" y="1"/>
                  </a:moveTo>
                  <a:cubicBezTo>
                    <a:pt x="85" y="1"/>
                    <a:pt x="41" y="32"/>
                    <a:pt x="17" y="83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69" y="257"/>
                    <a:pt x="223" y="220"/>
                    <a:pt x="223" y="170"/>
                  </a:cubicBezTo>
                  <a:cubicBezTo>
                    <a:pt x="239" y="137"/>
                    <a:pt x="239" y="83"/>
                    <a:pt x="206" y="50"/>
                  </a:cubicBezTo>
                  <a:cubicBezTo>
                    <a:pt x="206" y="34"/>
                    <a:pt x="190" y="13"/>
                    <a:pt x="169" y="13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8" name="Google Shape;20378;p54"/>
            <p:cNvSpPr/>
            <p:nvPr/>
          </p:nvSpPr>
          <p:spPr>
            <a:xfrm>
              <a:off x="4690875" y="2804175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21" y="174"/>
                    <a:pt x="37" y="207"/>
                    <a:pt x="54" y="223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57" y="240"/>
                    <a:pt x="190" y="223"/>
                    <a:pt x="206" y="207"/>
                  </a:cubicBezTo>
                  <a:cubicBezTo>
                    <a:pt x="227" y="174"/>
                    <a:pt x="227" y="137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9" name="Google Shape;20379;p54"/>
            <p:cNvSpPr/>
            <p:nvPr/>
          </p:nvSpPr>
          <p:spPr>
            <a:xfrm>
              <a:off x="4669850" y="28994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5" y="0"/>
                  </a:moveTo>
                  <a:cubicBezTo>
                    <a:pt x="99" y="0"/>
                    <a:pt x="51" y="33"/>
                    <a:pt x="37" y="91"/>
                  </a:cubicBezTo>
                  <a:cubicBezTo>
                    <a:pt x="0" y="157"/>
                    <a:pt x="37" y="227"/>
                    <a:pt x="87" y="243"/>
                  </a:cubicBezTo>
                  <a:cubicBezTo>
                    <a:pt x="103" y="260"/>
                    <a:pt x="120" y="260"/>
                    <a:pt x="140" y="260"/>
                  </a:cubicBezTo>
                  <a:cubicBezTo>
                    <a:pt x="190" y="260"/>
                    <a:pt x="223" y="227"/>
                    <a:pt x="243" y="178"/>
                  </a:cubicBezTo>
                  <a:cubicBezTo>
                    <a:pt x="260" y="124"/>
                    <a:pt x="243" y="74"/>
                    <a:pt x="206" y="37"/>
                  </a:cubicBezTo>
                  <a:lnTo>
                    <a:pt x="173" y="4"/>
                  </a:lnTo>
                  <a:cubicBezTo>
                    <a:pt x="164" y="2"/>
                    <a:pt x="155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0" name="Google Shape;20380;p54"/>
            <p:cNvSpPr/>
            <p:nvPr/>
          </p:nvSpPr>
          <p:spPr>
            <a:xfrm>
              <a:off x="4681075" y="2913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3" y="10"/>
                    <a:pt x="0" y="76"/>
                    <a:pt x="17" y="146"/>
                  </a:cubicBezTo>
                  <a:cubicBezTo>
                    <a:pt x="17" y="179"/>
                    <a:pt x="33" y="216"/>
                    <a:pt x="50" y="232"/>
                  </a:cubicBezTo>
                  <a:cubicBezTo>
                    <a:pt x="66" y="249"/>
                    <a:pt x="104" y="265"/>
                    <a:pt x="137" y="265"/>
                  </a:cubicBezTo>
                  <a:cubicBezTo>
                    <a:pt x="186" y="249"/>
                    <a:pt x="240" y="179"/>
                    <a:pt x="223" y="113"/>
                  </a:cubicBezTo>
                  <a:cubicBezTo>
                    <a:pt x="223" y="59"/>
                    <a:pt x="186" y="26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1" name="Google Shape;20381;p54"/>
            <p:cNvSpPr/>
            <p:nvPr/>
          </p:nvSpPr>
          <p:spPr>
            <a:xfrm>
              <a:off x="4681475" y="29429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67" y="17"/>
                    <a:pt x="50" y="17"/>
                    <a:pt x="34" y="33"/>
                  </a:cubicBezTo>
                  <a:cubicBezTo>
                    <a:pt x="17" y="66"/>
                    <a:pt x="1" y="120"/>
                    <a:pt x="1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91" y="256"/>
                    <a:pt x="224" y="190"/>
                    <a:pt x="224" y="120"/>
                  </a:cubicBezTo>
                  <a:cubicBezTo>
                    <a:pt x="224" y="66"/>
                    <a:pt x="191" y="33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2" name="Google Shape;20382;p54"/>
            <p:cNvSpPr/>
            <p:nvPr/>
          </p:nvSpPr>
          <p:spPr>
            <a:xfrm>
              <a:off x="4666850" y="2867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"/>
                    <a:pt x="54" y="38"/>
                  </a:cubicBezTo>
                  <a:cubicBezTo>
                    <a:pt x="1" y="71"/>
                    <a:pt x="1" y="158"/>
                    <a:pt x="33" y="207"/>
                  </a:cubicBezTo>
                  <a:cubicBezTo>
                    <a:pt x="54" y="245"/>
                    <a:pt x="82" y="263"/>
                    <a:pt x="113" y="263"/>
                  </a:cubicBezTo>
                  <a:cubicBezTo>
                    <a:pt x="139" y="263"/>
                    <a:pt x="166" y="250"/>
                    <a:pt x="190" y="228"/>
                  </a:cubicBezTo>
                  <a:cubicBezTo>
                    <a:pt x="240" y="191"/>
                    <a:pt x="240" y="104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cubicBezTo>
                    <a:pt x="157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3" name="Google Shape;20383;p54"/>
            <p:cNvSpPr/>
            <p:nvPr/>
          </p:nvSpPr>
          <p:spPr>
            <a:xfrm>
              <a:off x="4664275" y="29170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7" y="0"/>
                  </a:moveTo>
                  <a:cubicBezTo>
                    <a:pt x="81" y="0"/>
                    <a:pt x="45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4" y="262"/>
                    <a:pt x="120" y="262"/>
                    <a:pt x="136" y="262"/>
                  </a:cubicBezTo>
                  <a:cubicBezTo>
                    <a:pt x="174" y="245"/>
                    <a:pt x="207" y="229"/>
                    <a:pt x="223" y="175"/>
                  </a:cubicBezTo>
                  <a:cubicBezTo>
                    <a:pt x="240" y="126"/>
                    <a:pt x="240" y="72"/>
                    <a:pt x="207" y="39"/>
                  </a:cubicBezTo>
                  <a:cubicBezTo>
                    <a:pt x="190" y="23"/>
                    <a:pt x="190" y="6"/>
                    <a:pt x="174" y="6"/>
                  </a:cubicBezTo>
                  <a:cubicBezTo>
                    <a:pt x="157" y="2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4" name="Google Shape;20384;p54"/>
            <p:cNvSpPr/>
            <p:nvPr/>
          </p:nvSpPr>
          <p:spPr>
            <a:xfrm>
              <a:off x="4675925" y="29296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66"/>
                    <a:pt x="0" y="103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6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5" name="Google Shape;20385;p54"/>
            <p:cNvSpPr/>
            <p:nvPr/>
          </p:nvSpPr>
          <p:spPr>
            <a:xfrm>
              <a:off x="4662525" y="288447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70" y="0"/>
                    <a:pt x="37" y="17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07"/>
                    <a:pt x="54" y="240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0"/>
                    <a:pt x="227" y="174"/>
                    <a:pt x="227" y="103"/>
                  </a:cubicBezTo>
                  <a:cubicBezTo>
                    <a:pt x="227" y="70"/>
                    <a:pt x="206" y="54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6" name="Google Shape;20386;p54"/>
            <p:cNvSpPr/>
            <p:nvPr/>
          </p:nvSpPr>
          <p:spPr>
            <a:xfrm>
              <a:off x="4684475" y="28989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2" y="0"/>
                  </a:moveTo>
                  <a:cubicBezTo>
                    <a:pt x="84" y="0"/>
                    <a:pt x="60" y="12"/>
                    <a:pt x="34" y="23"/>
                  </a:cubicBezTo>
                  <a:cubicBezTo>
                    <a:pt x="17" y="40"/>
                    <a:pt x="1" y="73"/>
                    <a:pt x="1" y="110"/>
                  </a:cubicBezTo>
                  <a:cubicBezTo>
                    <a:pt x="1" y="143"/>
                    <a:pt x="1" y="176"/>
                    <a:pt x="17" y="213"/>
                  </a:cubicBezTo>
                  <a:cubicBezTo>
                    <a:pt x="50" y="229"/>
                    <a:pt x="71" y="246"/>
                    <a:pt x="104" y="262"/>
                  </a:cubicBezTo>
                  <a:cubicBezTo>
                    <a:pt x="137" y="262"/>
                    <a:pt x="153" y="246"/>
                    <a:pt x="190" y="229"/>
                  </a:cubicBezTo>
                  <a:cubicBezTo>
                    <a:pt x="223" y="176"/>
                    <a:pt x="240" y="110"/>
                    <a:pt x="207" y="40"/>
                  </a:cubicBezTo>
                  <a:cubicBezTo>
                    <a:pt x="190" y="23"/>
                    <a:pt x="174" y="7"/>
                    <a:pt x="153" y="7"/>
                  </a:cubicBezTo>
                  <a:lnTo>
                    <a:pt x="120" y="7"/>
                  </a:lnTo>
                  <a:cubicBezTo>
                    <a:pt x="115" y="2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7" name="Google Shape;20387;p54"/>
            <p:cNvSpPr/>
            <p:nvPr/>
          </p:nvSpPr>
          <p:spPr>
            <a:xfrm>
              <a:off x="4881550" y="2984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50"/>
                  </a:cubicBezTo>
                  <a:cubicBezTo>
                    <a:pt x="21" y="87"/>
                    <a:pt x="1" y="120"/>
                    <a:pt x="21" y="153"/>
                  </a:cubicBezTo>
                  <a:cubicBezTo>
                    <a:pt x="21" y="19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8" name="Google Shape;20388;p54"/>
            <p:cNvSpPr/>
            <p:nvPr/>
          </p:nvSpPr>
          <p:spPr>
            <a:xfrm>
              <a:off x="4673350" y="2806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4"/>
                    <a:pt x="223" y="104"/>
                  </a:cubicBezTo>
                  <a:cubicBezTo>
                    <a:pt x="223" y="71"/>
                    <a:pt x="20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9" name="Google Shape;20389;p54"/>
            <p:cNvSpPr/>
            <p:nvPr/>
          </p:nvSpPr>
          <p:spPr>
            <a:xfrm>
              <a:off x="4641500" y="29528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0" name="Google Shape;20390;p54"/>
            <p:cNvSpPr/>
            <p:nvPr/>
          </p:nvSpPr>
          <p:spPr>
            <a:xfrm>
              <a:off x="4628600" y="3029975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6" y="0"/>
                  </a:moveTo>
                  <a:cubicBezTo>
                    <a:pt x="80" y="0"/>
                    <a:pt x="31" y="35"/>
                    <a:pt x="1" y="89"/>
                  </a:cubicBezTo>
                  <a:lnTo>
                    <a:pt x="1" y="142"/>
                  </a:lnTo>
                  <a:cubicBezTo>
                    <a:pt x="1" y="192"/>
                    <a:pt x="38" y="229"/>
                    <a:pt x="71" y="262"/>
                  </a:cubicBezTo>
                  <a:cubicBezTo>
                    <a:pt x="84" y="266"/>
                    <a:pt x="97" y="268"/>
                    <a:pt x="108" y="268"/>
                  </a:cubicBezTo>
                  <a:cubicBezTo>
                    <a:pt x="140" y="268"/>
                    <a:pt x="166" y="253"/>
                    <a:pt x="191" y="229"/>
                  </a:cubicBezTo>
                  <a:cubicBezTo>
                    <a:pt x="207" y="212"/>
                    <a:pt x="207" y="192"/>
                    <a:pt x="224" y="175"/>
                  </a:cubicBezTo>
                  <a:cubicBezTo>
                    <a:pt x="244" y="109"/>
                    <a:pt x="207" y="39"/>
                    <a:pt x="158" y="6"/>
                  </a:cubicBezTo>
                  <a:cubicBezTo>
                    <a:pt x="148" y="2"/>
                    <a:pt x="137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1" name="Google Shape;20391;p54"/>
            <p:cNvSpPr/>
            <p:nvPr/>
          </p:nvSpPr>
          <p:spPr>
            <a:xfrm>
              <a:off x="4881150" y="29418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5" y="0"/>
                  </a:moveTo>
                  <a:cubicBezTo>
                    <a:pt x="75" y="0"/>
                    <a:pt x="32" y="22"/>
                    <a:pt x="17" y="76"/>
                  </a:cubicBezTo>
                  <a:cubicBezTo>
                    <a:pt x="0" y="146"/>
                    <a:pt x="37" y="233"/>
                    <a:pt x="87" y="249"/>
                  </a:cubicBezTo>
                  <a:cubicBezTo>
                    <a:pt x="101" y="258"/>
                    <a:pt x="116" y="262"/>
                    <a:pt x="131" y="262"/>
                  </a:cubicBezTo>
                  <a:cubicBezTo>
                    <a:pt x="172" y="262"/>
                    <a:pt x="211" y="231"/>
                    <a:pt x="223" y="179"/>
                  </a:cubicBezTo>
                  <a:cubicBezTo>
                    <a:pt x="243" y="109"/>
                    <a:pt x="223" y="43"/>
                    <a:pt x="173" y="6"/>
                  </a:cubicBezTo>
                  <a:cubicBezTo>
                    <a:pt x="157" y="2"/>
                    <a:pt x="141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2" name="Google Shape;20392;p54"/>
            <p:cNvSpPr/>
            <p:nvPr/>
          </p:nvSpPr>
          <p:spPr>
            <a:xfrm>
              <a:off x="4631600" y="30162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0" y="145"/>
                    <a:pt x="21" y="227"/>
                    <a:pt x="87" y="248"/>
                  </a:cubicBezTo>
                  <a:cubicBezTo>
                    <a:pt x="104" y="264"/>
                    <a:pt x="124" y="264"/>
                    <a:pt x="141" y="264"/>
                  </a:cubicBezTo>
                  <a:cubicBezTo>
                    <a:pt x="174" y="264"/>
                    <a:pt x="207" y="227"/>
                    <a:pt x="227" y="178"/>
                  </a:cubicBezTo>
                  <a:cubicBezTo>
                    <a:pt x="244" y="124"/>
                    <a:pt x="227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3" name="Google Shape;20393;p54"/>
            <p:cNvSpPr/>
            <p:nvPr/>
          </p:nvSpPr>
          <p:spPr>
            <a:xfrm>
              <a:off x="4634175" y="29665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4" name="Google Shape;20394;p54"/>
            <p:cNvSpPr/>
            <p:nvPr/>
          </p:nvSpPr>
          <p:spPr>
            <a:xfrm>
              <a:off x="4637275" y="29985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1"/>
                  </a:moveTo>
                  <a:cubicBezTo>
                    <a:pt x="87" y="1"/>
                    <a:pt x="44" y="36"/>
                    <a:pt x="17" y="91"/>
                  </a:cubicBezTo>
                  <a:cubicBezTo>
                    <a:pt x="0" y="161"/>
                    <a:pt x="33" y="231"/>
                    <a:pt x="83" y="264"/>
                  </a:cubicBezTo>
                  <a:lnTo>
                    <a:pt x="136" y="264"/>
                  </a:lnTo>
                  <a:cubicBezTo>
                    <a:pt x="169" y="264"/>
                    <a:pt x="223" y="231"/>
                    <a:pt x="223" y="178"/>
                  </a:cubicBezTo>
                  <a:cubicBezTo>
                    <a:pt x="239" y="145"/>
                    <a:pt x="239" y="91"/>
                    <a:pt x="206" y="58"/>
                  </a:cubicBezTo>
                  <a:cubicBezTo>
                    <a:pt x="206" y="42"/>
                    <a:pt x="186" y="25"/>
                    <a:pt x="169" y="5"/>
                  </a:cubicBezTo>
                  <a:cubicBezTo>
                    <a:pt x="159" y="2"/>
                    <a:pt x="149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5" name="Google Shape;20395;p54"/>
            <p:cNvSpPr/>
            <p:nvPr/>
          </p:nvSpPr>
          <p:spPr>
            <a:xfrm>
              <a:off x="4696950" y="286137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0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36"/>
                    <a:pt x="87" y="256"/>
                  </a:cubicBezTo>
                  <a:cubicBezTo>
                    <a:pt x="100" y="265"/>
                    <a:pt x="115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56" y="116"/>
                    <a:pt x="223" y="50"/>
                    <a:pt x="169" y="13"/>
                  </a:cubicBezTo>
                  <a:cubicBezTo>
                    <a:pt x="152" y="4"/>
                    <a:pt x="135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6" name="Google Shape;20396;p54"/>
            <p:cNvSpPr/>
            <p:nvPr/>
          </p:nvSpPr>
          <p:spPr>
            <a:xfrm>
              <a:off x="4690450" y="29265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41" y="1"/>
                  </a:moveTo>
                  <a:cubicBezTo>
                    <a:pt x="104" y="1"/>
                    <a:pt x="71" y="21"/>
                    <a:pt x="54" y="38"/>
                  </a:cubicBezTo>
                  <a:cubicBezTo>
                    <a:pt x="1" y="87"/>
                    <a:pt x="1" y="157"/>
                    <a:pt x="38" y="227"/>
                  </a:cubicBezTo>
                  <a:cubicBezTo>
                    <a:pt x="54" y="244"/>
                    <a:pt x="87" y="260"/>
                    <a:pt x="104" y="260"/>
                  </a:cubicBezTo>
                  <a:cubicBezTo>
                    <a:pt x="115" y="265"/>
                    <a:pt x="125" y="267"/>
                    <a:pt x="135" y="267"/>
                  </a:cubicBezTo>
                  <a:cubicBezTo>
                    <a:pt x="159" y="267"/>
                    <a:pt x="179" y="255"/>
                    <a:pt x="190" y="244"/>
                  </a:cubicBezTo>
                  <a:cubicBezTo>
                    <a:pt x="207" y="227"/>
                    <a:pt x="223" y="190"/>
                    <a:pt x="223" y="157"/>
                  </a:cubicBezTo>
                  <a:cubicBezTo>
                    <a:pt x="244" y="124"/>
                    <a:pt x="223" y="87"/>
                    <a:pt x="207" y="54"/>
                  </a:cubicBezTo>
                  <a:cubicBezTo>
                    <a:pt x="190" y="38"/>
                    <a:pt x="174" y="21"/>
                    <a:pt x="157" y="21"/>
                  </a:cubicBezTo>
                  <a:lnTo>
                    <a:pt x="1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7" name="Google Shape;20397;p54"/>
            <p:cNvSpPr/>
            <p:nvPr/>
          </p:nvSpPr>
          <p:spPr>
            <a:xfrm>
              <a:off x="4714050" y="284365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87" y="1"/>
                    <a:pt x="54" y="17"/>
                    <a:pt x="54" y="38"/>
                  </a:cubicBezTo>
                  <a:cubicBezTo>
                    <a:pt x="21" y="71"/>
                    <a:pt x="1" y="104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8" y="256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8" y="120"/>
                  </a:cubicBezTo>
                  <a:cubicBezTo>
                    <a:pt x="228" y="71"/>
                    <a:pt x="190" y="38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8" name="Google Shape;20398;p54"/>
            <p:cNvSpPr/>
            <p:nvPr/>
          </p:nvSpPr>
          <p:spPr>
            <a:xfrm>
              <a:off x="4712400" y="2860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5" y="257"/>
                  </a:cubicBezTo>
                  <a:cubicBezTo>
                    <a:pt x="160" y="257"/>
                    <a:pt x="210" y="227"/>
                    <a:pt x="223" y="186"/>
                  </a:cubicBezTo>
                  <a:cubicBezTo>
                    <a:pt x="240" y="116"/>
                    <a:pt x="223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9" name="Google Shape;20399;p54"/>
            <p:cNvSpPr/>
            <p:nvPr/>
          </p:nvSpPr>
          <p:spPr>
            <a:xfrm>
              <a:off x="4720150" y="2875500"/>
              <a:ext cx="425" cy="2100"/>
            </a:xfrm>
            <a:custGeom>
              <a:avLst/>
              <a:gdLst/>
              <a:ahLst/>
              <a:cxnLst/>
              <a:rect l="l" t="t" r="r" b="b"/>
              <a:pathLst>
                <a:path w="17" h="84" extrusionOk="0">
                  <a:moveTo>
                    <a:pt x="17" y="1"/>
                  </a:moveTo>
                  <a:cubicBezTo>
                    <a:pt x="0" y="34"/>
                    <a:pt x="0" y="50"/>
                    <a:pt x="0" y="83"/>
                  </a:cubicBezTo>
                  <a:cubicBezTo>
                    <a:pt x="0" y="67"/>
                    <a:pt x="17" y="34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0" name="Google Shape;20400;p54"/>
            <p:cNvSpPr/>
            <p:nvPr/>
          </p:nvSpPr>
          <p:spPr>
            <a:xfrm>
              <a:off x="4697350" y="29115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5" y="252"/>
                    <a:pt x="86" y="263"/>
                    <a:pt x="102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3" y="256"/>
                    <a:pt x="191" y="240"/>
                    <a:pt x="207" y="207"/>
                  </a:cubicBezTo>
                  <a:cubicBezTo>
                    <a:pt x="224" y="186"/>
                    <a:pt x="224" y="153"/>
                    <a:pt x="224" y="120"/>
                  </a:cubicBezTo>
                  <a:cubicBezTo>
                    <a:pt x="224" y="83"/>
                    <a:pt x="207" y="50"/>
                    <a:pt x="174" y="34"/>
                  </a:cubicBezTo>
                  <a:cubicBezTo>
                    <a:pt x="174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1" name="Google Shape;20401;p54"/>
            <p:cNvSpPr/>
            <p:nvPr/>
          </p:nvSpPr>
          <p:spPr>
            <a:xfrm>
              <a:off x="4708500" y="28301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70" y="8"/>
                    <a:pt x="37" y="24"/>
                    <a:pt x="17" y="61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2" name="Google Shape;20402;p54"/>
            <p:cNvSpPr/>
            <p:nvPr/>
          </p:nvSpPr>
          <p:spPr>
            <a:xfrm>
              <a:off x="4698600" y="28961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83"/>
                    <a:pt x="21" y="153"/>
                  </a:cubicBezTo>
                  <a:cubicBezTo>
                    <a:pt x="21" y="214"/>
                    <a:pt x="71" y="259"/>
                    <a:pt x="119" y="259"/>
                  </a:cubicBezTo>
                  <a:cubicBezTo>
                    <a:pt x="126" y="259"/>
                    <a:pt x="134" y="258"/>
                    <a:pt x="141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7" y="186"/>
                    <a:pt x="244" y="153"/>
                    <a:pt x="227" y="120"/>
                  </a:cubicBezTo>
                  <a:cubicBezTo>
                    <a:pt x="227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3" name="Google Shape;20403;p54"/>
            <p:cNvSpPr/>
            <p:nvPr/>
          </p:nvSpPr>
          <p:spPr>
            <a:xfrm>
              <a:off x="4692200" y="28814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92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4" name="Google Shape;20404;p54"/>
            <p:cNvSpPr/>
            <p:nvPr/>
          </p:nvSpPr>
          <p:spPr>
            <a:xfrm>
              <a:off x="4672825" y="3023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7" y="174"/>
                    <a:pt x="244" y="137"/>
                    <a:pt x="227" y="104"/>
                  </a:cubicBezTo>
                  <a:cubicBezTo>
                    <a:pt x="227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5" name="Google Shape;20405;p54"/>
            <p:cNvSpPr/>
            <p:nvPr/>
          </p:nvSpPr>
          <p:spPr>
            <a:xfrm>
              <a:off x="4672000" y="297540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142" y="0"/>
                  </a:moveTo>
                  <a:cubicBezTo>
                    <a:pt x="88" y="0"/>
                    <a:pt x="48" y="35"/>
                    <a:pt x="17" y="90"/>
                  </a:cubicBezTo>
                  <a:cubicBezTo>
                    <a:pt x="1" y="161"/>
                    <a:pt x="34" y="231"/>
                    <a:pt x="87" y="247"/>
                  </a:cubicBezTo>
                  <a:cubicBezTo>
                    <a:pt x="104" y="264"/>
                    <a:pt x="120" y="264"/>
                    <a:pt x="120" y="264"/>
                  </a:cubicBezTo>
                  <a:cubicBezTo>
                    <a:pt x="120" y="247"/>
                    <a:pt x="120" y="231"/>
                    <a:pt x="137" y="210"/>
                  </a:cubicBezTo>
                  <a:cubicBezTo>
                    <a:pt x="137" y="144"/>
                    <a:pt x="157" y="74"/>
                    <a:pt x="174" y="25"/>
                  </a:cubicBezTo>
                  <a:lnTo>
                    <a:pt x="174" y="4"/>
                  </a:lnTo>
                  <a:cubicBezTo>
                    <a:pt x="163" y="1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6" name="Google Shape;20406;p54"/>
            <p:cNvSpPr/>
            <p:nvPr/>
          </p:nvSpPr>
          <p:spPr>
            <a:xfrm>
              <a:off x="4653550" y="28549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8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103" y="259"/>
                    <a:pt x="117" y="261"/>
                    <a:pt x="131" y="261"/>
                  </a:cubicBezTo>
                  <a:cubicBezTo>
                    <a:pt x="177" y="261"/>
                    <a:pt x="214" y="238"/>
                    <a:pt x="240" y="185"/>
                  </a:cubicBezTo>
                  <a:cubicBezTo>
                    <a:pt x="256" y="119"/>
                    <a:pt x="223" y="32"/>
                    <a:pt x="174" y="16"/>
                  </a:cubicBezTo>
                  <a:cubicBezTo>
                    <a:pt x="159" y="6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7" name="Google Shape;20407;p54"/>
            <p:cNvSpPr/>
            <p:nvPr/>
          </p:nvSpPr>
          <p:spPr>
            <a:xfrm>
              <a:off x="4668600" y="2945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7" y="1"/>
                    <a:pt x="67" y="34"/>
                  </a:cubicBezTo>
                  <a:cubicBezTo>
                    <a:pt x="17" y="71"/>
                    <a:pt x="1" y="153"/>
                    <a:pt x="50" y="207"/>
                  </a:cubicBezTo>
                  <a:cubicBezTo>
                    <a:pt x="67" y="240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23"/>
                  </a:cubicBezTo>
                  <a:cubicBezTo>
                    <a:pt x="223" y="207"/>
                    <a:pt x="240" y="174"/>
                    <a:pt x="240" y="137"/>
                  </a:cubicBezTo>
                  <a:cubicBezTo>
                    <a:pt x="240" y="104"/>
                    <a:pt x="240" y="71"/>
                    <a:pt x="223" y="50"/>
                  </a:cubicBezTo>
                  <a:cubicBezTo>
                    <a:pt x="207" y="34"/>
                    <a:pt x="190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8" name="Google Shape;20408;p54"/>
            <p:cNvSpPr/>
            <p:nvPr/>
          </p:nvSpPr>
          <p:spPr>
            <a:xfrm>
              <a:off x="4664275" y="29608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7" y="0"/>
                  </a:moveTo>
                  <a:cubicBezTo>
                    <a:pt x="80" y="0"/>
                    <a:pt x="31" y="30"/>
                    <a:pt x="17" y="71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2"/>
                    <a:pt x="115" y="257"/>
                    <a:pt x="129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40" y="108"/>
                    <a:pt x="223" y="38"/>
                    <a:pt x="157" y="5"/>
                  </a:cubicBezTo>
                  <a:cubicBezTo>
                    <a:pt x="148" y="2"/>
                    <a:pt x="138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9" name="Google Shape;20409;p54"/>
            <p:cNvSpPr/>
            <p:nvPr/>
          </p:nvSpPr>
          <p:spPr>
            <a:xfrm>
              <a:off x="4766925" y="30209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6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5" y="253"/>
                    <a:pt x="122" y="258"/>
                    <a:pt x="138" y="258"/>
                  </a:cubicBezTo>
                  <a:cubicBezTo>
                    <a:pt x="181" y="258"/>
                    <a:pt x="216" y="225"/>
                    <a:pt x="240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5" y="1"/>
                    <a:pt x="155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0" name="Google Shape;20410;p54"/>
            <p:cNvSpPr/>
            <p:nvPr/>
          </p:nvSpPr>
          <p:spPr>
            <a:xfrm>
              <a:off x="4658300" y="2903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3" y="22"/>
                    <a:pt x="0" y="71"/>
                    <a:pt x="0" y="158"/>
                  </a:cubicBezTo>
                  <a:cubicBezTo>
                    <a:pt x="0" y="191"/>
                    <a:pt x="17" y="207"/>
                    <a:pt x="50" y="228"/>
                  </a:cubicBezTo>
                  <a:cubicBezTo>
                    <a:pt x="66" y="261"/>
                    <a:pt x="103" y="261"/>
                    <a:pt x="120" y="261"/>
                  </a:cubicBezTo>
                  <a:cubicBezTo>
                    <a:pt x="153" y="261"/>
                    <a:pt x="190" y="228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69" y="22"/>
                  </a:cubicBezTo>
                  <a:cubicBezTo>
                    <a:pt x="169" y="22"/>
                    <a:pt x="153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1" name="Google Shape;20411;p54"/>
            <p:cNvSpPr/>
            <p:nvPr/>
          </p:nvSpPr>
          <p:spPr>
            <a:xfrm>
              <a:off x="4661275" y="2930750"/>
              <a:ext cx="6025" cy="6450"/>
            </a:xfrm>
            <a:custGeom>
              <a:avLst/>
              <a:gdLst/>
              <a:ahLst/>
              <a:cxnLst/>
              <a:rect l="l" t="t" r="r" b="b"/>
              <a:pathLst>
                <a:path w="241" h="258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08"/>
                    <a:pt x="1" y="124"/>
                    <a:pt x="1" y="141"/>
                  </a:cubicBezTo>
                  <a:cubicBezTo>
                    <a:pt x="17" y="194"/>
                    <a:pt x="34" y="227"/>
                    <a:pt x="71" y="244"/>
                  </a:cubicBezTo>
                  <a:cubicBezTo>
                    <a:pt x="92" y="253"/>
                    <a:pt x="110" y="258"/>
                    <a:pt x="127" y="258"/>
                  </a:cubicBezTo>
                  <a:cubicBezTo>
                    <a:pt x="149" y="258"/>
                    <a:pt x="169" y="249"/>
                    <a:pt x="191" y="227"/>
                  </a:cubicBezTo>
                  <a:cubicBezTo>
                    <a:pt x="207" y="211"/>
                    <a:pt x="207" y="194"/>
                    <a:pt x="224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2" name="Google Shape;20412;p54"/>
            <p:cNvSpPr/>
            <p:nvPr/>
          </p:nvSpPr>
          <p:spPr>
            <a:xfrm>
              <a:off x="4679725" y="2960025"/>
              <a:ext cx="2200" cy="4350"/>
            </a:xfrm>
            <a:custGeom>
              <a:avLst/>
              <a:gdLst/>
              <a:ahLst/>
              <a:cxnLst/>
              <a:rect l="l" t="t" r="r" b="b"/>
              <a:pathLst>
                <a:path w="88" h="174" extrusionOk="0">
                  <a:moveTo>
                    <a:pt x="87" y="0"/>
                  </a:moveTo>
                  <a:cubicBezTo>
                    <a:pt x="54" y="0"/>
                    <a:pt x="17" y="38"/>
                    <a:pt x="17" y="71"/>
                  </a:cubicBezTo>
                  <a:cubicBezTo>
                    <a:pt x="1" y="104"/>
                    <a:pt x="1" y="141"/>
                    <a:pt x="17" y="174"/>
                  </a:cubicBezTo>
                  <a:cubicBezTo>
                    <a:pt x="34" y="104"/>
                    <a:pt x="71" y="54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3" name="Google Shape;20413;p54"/>
            <p:cNvSpPr/>
            <p:nvPr/>
          </p:nvSpPr>
          <p:spPr>
            <a:xfrm>
              <a:off x="4827025" y="2980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8" y="206"/>
                    <a:pt x="54" y="227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43"/>
                    <a:pt x="244" y="173"/>
                    <a:pt x="244" y="103"/>
                  </a:cubicBezTo>
                  <a:cubicBezTo>
                    <a:pt x="223" y="54"/>
                    <a:pt x="207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4" name="Google Shape;20414;p54"/>
            <p:cNvSpPr/>
            <p:nvPr/>
          </p:nvSpPr>
          <p:spPr>
            <a:xfrm>
              <a:off x="4810325" y="2983600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8"/>
                    <a:pt x="34" y="228"/>
                    <a:pt x="87" y="245"/>
                  </a:cubicBezTo>
                  <a:cubicBezTo>
                    <a:pt x="104" y="261"/>
                    <a:pt x="120" y="261"/>
                    <a:pt x="137" y="261"/>
                  </a:cubicBezTo>
                  <a:cubicBezTo>
                    <a:pt x="190" y="261"/>
                    <a:pt x="223" y="228"/>
                    <a:pt x="240" y="175"/>
                  </a:cubicBezTo>
                  <a:cubicBezTo>
                    <a:pt x="256" y="125"/>
                    <a:pt x="240" y="72"/>
                    <a:pt x="207" y="39"/>
                  </a:cubicBezTo>
                  <a:cubicBezTo>
                    <a:pt x="207" y="22"/>
                    <a:pt x="190" y="22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5" name="Google Shape;20415;p54"/>
            <p:cNvSpPr/>
            <p:nvPr/>
          </p:nvSpPr>
          <p:spPr>
            <a:xfrm>
              <a:off x="4823625" y="2949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71" y="244"/>
                  </a:cubicBezTo>
                  <a:cubicBezTo>
                    <a:pt x="82" y="256"/>
                    <a:pt x="94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lnTo>
                    <a:pt x="137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6" name="Google Shape;20416;p54"/>
            <p:cNvSpPr/>
            <p:nvPr/>
          </p:nvSpPr>
          <p:spPr>
            <a:xfrm>
              <a:off x="4797450" y="2984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69" y="260"/>
                    <a:pt x="190" y="239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7" name="Google Shape;20417;p54"/>
            <p:cNvSpPr/>
            <p:nvPr/>
          </p:nvSpPr>
          <p:spPr>
            <a:xfrm>
              <a:off x="4781975" y="29899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34" y="24"/>
                    <a:pt x="1" y="94"/>
                    <a:pt x="17" y="143"/>
                  </a:cubicBezTo>
                  <a:cubicBezTo>
                    <a:pt x="17" y="181"/>
                    <a:pt x="34" y="214"/>
                    <a:pt x="50" y="230"/>
                  </a:cubicBezTo>
                  <a:cubicBezTo>
                    <a:pt x="67" y="246"/>
                    <a:pt x="104" y="267"/>
                    <a:pt x="137" y="267"/>
                  </a:cubicBezTo>
                  <a:cubicBezTo>
                    <a:pt x="190" y="246"/>
                    <a:pt x="240" y="181"/>
                    <a:pt x="223" y="110"/>
                  </a:cubicBezTo>
                  <a:lnTo>
                    <a:pt x="223" y="77"/>
                  </a:ln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8" name="Google Shape;20418;p54"/>
            <p:cNvSpPr/>
            <p:nvPr/>
          </p:nvSpPr>
          <p:spPr>
            <a:xfrm>
              <a:off x="4766525" y="2990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7"/>
                    <a:pt x="50" y="54"/>
                    <a:pt x="17" y="87"/>
                  </a:cubicBezTo>
                  <a:cubicBezTo>
                    <a:pt x="0" y="120"/>
                    <a:pt x="17" y="174"/>
                    <a:pt x="33" y="207"/>
                  </a:cubicBezTo>
                  <a:cubicBezTo>
                    <a:pt x="50" y="223"/>
                    <a:pt x="87" y="244"/>
                    <a:pt x="103" y="261"/>
                  </a:cubicBezTo>
                  <a:cubicBezTo>
                    <a:pt x="136" y="261"/>
                    <a:pt x="169" y="244"/>
                    <a:pt x="190" y="223"/>
                  </a:cubicBezTo>
                  <a:cubicBezTo>
                    <a:pt x="239" y="174"/>
                    <a:pt x="239" y="87"/>
                    <a:pt x="207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9" name="Google Shape;20419;p54"/>
            <p:cNvSpPr/>
            <p:nvPr/>
          </p:nvSpPr>
          <p:spPr>
            <a:xfrm>
              <a:off x="4775500" y="300785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13" y="0"/>
                  </a:moveTo>
                  <a:cubicBezTo>
                    <a:pt x="71" y="0"/>
                    <a:pt x="32" y="31"/>
                    <a:pt x="17" y="83"/>
                  </a:cubicBezTo>
                  <a:cubicBezTo>
                    <a:pt x="0" y="149"/>
                    <a:pt x="17" y="219"/>
                    <a:pt x="70" y="252"/>
                  </a:cubicBezTo>
                  <a:cubicBezTo>
                    <a:pt x="83" y="256"/>
                    <a:pt x="96" y="258"/>
                    <a:pt x="109" y="258"/>
                  </a:cubicBezTo>
                  <a:cubicBezTo>
                    <a:pt x="163" y="258"/>
                    <a:pt x="209" y="223"/>
                    <a:pt x="223" y="170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42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0" name="Google Shape;20420;p54"/>
            <p:cNvSpPr/>
            <p:nvPr/>
          </p:nvSpPr>
          <p:spPr>
            <a:xfrm>
              <a:off x="4780225" y="30331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0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90" y="17"/>
                    <a:pt x="174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1" name="Google Shape;20421;p54"/>
            <p:cNvSpPr/>
            <p:nvPr/>
          </p:nvSpPr>
          <p:spPr>
            <a:xfrm>
              <a:off x="4679725" y="2835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71" y="1"/>
                    <a:pt x="54" y="17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07"/>
                    <a:pt x="54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1" y="244"/>
                    <a:pt x="240" y="174"/>
                    <a:pt x="224" y="104"/>
                  </a:cubicBezTo>
                  <a:cubicBezTo>
                    <a:pt x="224" y="71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2" name="Google Shape;20422;p54"/>
            <p:cNvSpPr/>
            <p:nvPr/>
          </p:nvSpPr>
          <p:spPr>
            <a:xfrm>
              <a:off x="4668600" y="28239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87" y="0"/>
                    <a:pt x="87" y="17"/>
                    <a:pt x="67" y="17"/>
                  </a:cubicBezTo>
                  <a:cubicBezTo>
                    <a:pt x="34" y="33"/>
                    <a:pt x="1" y="83"/>
                    <a:pt x="1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40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3" name="Google Shape;20423;p54"/>
            <p:cNvSpPr/>
            <p:nvPr/>
          </p:nvSpPr>
          <p:spPr>
            <a:xfrm>
              <a:off x="4652225" y="28710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23" y="0"/>
                  </a:moveTo>
                  <a:cubicBezTo>
                    <a:pt x="116" y="0"/>
                    <a:pt x="110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0"/>
                  </a:cubicBezTo>
                  <a:cubicBezTo>
                    <a:pt x="70" y="247"/>
                    <a:pt x="103" y="263"/>
                    <a:pt x="140" y="263"/>
                  </a:cubicBezTo>
                  <a:cubicBezTo>
                    <a:pt x="190" y="247"/>
                    <a:pt x="227" y="181"/>
                    <a:pt x="227" y="111"/>
                  </a:cubicBezTo>
                  <a:cubicBezTo>
                    <a:pt x="227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4" name="Google Shape;20424;p54"/>
            <p:cNvSpPr/>
            <p:nvPr/>
          </p:nvSpPr>
          <p:spPr>
            <a:xfrm>
              <a:off x="4674175" y="285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17" y="207"/>
                    <a:pt x="50" y="240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73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5" name="Google Shape;20425;p54"/>
            <p:cNvSpPr/>
            <p:nvPr/>
          </p:nvSpPr>
          <p:spPr>
            <a:xfrm>
              <a:off x="4665100" y="27913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174" y="256"/>
                    <a:pt x="207" y="239"/>
                    <a:pt x="227" y="206"/>
                  </a:cubicBezTo>
                  <a:cubicBezTo>
                    <a:pt x="244" y="190"/>
                    <a:pt x="244" y="153"/>
                    <a:pt x="244" y="120"/>
                  </a:cubicBezTo>
                  <a:cubicBezTo>
                    <a:pt x="227" y="87"/>
                    <a:pt x="22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6" name="Google Shape;20426;p54"/>
            <p:cNvSpPr/>
            <p:nvPr/>
          </p:nvSpPr>
          <p:spPr>
            <a:xfrm>
              <a:off x="4682725" y="27915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1" y="1"/>
                  </a:moveTo>
                  <a:cubicBezTo>
                    <a:pt x="69" y="1"/>
                    <a:pt x="49" y="13"/>
                    <a:pt x="38" y="24"/>
                  </a:cubicBezTo>
                  <a:cubicBezTo>
                    <a:pt x="17" y="61"/>
                    <a:pt x="0" y="78"/>
                    <a:pt x="0" y="111"/>
                  </a:cubicBezTo>
                  <a:cubicBezTo>
                    <a:pt x="0" y="144"/>
                    <a:pt x="0" y="181"/>
                    <a:pt x="17" y="214"/>
                  </a:cubicBezTo>
                  <a:cubicBezTo>
                    <a:pt x="38" y="245"/>
                    <a:pt x="69" y="263"/>
                    <a:pt x="102" y="263"/>
                  </a:cubicBezTo>
                  <a:cubicBezTo>
                    <a:pt x="126" y="263"/>
                    <a:pt x="151" y="253"/>
                    <a:pt x="174" y="230"/>
                  </a:cubicBezTo>
                  <a:cubicBezTo>
                    <a:pt x="223" y="181"/>
                    <a:pt x="223" y="111"/>
                    <a:pt x="190" y="41"/>
                  </a:cubicBezTo>
                  <a:cubicBezTo>
                    <a:pt x="174" y="24"/>
                    <a:pt x="174" y="24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1" y="1"/>
                    <a:pt x="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7" name="Google Shape;20427;p54"/>
            <p:cNvSpPr/>
            <p:nvPr/>
          </p:nvSpPr>
          <p:spPr>
            <a:xfrm>
              <a:off x="4684900" y="28664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7" y="1"/>
                  </a:moveTo>
                  <a:cubicBezTo>
                    <a:pt x="120" y="1"/>
                    <a:pt x="87" y="1"/>
                    <a:pt x="54" y="17"/>
                  </a:cubicBezTo>
                  <a:cubicBezTo>
                    <a:pt x="33" y="34"/>
                    <a:pt x="17" y="54"/>
                    <a:pt x="0" y="87"/>
                  </a:cubicBezTo>
                  <a:lnTo>
                    <a:pt x="0" y="174"/>
                  </a:lnTo>
                  <a:cubicBezTo>
                    <a:pt x="17" y="207"/>
                    <a:pt x="33" y="240"/>
                    <a:pt x="70" y="261"/>
                  </a:cubicBezTo>
                  <a:cubicBezTo>
                    <a:pt x="78" y="263"/>
                    <a:pt x="86" y="265"/>
                    <a:pt x="95" y="265"/>
                  </a:cubicBezTo>
                  <a:cubicBezTo>
                    <a:pt x="141" y="265"/>
                    <a:pt x="192" y="229"/>
                    <a:pt x="206" y="174"/>
                  </a:cubicBezTo>
                  <a:cubicBezTo>
                    <a:pt x="239" y="104"/>
                    <a:pt x="206" y="34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8" name="Google Shape;20428;p54"/>
            <p:cNvSpPr/>
            <p:nvPr/>
          </p:nvSpPr>
          <p:spPr>
            <a:xfrm>
              <a:off x="4793125" y="3001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3"/>
                    <a:pt x="0" y="120"/>
                    <a:pt x="17" y="153"/>
                  </a:cubicBezTo>
                  <a:cubicBezTo>
                    <a:pt x="17" y="186"/>
                    <a:pt x="33" y="223"/>
                    <a:pt x="54" y="239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206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9" name="Google Shape;20429;p54"/>
            <p:cNvSpPr/>
            <p:nvPr/>
          </p:nvSpPr>
          <p:spPr>
            <a:xfrm>
              <a:off x="4661700" y="28418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3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6" y="255"/>
                    <a:pt x="123" y="259"/>
                    <a:pt x="138" y="259"/>
                  </a:cubicBezTo>
                  <a:cubicBezTo>
                    <a:pt x="182" y="259"/>
                    <a:pt x="215" y="227"/>
                    <a:pt x="239" y="176"/>
                  </a:cubicBezTo>
                  <a:cubicBezTo>
                    <a:pt x="260" y="110"/>
                    <a:pt x="223" y="40"/>
                    <a:pt x="174" y="7"/>
                  </a:cubicBezTo>
                  <a:cubicBezTo>
                    <a:pt x="163" y="3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0" name="Google Shape;20430;p54"/>
            <p:cNvSpPr/>
            <p:nvPr/>
          </p:nvSpPr>
          <p:spPr>
            <a:xfrm>
              <a:off x="4677575" y="2882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17" y="190"/>
                    <a:pt x="37" y="22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54"/>
                    <a:pt x="173" y="37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1" name="Google Shape;20431;p54"/>
            <p:cNvSpPr/>
            <p:nvPr/>
          </p:nvSpPr>
          <p:spPr>
            <a:xfrm>
              <a:off x="4658300" y="28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90" y="256"/>
                    <a:pt x="239" y="186"/>
                    <a:pt x="223" y="120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2" name="Google Shape;20432;p54"/>
            <p:cNvSpPr/>
            <p:nvPr/>
          </p:nvSpPr>
          <p:spPr>
            <a:xfrm>
              <a:off x="4650975" y="2918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17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23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23" y="54"/>
                  </a:cubicBezTo>
                  <a:cubicBezTo>
                    <a:pt x="207" y="38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3" name="Google Shape;20433;p54"/>
            <p:cNvSpPr/>
            <p:nvPr/>
          </p:nvSpPr>
          <p:spPr>
            <a:xfrm>
              <a:off x="4649625" y="2890975"/>
              <a:ext cx="6125" cy="6325"/>
            </a:xfrm>
            <a:custGeom>
              <a:avLst/>
              <a:gdLst/>
              <a:ahLst/>
              <a:cxnLst/>
              <a:rect l="l" t="t" r="r" b="b"/>
              <a:pathLst>
                <a:path w="245" h="253" extrusionOk="0">
                  <a:moveTo>
                    <a:pt x="141" y="0"/>
                  </a:moveTo>
                  <a:cubicBezTo>
                    <a:pt x="104" y="0"/>
                    <a:pt x="71" y="0"/>
                    <a:pt x="55" y="17"/>
                  </a:cubicBezTo>
                  <a:cubicBezTo>
                    <a:pt x="38" y="50"/>
                    <a:pt x="22" y="66"/>
                    <a:pt x="22" y="103"/>
                  </a:cubicBezTo>
                  <a:cubicBezTo>
                    <a:pt x="1" y="136"/>
                    <a:pt x="22" y="169"/>
                    <a:pt x="38" y="206"/>
                  </a:cubicBezTo>
                  <a:cubicBezTo>
                    <a:pt x="57" y="235"/>
                    <a:pt x="89" y="253"/>
                    <a:pt x="122" y="253"/>
                  </a:cubicBezTo>
                  <a:cubicBezTo>
                    <a:pt x="146" y="253"/>
                    <a:pt x="170" y="244"/>
                    <a:pt x="191" y="223"/>
                  </a:cubicBezTo>
                  <a:cubicBezTo>
                    <a:pt x="244" y="186"/>
                    <a:pt x="244" y="103"/>
                    <a:pt x="207" y="50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4" name="Google Shape;20434;p54"/>
            <p:cNvSpPr/>
            <p:nvPr/>
          </p:nvSpPr>
          <p:spPr>
            <a:xfrm>
              <a:off x="4647050" y="29351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22" y="87"/>
                    <a:pt x="1" y="120"/>
                    <a:pt x="1" y="153"/>
                  </a:cubicBezTo>
                  <a:cubicBezTo>
                    <a:pt x="22" y="191"/>
                    <a:pt x="38" y="207"/>
                    <a:pt x="55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1" y="240"/>
                    <a:pt x="244" y="191"/>
                    <a:pt x="228" y="104"/>
                  </a:cubicBezTo>
                  <a:cubicBezTo>
                    <a:pt x="228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5" name="Google Shape;20435;p54"/>
            <p:cNvSpPr/>
            <p:nvPr/>
          </p:nvSpPr>
          <p:spPr>
            <a:xfrm>
              <a:off x="46531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90" y="34"/>
                    <a:pt x="169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6" name="Google Shape;20436;p54"/>
            <p:cNvSpPr/>
            <p:nvPr/>
          </p:nvSpPr>
          <p:spPr>
            <a:xfrm>
              <a:off x="4650150" y="2794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7" y="0"/>
                  </a:moveTo>
                  <a:cubicBezTo>
                    <a:pt x="84" y="0"/>
                    <a:pt x="62" y="12"/>
                    <a:pt x="50" y="23"/>
                  </a:cubicBezTo>
                  <a:cubicBezTo>
                    <a:pt x="1" y="77"/>
                    <a:pt x="1" y="164"/>
                    <a:pt x="34" y="213"/>
                  </a:cubicBezTo>
                  <a:cubicBezTo>
                    <a:pt x="50" y="230"/>
                    <a:pt x="83" y="246"/>
                    <a:pt x="104" y="267"/>
                  </a:cubicBezTo>
                  <a:cubicBezTo>
                    <a:pt x="137" y="267"/>
                    <a:pt x="170" y="246"/>
                    <a:pt x="186" y="230"/>
                  </a:cubicBezTo>
                  <a:cubicBezTo>
                    <a:pt x="223" y="213"/>
                    <a:pt x="223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186" y="23"/>
                    <a:pt x="186" y="23"/>
                    <a:pt x="153" y="7"/>
                  </a:cubicBezTo>
                  <a:lnTo>
                    <a:pt x="137" y="7"/>
                  </a:lnTo>
                  <a:cubicBezTo>
                    <a:pt x="127" y="2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7" name="Google Shape;20437;p54"/>
            <p:cNvSpPr/>
            <p:nvPr/>
          </p:nvSpPr>
          <p:spPr>
            <a:xfrm>
              <a:off x="4646650" y="284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8" y="207"/>
                    <a:pt x="54" y="22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207" y="244"/>
                    <a:pt x="244" y="174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8" name="Google Shape;20438;p54"/>
            <p:cNvSpPr/>
            <p:nvPr/>
          </p:nvSpPr>
          <p:spPr>
            <a:xfrm>
              <a:off x="4684075" y="28190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47"/>
                    <a:pt x="66" y="263"/>
                    <a:pt x="103" y="263"/>
                  </a:cubicBezTo>
                  <a:cubicBezTo>
                    <a:pt x="136" y="263"/>
                    <a:pt x="169" y="247"/>
                    <a:pt x="190" y="230"/>
                  </a:cubicBezTo>
                  <a:cubicBezTo>
                    <a:pt x="206" y="214"/>
                    <a:pt x="223" y="177"/>
                    <a:pt x="223" y="144"/>
                  </a:cubicBezTo>
                  <a:cubicBezTo>
                    <a:pt x="223" y="111"/>
                    <a:pt x="223" y="74"/>
                    <a:pt x="206" y="41"/>
                  </a:cubicBezTo>
                  <a:cubicBezTo>
                    <a:pt x="190" y="24"/>
                    <a:pt x="169" y="24"/>
                    <a:pt x="153" y="8"/>
                  </a:cubicBezTo>
                  <a:lnTo>
                    <a:pt x="136" y="8"/>
                  </a:lnTo>
                  <a:cubicBezTo>
                    <a:pt x="126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9" name="Google Shape;20439;p54"/>
            <p:cNvSpPr/>
            <p:nvPr/>
          </p:nvSpPr>
          <p:spPr>
            <a:xfrm>
              <a:off x="4589550" y="28509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7" y="0"/>
                  </a:moveTo>
                  <a:cubicBezTo>
                    <a:pt x="70" y="17"/>
                    <a:pt x="33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2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06" y="87"/>
                    <a:pt x="206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0" name="Google Shape;20440;p54"/>
            <p:cNvSpPr/>
            <p:nvPr/>
          </p:nvSpPr>
          <p:spPr>
            <a:xfrm>
              <a:off x="4586550" y="294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67"/>
                    <a:pt x="1" y="153"/>
                  </a:cubicBezTo>
                  <a:cubicBezTo>
                    <a:pt x="1" y="186"/>
                    <a:pt x="17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1" name="Google Shape;20441;p54"/>
            <p:cNvSpPr/>
            <p:nvPr/>
          </p:nvSpPr>
          <p:spPr>
            <a:xfrm>
              <a:off x="4591300" y="29273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5" y="263"/>
                    <a:pt x="104" y="264"/>
                    <a:pt x="114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2" name="Google Shape;20442;p54"/>
            <p:cNvSpPr/>
            <p:nvPr/>
          </p:nvSpPr>
          <p:spPr>
            <a:xfrm>
              <a:off x="4591300" y="2977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0"/>
                    <a:pt x="0" y="71"/>
                    <a:pt x="17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69" y="244"/>
                    <a:pt x="190" y="223"/>
                    <a:pt x="207" y="207"/>
                  </a:cubicBezTo>
                  <a:cubicBezTo>
                    <a:pt x="223" y="174"/>
                    <a:pt x="240" y="141"/>
                    <a:pt x="223" y="104"/>
                  </a:cubicBezTo>
                  <a:cubicBezTo>
                    <a:pt x="223" y="71"/>
                    <a:pt x="207" y="38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3" name="Google Shape;20443;p54"/>
            <p:cNvSpPr/>
            <p:nvPr/>
          </p:nvSpPr>
          <p:spPr>
            <a:xfrm>
              <a:off x="4765600" y="30369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06"/>
                    <a:pt x="54" y="243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43"/>
                    <a:pt x="244" y="173"/>
                    <a:pt x="227" y="103"/>
                  </a:cubicBezTo>
                  <a:cubicBezTo>
                    <a:pt x="227" y="70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4" name="Google Shape;20444;p54"/>
            <p:cNvSpPr/>
            <p:nvPr/>
          </p:nvSpPr>
          <p:spPr>
            <a:xfrm>
              <a:off x="4625200" y="30026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174" y="256"/>
                    <a:pt x="191" y="239"/>
                    <a:pt x="207" y="206"/>
                  </a:cubicBezTo>
                  <a:cubicBezTo>
                    <a:pt x="223" y="173"/>
                    <a:pt x="240" y="136"/>
                    <a:pt x="240" y="103"/>
                  </a:cubicBezTo>
                  <a:cubicBezTo>
                    <a:pt x="223" y="70"/>
                    <a:pt x="207" y="50"/>
                    <a:pt x="191" y="17"/>
                  </a:cubicBezTo>
                  <a:cubicBezTo>
                    <a:pt x="191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5" name="Google Shape;20445;p54"/>
            <p:cNvSpPr/>
            <p:nvPr/>
          </p:nvSpPr>
          <p:spPr>
            <a:xfrm>
              <a:off x="4752700" y="302362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04" y="0"/>
                  </a:moveTo>
                  <a:cubicBezTo>
                    <a:pt x="54" y="17"/>
                    <a:pt x="1" y="87"/>
                    <a:pt x="22" y="157"/>
                  </a:cubicBezTo>
                  <a:cubicBezTo>
                    <a:pt x="22" y="190"/>
                    <a:pt x="38" y="223"/>
                    <a:pt x="54" y="239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2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8" y="120"/>
                  </a:cubicBezTo>
                  <a:cubicBezTo>
                    <a:pt x="228" y="87"/>
                    <a:pt x="207" y="54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6" name="Google Shape;20446;p54"/>
            <p:cNvSpPr/>
            <p:nvPr/>
          </p:nvSpPr>
          <p:spPr>
            <a:xfrm>
              <a:off x="4645000" y="2981975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33" y="223"/>
                    <a:pt x="50" y="240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7" name="Google Shape;20447;p54"/>
            <p:cNvSpPr/>
            <p:nvPr/>
          </p:nvSpPr>
          <p:spPr>
            <a:xfrm>
              <a:off x="4614075" y="294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7" y="190"/>
                    <a:pt x="34" y="206"/>
                    <a:pt x="50" y="239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39"/>
                    <a:pt x="240" y="169"/>
                    <a:pt x="223" y="103"/>
                  </a:cubicBezTo>
                  <a:cubicBezTo>
                    <a:pt x="223" y="66"/>
                    <a:pt x="207" y="49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8" name="Google Shape;20448;p54"/>
            <p:cNvSpPr/>
            <p:nvPr/>
          </p:nvSpPr>
          <p:spPr>
            <a:xfrm>
              <a:off x="4595525" y="29124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21" y="87"/>
                    <a:pt x="0" y="153"/>
                    <a:pt x="38" y="223"/>
                  </a:cubicBezTo>
                  <a:cubicBezTo>
                    <a:pt x="54" y="240"/>
                    <a:pt x="87" y="256"/>
                    <a:pt x="124" y="256"/>
                  </a:cubicBezTo>
                  <a:cubicBezTo>
                    <a:pt x="129" y="262"/>
                    <a:pt x="135" y="265"/>
                    <a:pt x="143" y="265"/>
                  </a:cubicBezTo>
                  <a:cubicBezTo>
                    <a:pt x="159" y="265"/>
                    <a:pt x="179" y="251"/>
                    <a:pt x="190" y="240"/>
                  </a:cubicBezTo>
                  <a:cubicBezTo>
                    <a:pt x="227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9" name="Google Shape;20449;p54"/>
            <p:cNvSpPr/>
            <p:nvPr/>
          </p:nvSpPr>
          <p:spPr>
            <a:xfrm>
              <a:off x="4599025" y="294212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7" y="255"/>
                  </a:cubicBezTo>
                  <a:cubicBezTo>
                    <a:pt x="96" y="258"/>
                    <a:pt x="105" y="259"/>
                    <a:pt x="115" y="259"/>
                  </a:cubicBezTo>
                  <a:cubicBezTo>
                    <a:pt x="160" y="259"/>
                    <a:pt x="210" y="229"/>
                    <a:pt x="223" y="185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0" name="Google Shape;20450;p54"/>
            <p:cNvSpPr/>
            <p:nvPr/>
          </p:nvSpPr>
          <p:spPr>
            <a:xfrm>
              <a:off x="4591300" y="2883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0" y="157"/>
                    <a:pt x="33" y="227"/>
                    <a:pt x="87" y="260"/>
                  </a:cubicBezTo>
                  <a:lnTo>
                    <a:pt x="136" y="260"/>
                  </a:lnTo>
                  <a:cubicBezTo>
                    <a:pt x="169" y="260"/>
                    <a:pt x="207" y="227"/>
                    <a:pt x="223" y="173"/>
                  </a:cubicBezTo>
                  <a:cubicBezTo>
                    <a:pt x="240" y="124"/>
                    <a:pt x="223" y="70"/>
                    <a:pt x="207" y="37"/>
                  </a:cubicBezTo>
                  <a:cubicBezTo>
                    <a:pt x="190" y="37"/>
                    <a:pt x="169" y="21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1" name="Google Shape;20451;p54"/>
            <p:cNvSpPr/>
            <p:nvPr/>
          </p:nvSpPr>
          <p:spPr>
            <a:xfrm>
              <a:off x="4592950" y="2962200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21" y="223"/>
                    <a:pt x="70" y="260"/>
                    <a:pt x="141" y="260"/>
                  </a:cubicBezTo>
                  <a:cubicBezTo>
                    <a:pt x="157" y="243"/>
                    <a:pt x="190" y="223"/>
                    <a:pt x="207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7" y="37"/>
                    <a:pt x="174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2" name="Google Shape;20452;p54"/>
            <p:cNvSpPr/>
            <p:nvPr/>
          </p:nvSpPr>
          <p:spPr>
            <a:xfrm>
              <a:off x="4602850" y="289612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70" y="0"/>
                    <a:pt x="37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37" y="239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39"/>
                    <a:pt x="223" y="186"/>
                    <a:pt x="223" y="103"/>
                  </a:cubicBezTo>
                  <a:cubicBezTo>
                    <a:pt x="206" y="66"/>
                    <a:pt x="190" y="50"/>
                    <a:pt x="173" y="17"/>
                  </a:cubicBezTo>
                  <a:lnTo>
                    <a:pt x="157" y="17"/>
                  </a:ln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3" name="Google Shape;20453;p54"/>
            <p:cNvSpPr/>
            <p:nvPr/>
          </p:nvSpPr>
          <p:spPr>
            <a:xfrm>
              <a:off x="4588300" y="2897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0"/>
                  </a:moveTo>
                  <a:cubicBezTo>
                    <a:pt x="71" y="0"/>
                    <a:pt x="29" y="32"/>
                    <a:pt x="17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1" y="186"/>
                    <a:pt x="34" y="236"/>
                    <a:pt x="67" y="257"/>
                  </a:cubicBezTo>
                  <a:cubicBezTo>
                    <a:pt x="81" y="261"/>
                    <a:pt x="94" y="263"/>
                    <a:pt x="105" y="263"/>
                  </a:cubicBezTo>
                  <a:cubicBezTo>
                    <a:pt x="138" y="263"/>
                    <a:pt x="162" y="247"/>
                    <a:pt x="186" y="219"/>
                  </a:cubicBezTo>
                  <a:cubicBezTo>
                    <a:pt x="207" y="219"/>
                    <a:pt x="207" y="203"/>
                    <a:pt x="223" y="170"/>
                  </a:cubicBezTo>
                  <a:cubicBezTo>
                    <a:pt x="240" y="116"/>
                    <a:pt x="207" y="30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4" name="Google Shape;20454;p54"/>
            <p:cNvSpPr/>
            <p:nvPr/>
          </p:nvSpPr>
          <p:spPr>
            <a:xfrm>
              <a:off x="4592525" y="30071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17" y="1"/>
                    <a:pt x="109" y="2"/>
                    <a:pt x="104" y="8"/>
                  </a:cubicBezTo>
                  <a:cubicBezTo>
                    <a:pt x="54" y="8"/>
                    <a:pt x="1" y="74"/>
                    <a:pt x="17" y="144"/>
                  </a:cubicBezTo>
                  <a:cubicBezTo>
                    <a:pt x="17" y="177"/>
                    <a:pt x="38" y="214"/>
                    <a:pt x="71" y="231"/>
                  </a:cubicBezTo>
                  <a:cubicBezTo>
                    <a:pt x="87" y="247"/>
                    <a:pt x="120" y="264"/>
                    <a:pt x="141" y="264"/>
                  </a:cubicBezTo>
                  <a:cubicBezTo>
                    <a:pt x="207" y="247"/>
                    <a:pt x="244" y="177"/>
                    <a:pt x="244" y="111"/>
                  </a:cubicBezTo>
                  <a:cubicBezTo>
                    <a:pt x="224" y="74"/>
                    <a:pt x="224" y="41"/>
                    <a:pt x="191" y="24"/>
                  </a:cubicBezTo>
                  <a:lnTo>
                    <a:pt x="174" y="8"/>
                  </a:lnTo>
                  <a:cubicBezTo>
                    <a:pt x="163" y="8"/>
                    <a:pt x="143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5" name="Google Shape;20455;p54"/>
            <p:cNvSpPr/>
            <p:nvPr/>
          </p:nvSpPr>
          <p:spPr>
            <a:xfrm>
              <a:off x="4587375" y="3022800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17" y="87"/>
                    <a:pt x="1" y="153"/>
                    <a:pt x="38" y="223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26" y="261"/>
                    <a:pt x="133" y="263"/>
                    <a:pt x="141" y="263"/>
                  </a:cubicBezTo>
                  <a:cubicBezTo>
                    <a:pt x="159" y="263"/>
                    <a:pt x="179" y="251"/>
                    <a:pt x="190" y="239"/>
                  </a:cubicBezTo>
                  <a:cubicBezTo>
                    <a:pt x="244" y="190"/>
                    <a:pt x="260" y="103"/>
                    <a:pt x="20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6" name="Google Shape;20456;p54"/>
            <p:cNvSpPr/>
            <p:nvPr/>
          </p:nvSpPr>
          <p:spPr>
            <a:xfrm>
              <a:off x="4732600" y="3014150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34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3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86" y="260"/>
                    <a:pt x="240" y="190"/>
                    <a:pt x="224" y="124"/>
                  </a:cubicBezTo>
                  <a:cubicBezTo>
                    <a:pt x="224" y="87"/>
                    <a:pt x="207" y="54"/>
                    <a:pt x="186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7" name="Google Shape;20457;p54"/>
            <p:cNvSpPr/>
            <p:nvPr/>
          </p:nvSpPr>
          <p:spPr>
            <a:xfrm>
              <a:off x="4717975" y="30154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20" y="1"/>
                  </a:moveTo>
                  <a:cubicBezTo>
                    <a:pt x="104" y="1"/>
                    <a:pt x="87" y="17"/>
                    <a:pt x="5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17" y="190"/>
                    <a:pt x="33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53" y="256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8" name="Google Shape;20458;p54"/>
            <p:cNvSpPr/>
            <p:nvPr/>
          </p:nvSpPr>
          <p:spPr>
            <a:xfrm>
              <a:off x="4702925" y="3017650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54" y="0"/>
                  </a:moveTo>
                  <a:cubicBezTo>
                    <a:pt x="34" y="0"/>
                    <a:pt x="34" y="17"/>
                    <a:pt x="17" y="33"/>
                  </a:cubicBezTo>
                  <a:cubicBezTo>
                    <a:pt x="1" y="50"/>
                    <a:pt x="1" y="87"/>
                    <a:pt x="1" y="120"/>
                  </a:cubicBezTo>
                  <a:cubicBezTo>
                    <a:pt x="1" y="153"/>
                    <a:pt x="17" y="190"/>
                    <a:pt x="54" y="206"/>
                  </a:cubicBezTo>
                  <a:cubicBezTo>
                    <a:pt x="71" y="239"/>
                    <a:pt x="104" y="239"/>
                    <a:pt x="120" y="239"/>
                  </a:cubicBezTo>
                  <a:cubicBezTo>
                    <a:pt x="190" y="223"/>
                    <a:pt x="223" y="153"/>
                    <a:pt x="223" y="87"/>
                  </a:cubicBezTo>
                  <a:cubicBezTo>
                    <a:pt x="223" y="50"/>
                    <a:pt x="207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9" name="Google Shape;20459;p54"/>
            <p:cNvSpPr/>
            <p:nvPr/>
          </p:nvSpPr>
          <p:spPr>
            <a:xfrm>
              <a:off x="4608000" y="28806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37" y="17"/>
                    <a:pt x="0" y="67"/>
                    <a:pt x="0" y="153"/>
                  </a:cubicBezTo>
                  <a:cubicBezTo>
                    <a:pt x="17" y="186"/>
                    <a:pt x="37" y="207"/>
                    <a:pt x="54" y="240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0"/>
                    <a:pt x="223" y="104"/>
                  </a:cubicBezTo>
                  <a:cubicBezTo>
                    <a:pt x="223" y="6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0" name="Google Shape;20460;p54"/>
            <p:cNvSpPr/>
            <p:nvPr/>
          </p:nvSpPr>
          <p:spPr>
            <a:xfrm>
              <a:off x="4710250" y="30320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46" y="1"/>
                  </a:moveTo>
                  <a:cubicBezTo>
                    <a:pt x="98" y="1"/>
                    <a:pt x="47" y="33"/>
                    <a:pt x="33" y="75"/>
                  </a:cubicBezTo>
                  <a:cubicBezTo>
                    <a:pt x="0" y="145"/>
                    <a:pt x="33" y="231"/>
                    <a:pt x="87" y="248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90" y="248"/>
                    <a:pt x="223" y="231"/>
                    <a:pt x="239" y="178"/>
                  </a:cubicBezTo>
                  <a:cubicBezTo>
                    <a:pt x="239" y="128"/>
                    <a:pt x="239" y="75"/>
                    <a:pt x="206" y="42"/>
                  </a:cubicBezTo>
                  <a:cubicBezTo>
                    <a:pt x="206" y="25"/>
                    <a:pt x="190" y="25"/>
                    <a:pt x="173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1" name="Google Shape;20461;p54"/>
            <p:cNvSpPr/>
            <p:nvPr/>
          </p:nvSpPr>
          <p:spPr>
            <a:xfrm>
              <a:off x="4724875" y="30313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83" y="1"/>
                    <a:pt x="67" y="17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08" y="265"/>
                    <a:pt x="115" y="267"/>
                    <a:pt x="122" y="267"/>
                  </a:cubicBezTo>
                  <a:cubicBezTo>
                    <a:pt x="139" y="267"/>
                    <a:pt x="163" y="254"/>
                    <a:pt x="186" y="240"/>
                  </a:cubicBezTo>
                  <a:cubicBezTo>
                    <a:pt x="223" y="190"/>
                    <a:pt x="240" y="104"/>
                    <a:pt x="186" y="54"/>
                  </a:cubicBezTo>
                  <a:cubicBezTo>
                    <a:pt x="186" y="34"/>
                    <a:pt x="170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2" name="Google Shape;20462;p54"/>
            <p:cNvSpPr/>
            <p:nvPr/>
          </p:nvSpPr>
          <p:spPr>
            <a:xfrm>
              <a:off x="4580075" y="2793050"/>
              <a:ext cx="6100" cy="4425"/>
            </a:xfrm>
            <a:custGeom>
              <a:avLst/>
              <a:gdLst/>
              <a:ahLst/>
              <a:cxnLst/>
              <a:rect l="l" t="t" r="r" b="b"/>
              <a:pathLst>
                <a:path w="244" h="177" extrusionOk="0">
                  <a:moveTo>
                    <a:pt x="227" y="0"/>
                  </a:moveTo>
                  <a:lnTo>
                    <a:pt x="227" y="0"/>
                  </a:lnTo>
                  <a:cubicBezTo>
                    <a:pt x="157" y="17"/>
                    <a:pt x="70" y="33"/>
                    <a:pt x="0" y="50"/>
                  </a:cubicBezTo>
                  <a:cubicBezTo>
                    <a:pt x="0" y="83"/>
                    <a:pt x="21" y="103"/>
                    <a:pt x="37" y="136"/>
                  </a:cubicBezTo>
                  <a:cubicBezTo>
                    <a:pt x="54" y="153"/>
                    <a:pt x="70" y="169"/>
                    <a:pt x="103" y="169"/>
                  </a:cubicBezTo>
                  <a:cubicBezTo>
                    <a:pt x="114" y="174"/>
                    <a:pt x="123" y="176"/>
                    <a:pt x="131" y="176"/>
                  </a:cubicBezTo>
                  <a:cubicBezTo>
                    <a:pt x="151" y="176"/>
                    <a:pt x="166" y="165"/>
                    <a:pt x="190" y="153"/>
                  </a:cubicBezTo>
                  <a:cubicBezTo>
                    <a:pt x="227" y="120"/>
                    <a:pt x="243" y="50"/>
                    <a:pt x="2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3" name="Google Shape;20463;p54"/>
            <p:cNvSpPr/>
            <p:nvPr/>
          </p:nvSpPr>
          <p:spPr>
            <a:xfrm>
              <a:off x="4939175" y="29742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4" name="Google Shape;20464;p54"/>
            <p:cNvSpPr/>
            <p:nvPr/>
          </p:nvSpPr>
          <p:spPr>
            <a:xfrm>
              <a:off x="4969675" y="3016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90"/>
                    <a:pt x="34" y="223"/>
                    <a:pt x="67" y="244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4"/>
                    <a:pt x="186" y="223"/>
                    <a:pt x="223" y="207"/>
                  </a:cubicBezTo>
                  <a:cubicBezTo>
                    <a:pt x="240" y="174"/>
                    <a:pt x="240" y="141"/>
                    <a:pt x="240" y="104"/>
                  </a:cubicBezTo>
                  <a:cubicBezTo>
                    <a:pt x="223" y="71"/>
                    <a:pt x="207" y="38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5" name="Google Shape;20465;p54"/>
            <p:cNvSpPr/>
            <p:nvPr/>
          </p:nvSpPr>
          <p:spPr>
            <a:xfrm>
              <a:off x="4787550" y="30193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6" name="Google Shape;20466;p54"/>
            <p:cNvSpPr/>
            <p:nvPr/>
          </p:nvSpPr>
          <p:spPr>
            <a:xfrm>
              <a:off x="4866100" y="29411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1"/>
                  </a:moveTo>
                  <a:cubicBezTo>
                    <a:pt x="37" y="1"/>
                    <a:pt x="0" y="71"/>
                    <a:pt x="0" y="137"/>
                  </a:cubicBezTo>
                  <a:cubicBezTo>
                    <a:pt x="0" y="174"/>
                    <a:pt x="21" y="207"/>
                    <a:pt x="54" y="224"/>
                  </a:cubicBezTo>
                  <a:cubicBezTo>
                    <a:pt x="70" y="261"/>
                    <a:pt x="103" y="261"/>
                    <a:pt x="124" y="261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27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7" name="Google Shape;20467;p54"/>
            <p:cNvSpPr/>
            <p:nvPr/>
          </p:nvSpPr>
          <p:spPr>
            <a:xfrm>
              <a:off x="4787550" y="2974650"/>
              <a:ext cx="5175" cy="4525"/>
            </a:xfrm>
            <a:custGeom>
              <a:avLst/>
              <a:gdLst/>
              <a:ahLst/>
              <a:cxnLst/>
              <a:rect l="l" t="t" r="r" b="b"/>
              <a:pathLst>
                <a:path w="207" h="181" extrusionOk="0">
                  <a:moveTo>
                    <a:pt x="190" y="1"/>
                  </a:moveTo>
                  <a:cubicBezTo>
                    <a:pt x="120" y="55"/>
                    <a:pt x="71" y="88"/>
                    <a:pt x="0" y="137"/>
                  </a:cubicBezTo>
                  <a:lnTo>
                    <a:pt x="17" y="158"/>
                  </a:lnTo>
                  <a:cubicBezTo>
                    <a:pt x="29" y="169"/>
                    <a:pt x="51" y="181"/>
                    <a:pt x="74" y="181"/>
                  </a:cubicBezTo>
                  <a:cubicBezTo>
                    <a:pt x="84" y="181"/>
                    <a:pt x="94" y="179"/>
                    <a:pt x="104" y="174"/>
                  </a:cubicBezTo>
                  <a:cubicBezTo>
                    <a:pt x="153" y="174"/>
                    <a:pt x="207" y="104"/>
                    <a:pt x="190" y="34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8" name="Google Shape;20468;p54"/>
            <p:cNvSpPr/>
            <p:nvPr/>
          </p:nvSpPr>
          <p:spPr>
            <a:xfrm>
              <a:off x="4896600" y="2982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23"/>
                    <a:pt x="71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9" name="Google Shape;20469;p54"/>
            <p:cNvSpPr/>
            <p:nvPr/>
          </p:nvSpPr>
          <p:spPr>
            <a:xfrm>
              <a:off x="4567700" y="28724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66" y="21"/>
                    <a:pt x="33" y="37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3"/>
                  </a:cubicBezTo>
                  <a:cubicBezTo>
                    <a:pt x="57" y="255"/>
                    <a:pt x="82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4"/>
                  </a:cubicBezTo>
                  <a:cubicBezTo>
                    <a:pt x="206" y="87"/>
                    <a:pt x="186" y="54"/>
                    <a:pt x="169" y="37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03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0" name="Google Shape;20470;p54"/>
            <p:cNvSpPr/>
            <p:nvPr/>
          </p:nvSpPr>
          <p:spPr>
            <a:xfrm>
              <a:off x="4690050" y="30234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8" y="0"/>
                  </a:moveTo>
                  <a:cubicBezTo>
                    <a:pt x="85" y="0"/>
                    <a:pt x="65" y="12"/>
                    <a:pt x="54" y="24"/>
                  </a:cubicBezTo>
                  <a:cubicBezTo>
                    <a:pt x="33" y="40"/>
                    <a:pt x="17" y="77"/>
                    <a:pt x="17" y="110"/>
                  </a:cubicBezTo>
                  <a:cubicBezTo>
                    <a:pt x="0" y="143"/>
                    <a:pt x="17" y="180"/>
                    <a:pt x="33" y="213"/>
                  </a:cubicBezTo>
                  <a:cubicBezTo>
                    <a:pt x="54" y="244"/>
                    <a:pt x="85" y="263"/>
                    <a:pt x="118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39" y="180"/>
                    <a:pt x="239" y="110"/>
                    <a:pt x="206" y="40"/>
                  </a:cubicBezTo>
                  <a:cubicBezTo>
                    <a:pt x="190" y="24"/>
                    <a:pt x="173" y="7"/>
                    <a:pt x="157" y="7"/>
                  </a:cubicBezTo>
                  <a:lnTo>
                    <a:pt x="136" y="7"/>
                  </a:lnTo>
                  <a:cubicBezTo>
                    <a:pt x="127" y="2"/>
                    <a:pt x="117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1" name="Google Shape;20471;p54"/>
            <p:cNvSpPr/>
            <p:nvPr/>
          </p:nvSpPr>
          <p:spPr>
            <a:xfrm>
              <a:off x="4606750" y="2802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1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1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2" name="Google Shape;20472;p54"/>
            <p:cNvSpPr/>
            <p:nvPr/>
          </p:nvSpPr>
          <p:spPr>
            <a:xfrm>
              <a:off x="4954225" y="297517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3" y="256"/>
                  </a:cubicBezTo>
                  <a:cubicBezTo>
                    <a:pt x="92" y="259"/>
                    <a:pt x="101" y="260"/>
                    <a:pt x="111" y="260"/>
                  </a:cubicBezTo>
                  <a:cubicBezTo>
                    <a:pt x="159" y="260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4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3" name="Google Shape;20473;p54"/>
            <p:cNvSpPr/>
            <p:nvPr/>
          </p:nvSpPr>
          <p:spPr>
            <a:xfrm>
              <a:off x="4760025" y="3006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78" y="251"/>
                    <a:pt x="93" y="263"/>
                    <a:pt x="113" y="263"/>
                  </a:cubicBezTo>
                  <a:cubicBezTo>
                    <a:pt x="121" y="263"/>
                    <a:pt x="130" y="261"/>
                    <a:pt x="141" y="256"/>
                  </a:cubicBezTo>
                  <a:cubicBezTo>
                    <a:pt x="207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4" name="Google Shape;20474;p54"/>
            <p:cNvSpPr/>
            <p:nvPr/>
          </p:nvSpPr>
          <p:spPr>
            <a:xfrm>
              <a:off x="4623875" y="27842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9" y="1"/>
                  </a:moveTo>
                  <a:cubicBezTo>
                    <a:pt x="87" y="1"/>
                    <a:pt x="48" y="33"/>
                    <a:pt x="21" y="92"/>
                  </a:cubicBezTo>
                  <a:cubicBezTo>
                    <a:pt x="0" y="162"/>
                    <a:pt x="37" y="228"/>
                    <a:pt x="87" y="248"/>
                  </a:cubicBezTo>
                  <a:cubicBezTo>
                    <a:pt x="103" y="265"/>
                    <a:pt x="124" y="265"/>
                    <a:pt x="140" y="265"/>
                  </a:cubicBezTo>
                  <a:cubicBezTo>
                    <a:pt x="173" y="265"/>
                    <a:pt x="206" y="228"/>
                    <a:pt x="227" y="178"/>
                  </a:cubicBezTo>
                  <a:cubicBezTo>
                    <a:pt x="244" y="125"/>
                    <a:pt x="244" y="75"/>
                    <a:pt x="206" y="42"/>
                  </a:cubicBezTo>
                  <a:cubicBezTo>
                    <a:pt x="190" y="22"/>
                    <a:pt x="190" y="22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5" name="Google Shape;20475;p54"/>
            <p:cNvSpPr/>
            <p:nvPr/>
          </p:nvSpPr>
          <p:spPr>
            <a:xfrm>
              <a:off x="4631600" y="28429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0" y="149"/>
                    <a:pt x="38" y="219"/>
                    <a:pt x="87" y="252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00"/>
                    <a:pt x="227" y="30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6" name="Google Shape;20476;p54"/>
            <p:cNvSpPr/>
            <p:nvPr/>
          </p:nvSpPr>
          <p:spPr>
            <a:xfrm>
              <a:off x="4628200" y="28131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20" y="0"/>
                    <a:pt x="87" y="21"/>
                    <a:pt x="71" y="37"/>
                  </a:cubicBezTo>
                  <a:cubicBezTo>
                    <a:pt x="17" y="87"/>
                    <a:pt x="0" y="157"/>
                    <a:pt x="54" y="22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40" y="87"/>
                    <a:pt x="223" y="54"/>
                  </a:cubicBezTo>
                  <a:cubicBezTo>
                    <a:pt x="207" y="37"/>
                    <a:pt x="190" y="21"/>
                    <a:pt x="174" y="21"/>
                  </a:cubicBezTo>
                  <a:cubicBezTo>
                    <a:pt x="157" y="21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7" name="Google Shape;20477;p54"/>
            <p:cNvSpPr/>
            <p:nvPr/>
          </p:nvSpPr>
          <p:spPr>
            <a:xfrm>
              <a:off x="4638925" y="2827275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4" y="0"/>
                  </a:moveTo>
                  <a:cubicBezTo>
                    <a:pt x="98" y="0"/>
                    <a:pt x="51" y="30"/>
                    <a:pt x="37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6" y="254"/>
                    <a:pt x="123" y="258"/>
                    <a:pt x="140" y="258"/>
                  </a:cubicBezTo>
                  <a:cubicBezTo>
                    <a:pt x="183" y="258"/>
                    <a:pt x="216" y="225"/>
                    <a:pt x="243" y="177"/>
                  </a:cubicBezTo>
                  <a:cubicBezTo>
                    <a:pt x="260" y="107"/>
                    <a:pt x="223" y="37"/>
                    <a:pt x="173" y="4"/>
                  </a:cubicBezTo>
                  <a:cubicBezTo>
                    <a:pt x="164" y="1"/>
                    <a:pt x="154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8" name="Google Shape;20478;p54"/>
            <p:cNvSpPr/>
            <p:nvPr/>
          </p:nvSpPr>
          <p:spPr>
            <a:xfrm>
              <a:off x="4635525" y="2796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17"/>
                    <a:pt x="17" y="55"/>
                  </a:cubicBezTo>
                  <a:cubicBezTo>
                    <a:pt x="0" y="88"/>
                    <a:pt x="0" y="121"/>
                    <a:pt x="0" y="158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5"/>
                    <a:pt x="173" y="17"/>
                  </a:cubicBezTo>
                  <a:cubicBezTo>
                    <a:pt x="17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9" name="Google Shape;20479;p54"/>
            <p:cNvSpPr/>
            <p:nvPr/>
          </p:nvSpPr>
          <p:spPr>
            <a:xfrm>
              <a:off x="4638925" y="28737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40" y="1"/>
                  </a:moveTo>
                  <a:cubicBezTo>
                    <a:pt x="103" y="1"/>
                    <a:pt x="87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26" y="262"/>
                    <a:pt x="133" y="265"/>
                    <a:pt x="141" y="265"/>
                  </a:cubicBezTo>
                  <a:cubicBezTo>
                    <a:pt x="159" y="265"/>
                    <a:pt x="178" y="251"/>
                    <a:pt x="190" y="240"/>
                  </a:cubicBezTo>
                  <a:cubicBezTo>
                    <a:pt x="243" y="190"/>
                    <a:pt x="260" y="104"/>
                    <a:pt x="206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0" name="Google Shape;20480;p54"/>
            <p:cNvSpPr/>
            <p:nvPr/>
          </p:nvSpPr>
          <p:spPr>
            <a:xfrm>
              <a:off x="4640675" y="29059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3" y="38"/>
                    <a:pt x="17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0" y="191"/>
                    <a:pt x="17" y="228"/>
                    <a:pt x="50" y="24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4"/>
                    <a:pt x="223" y="191"/>
                    <a:pt x="223" y="104"/>
                  </a:cubicBezTo>
                  <a:cubicBezTo>
                    <a:pt x="223" y="71"/>
                    <a:pt x="206" y="55"/>
                    <a:pt x="173" y="22"/>
                  </a:cubicBezTo>
                  <a:lnTo>
                    <a:pt x="153" y="22"/>
                  </a:ln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1" name="Google Shape;20481;p54"/>
            <p:cNvSpPr/>
            <p:nvPr/>
          </p:nvSpPr>
          <p:spPr>
            <a:xfrm>
              <a:off x="4641075" y="2810375"/>
              <a:ext cx="5600" cy="6725"/>
            </a:xfrm>
            <a:custGeom>
              <a:avLst/>
              <a:gdLst/>
              <a:ahLst/>
              <a:cxnLst/>
              <a:rect l="l" t="t" r="r" b="b"/>
              <a:pathLst>
                <a:path w="224" h="269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87" y="8"/>
                    <a:pt x="54" y="29"/>
                    <a:pt x="34" y="45"/>
                  </a:cubicBezTo>
                  <a:cubicBezTo>
                    <a:pt x="17" y="62"/>
                    <a:pt x="1" y="111"/>
                    <a:pt x="17" y="148"/>
                  </a:cubicBezTo>
                  <a:cubicBezTo>
                    <a:pt x="17" y="181"/>
                    <a:pt x="34" y="214"/>
                    <a:pt x="54" y="235"/>
                  </a:cubicBezTo>
                  <a:cubicBezTo>
                    <a:pt x="71" y="252"/>
                    <a:pt x="104" y="268"/>
                    <a:pt x="137" y="268"/>
                  </a:cubicBezTo>
                  <a:cubicBezTo>
                    <a:pt x="190" y="252"/>
                    <a:pt x="223" y="198"/>
                    <a:pt x="223" y="132"/>
                  </a:cubicBezTo>
                  <a:lnTo>
                    <a:pt x="223" y="111"/>
                  </a:lnTo>
                  <a:cubicBezTo>
                    <a:pt x="223" y="62"/>
                    <a:pt x="190" y="29"/>
                    <a:pt x="157" y="8"/>
                  </a:cubicBezTo>
                  <a:cubicBezTo>
                    <a:pt x="144" y="8"/>
                    <a:pt x="132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2" name="Google Shape;20482;p54"/>
            <p:cNvSpPr/>
            <p:nvPr/>
          </p:nvSpPr>
          <p:spPr>
            <a:xfrm>
              <a:off x="4620875" y="295412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1" y="154"/>
                    <a:pt x="38" y="236"/>
                    <a:pt x="87" y="257"/>
                  </a:cubicBezTo>
                  <a:cubicBezTo>
                    <a:pt x="102" y="266"/>
                    <a:pt x="117" y="270"/>
                    <a:pt x="131" y="270"/>
                  </a:cubicBezTo>
                  <a:cubicBezTo>
                    <a:pt x="172" y="270"/>
                    <a:pt x="211" y="238"/>
                    <a:pt x="223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3" name="Google Shape;20483;p54"/>
            <p:cNvSpPr/>
            <p:nvPr/>
          </p:nvSpPr>
          <p:spPr>
            <a:xfrm>
              <a:off x="4618300" y="30176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17" y="66"/>
                    <a:pt x="1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44" y="169"/>
                    <a:pt x="244" y="136"/>
                  </a:cubicBezTo>
                  <a:cubicBezTo>
                    <a:pt x="244" y="103"/>
                    <a:pt x="244" y="66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4" name="Google Shape;20484;p54"/>
            <p:cNvSpPr/>
            <p:nvPr/>
          </p:nvSpPr>
          <p:spPr>
            <a:xfrm>
              <a:off x="4639325" y="28578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"/>
                    <a:pt x="1" y="67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70"/>
                    <a:pt x="227" y="104"/>
                  </a:cubicBezTo>
                  <a:cubicBezTo>
                    <a:pt x="227" y="67"/>
                    <a:pt x="207" y="34"/>
                    <a:pt x="190" y="17"/>
                  </a:cubicBezTo>
                  <a:cubicBezTo>
                    <a:pt x="174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5" name="Google Shape;20485;p54"/>
            <p:cNvSpPr/>
            <p:nvPr/>
          </p:nvSpPr>
          <p:spPr>
            <a:xfrm>
              <a:off x="4614500" y="303435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66" y="17"/>
                    <a:pt x="33" y="3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7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6" name="Google Shape;20486;p54"/>
            <p:cNvSpPr/>
            <p:nvPr/>
          </p:nvSpPr>
          <p:spPr>
            <a:xfrm>
              <a:off x="4617475" y="28935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0" y="17"/>
                  </a:cubicBezTo>
                  <a:cubicBezTo>
                    <a:pt x="1" y="66"/>
                    <a:pt x="1" y="153"/>
                    <a:pt x="34" y="206"/>
                  </a:cubicBezTo>
                  <a:cubicBezTo>
                    <a:pt x="50" y="239"/>
                    <a:pt x="87" y="256"/>
                    <a:pt x="104" y="256"/>
                  </a:cubicBezTo>
                  <a:cubicBezTo>
                    <a:pt x="137" y="256"/>
                    <a:pt x="174" y="239"/>
                    <a:pt x="190" y="223"/>
                  </a:cubicBezTo>
                  <a:cubicBezTo>
                    <a:pt x="207" y="206"/>
                    <a:pt x="223" y="169"/>
                    <a:pt x="223" y="136"/>
                  </a:cubicBezTo>
                  <a:cubicBezTo>
                    <a:pt x="240" y="103"/>
                    <a:pt x="223" y="66"/>
                    <a:pt x="207" y="50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7" name="Google Shape;20487;p54"/>
            <p:cNvSpPr/>
            <p:nvPr/>
          </p:nvSpPr>
          <p:spPr>
            <a:xfrm>
              <a:off x="4617075" y="29901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17" y="54"/>
                    <a:pt x="17" y="87"/>
                    <a:pt x="0" y="120"/>
                  </a:cubicBezTo>
                  <a:cubicBezTo>
                    <a:pt x="0" y="157"/>
                    <a:pt x="17" y="190"/>
                    <a:pt x="33" y="207"/>
                  </a:cubicBezTo>
                  <a:cubicBezTo>
                    <a:pt x="52" y="237"/>
                    <a:pt x="83" y="256"/>
                    <a:pt x="117" y="256"/>
                  </a:cubicBezTo>
                  <a:cubicBezTo>
                    <a:pt x="141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8" name="Google Shape;20488;p54"/>
            <p:cNvSpPr/>
            <p:nvPr/>
          </p:nvSpPr>
          <p:spPr>
            <a:xfrm>
              <a:off x="4619225" y="2848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86" y="240"/>
                    <a:pt x="240" y="174"/>
                    <a:pt x="223" y="103"/>
                  </a:cubicBezTo>
                  <a:cubicBezTo>
                    <a:pt x="223" y="70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9" name="Google Shape;20489;p54"/>
            <p:cNvSpPr/>
            <p:nvPr/>
          </p:nvSpPr>
          <p:spPr>
            <a:xfrm>
              <a:off x="4620875" y="2798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2" y="0"/>
                  </a:moveTo>
                  <a:cubicBezTo>
                    <a:pt x="71" y="0"/>
                    <a:pt x="32" y="33"/>
                    <a:pt x="17" y="81"/>
                  </a:cubicBezTo>
                  <a:cubicBezTo>
                    <a:pt x="1" y="102"/>
                    <a:pt x="1" y="118"/>
                    <a:pt x="1" y="135"/>
                  </a:cubicBezTo>
                  <a:cubicBezTo>
                    <a:pt x="17" y="184"/>
                    <a:pt x="38" y="238"/>
                    <a:pt x="71" y="254"/>
                  </a:cubicBezTo>
                  <a:cubicBezTo>
                    <a:pt x="84" y="259"/>
                    <a:pt x="96" y="261"/>
                    <a:pt x="108" y="261"/>
                  </a:cubicBezTo>
                  <a:cubicBezTo>
                    <a:pt x="140" y="261"/>
                    <a:pt x="166" y="245"/>
                    <a:pt x="190" y="221"/>
                  </a:cubicBezTo>
                  <a:cubicBezTo>
                    <a:pt x="207" y="205"/>
                    <a:pt x="207" y="184"/>
                    <a:pt x="223" y="168"/>
                  </a:cubicBezTo>
                  <a:cubicBezTo>
                    <a:pt x="244" y="102"/>
                    <a:pt x="207" y="32"/>
                    <a:pt x="157" y="15"/>
                  </a:cubicBezTo>
                  <a:cubicBezTo>
                    <a:pt x="143" y="5"/>
                    <a:pt x="127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0" name="Google Shape;20490;p54"/>
            <p:cNvSpPr/>
            <p:nvPr/>
          </p:nvSpPr>
          <p:spPr>
            <a:xfrm>
              <a:off x="4606350" y="297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6" y="1"/>
                  </a:moveTo>
                  <a:cubicBezTo>
                    <a:pt x="83" y="1"/>
                    <a:pt x="61" y="14"/>
                    <a:pt x="50" y="26"/>
                  </a:cubicBezTo>
                  <a:cubicBezTo>
                    <a:pt x="0" y="75"/>
                    <a:pt x="0" y="162"/>
                    <a:pt x="33" y="216"/>
                  </a:cubicBezTo>
                  <a:cubicBezTo>
                    <a:pt x="50" y="232"/>
                    <a:pt x="83" y="249"/>
                    <a:pt x="103" y="265"/>
                  </a:cubicBezTo>
                  <a:cubicBezTo>
                    <a:pt x="136" y="265"/>
                    <a:pt x="169" y="249"/>
                    <a:pt x="186" y="232"/>
                  </a:cubicBezTo>
                  <a:cubicBezTo>
                    <a:pt x="239" y="178"/>
                    <a:pt x="239" y="113"/>
                    <a:pt x="207" y="42"/>
                  </a:cubicBezTo>
                  <a:cubicBezTo>
                    <a:pt x="186" y="26"/>
                    <a:pt x="169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6" y="1"/>
                    <a:pt x="1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1" name="Google Shape;20491;p54"/>
            <p:cNvSpPr/>
            <p:nvPr/>
          </p:nvSpPr>
          <p:spPr>
            <a:xfrm>
              <a:off x="4629950" y="29837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0" y="240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90" y="240"/>
                    <a:pt x="223" y="186"/>
                    <a:pt x="223" y="104"/>
                  </a:cubicBezTo>
                  <a:cubicBezTo>
                    <a:pt x="207" y="67"/>
                    <a:pt x="207" y="50"/>
                    <a:pt x="170" y="17"/>
                  </a:cubicBezTo>
                  <a:lnTo>
                    <a:pt x="153" y="17"/>
                  </a:lnTo>
                  <a:cubicBezTo>
                    <a:pt x="137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2" name="Google Shape;20492;p54"/>
            <p:cNvSpPr/>
            <p:nvPr/>
          </p:nvSpPr>
          <p:spPr>
            <a:xfrm>
              <a:off x="4608400" y="29098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4" y="1"/>
                  </a:moveTo>
                  <a:cubicBezTo>
                    <a:pt x="71" y="1"/>
                    <a:pt x="54" y="17"/>
                    <a:pt x="38" y="34"/>
                  </a:cubicBezTo>
                  <a:cubicBezTo>
                    <a:pt x="21" y="50"/>
                    <a:pt x="1" y="104"/>
                    <a:pt x="1" y="137"/>
                  </a:cubicBezTo>
                  <a:cubicBezTo>
                    <a:pt x="21" y="174"/>
                    <a:pt x="21" y="207"/>
                    <a:pt x="54" y="223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28" y="190"/>
                    <a:pt x="228" y="120"/>
                  </a:cubicBezTo>
                  <a:lnTo>
                    <a:pt x="228" y="104"/>
                  </a:lnTo>
                  <a:cubicBezTo>
                    <a:pt x="228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3" name="Google Shape;20493;p54"/>
            <p:cNvSpPr/>
            <p:nvPr/>
          </p:nvSpPr>
          <p:spPr>
            <a:xfrm>
              <a:off x="4608000" y="30051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7" y="0"/>
                  </a:moveTo>
                  <a:cubicBezTo>
                    <a:pt x="70" y="17"/>
                    <a:pt x="37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7" y="239"/>
                  </a:cubicBezTo>
                  <a:cubicBezTo>
                    <a:pt x="61" y="251"/>
                    <a:pt x="76" y="265"/>
                    <a:pt x="94" y="265"/>
                  </a:cubicBezTo>
                  <a:cubicBezTo>
                    <a:pt x="102" y="265"/>
                    <a:pt x="110" y="262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06" y="87"/>
                    <a:pt x="190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20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4" name="Google Shape;20494;p54"/>
            <p:cNvSpPr/>
            <p:nvPr/>
          </p:nvSpPr>
          <p:spPr>
            <a:xfrm>
              <a:off x="4611500" y="2865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3" y="1"/>
                    <a:pt x="66" y="1"/>
                    <a:pt x="33" y="34"/>
                  </a:cubicBezTo>
                  <a:cubicBezTo>
                    <a:pt x="17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3" y="240"/>
                    <a:pt x="66" y="257"/>
                    <a:pt x="104" y="257"/>
                  </a:cubicBezTo>
                  <a:cubicBezTo>
                    <a:pt x="120" y="257"/>
                    <a:pt x="153" y="257"/>
                    <a:pt x="170" y="224"/>
                  </a:cubicBezTo>
                  <a:cubicBezTo>
                    <a:pt x="223" y="191"/>
                    <a:pt x="240" y="104"/>
                    <a:pt x="186" y="50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5" name="Google Shape;20495;p54"/>
            <p:cNvSpPr/>
            <p:nvPr/>
          </p:nvSpPr>
          <p:spPr>
            <a:xfrm>
              <a:off x="4603250" y="30223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87" y="1"/>
                  </a:moveTo>
                  <a:cubicBezTo>
                    <a:pt x="87" y="17"/>
                    <a:pt x="71" y="17"/>
                    <a:pt x="71" y="17"/>
                  </a:cubicBezTo>
                  <a:cubicBezTo>
                    <a:pt x="21" y="34"/>
                    <a:pt x="1" y="104"/>
                    <a:pt x="1" y="153"/>
                  </a:cubicBezTo>
                  <a:cubicBezTo>
                    <a:pt x="1" y="186"/>
                    <a:pt x="21" y="223"/>
                    <a:pt x="54" y="240"/>
                  </a:cubicBezTo>
                  <a:cubicBezTo>
                    <a:pt x="66" y="252"/>
                    <a:pt x="86" y="263"/>
                    <a:pt x="104" y="263"/>
                  </a:cubicBezTo>
                  <a:cubicBezTo>
                    <a:pt x="111" y="263"/>
                    <a:pt x="118" y="261"/>
                    <a:pt x="124" y="256"/>
                  </a:cubicBezTo>
                  <a:cubicBezTo>
                    <a:pt x="190" y="256"/>
                    <a:pt x="227" y="186"/>
                    <a:pt x="227" y="120"/>
                  </a:cubicBezTo>
                  <a:cubicBezTo>
                    <a:pt x="227" y="104"/>
                    <a:pt x="207" y="83"/>
                    <a:pt x="207" y="83"/>
                  </a:cubicBezTo>
                  <a:cubicBezTo>
                    <a:pt x="207" y="50"/>
                    <a:pt x="174" y="34"/>
                    <a:pt x="157" y="17"/>
                  </a:cubicBezTo>
                  <a:cubicBezTo>
                    <a:pt x="141" y="1"/>
                    <a:pt x="10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6" name="Google Shape;20496;p54"/>
            <p:cNvSpPr/>
            <p:nvPr/>
          </p:nvSpPr>
          <p:spPr>
            <a:xfrm>
              <a:off x="4599850" y="29897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77" y="252"/>
                    <a:pt x="92" y="265"/>
                    <a:pt x="111" y="265"/>
                  </a:cubicBezTo>
                  <a:cubicBezTo>
                    <a:pt x="118" y="265"/>
                    <a:pt x="127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7" name="Google Shape;20497;p54"/>
            <p:cNvSpPr/>
            <p:nvPr/>
          </p:nvSpPr>
          <p:spPr>
            <a:xfrm>
              <a:off x="4606750" y="2957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17"/>
                    <a:pt x="1" y="87"/>
                    <a:pt x="1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1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91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8" name="Google Shape;20498;p54"/>
            <p:cNvSpPr/>
            <p:nvPr/>
          </p:nvSpPr>
          <p:spPr>
            <a:xfrm>
              <a:off x="4606350" y="2926425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4" y="1"/>
                  </a:moveTo>
                  <a:cubicBezTo>
                    <a:pt x="99" y="1"/>
                    <a:pt x="47" y="36"/>
                    <a:pt x="33" y="91"/>
                  </a:cubicBezTo>
                  <a:cubicBezTo>
                    <a:pt x="0" y="145"/>
                    <a:pt x="33" y="231"/>
                    <a:pt x="83" y="248"/>
                  </a:cubicBezTo>
                  <a:cubicBezTo>
                    <a:pt x="97" y="257"/>
                    <a:pt x="112" y="261"/>
                    <a:pt x="128" y="261"/>
                  </a:cubicBezTo>
                  <a:cubicBezTo>
                    <a:pt x="171" y="261"/>
                    <a:pt x="215" y="229"/>
                    <a:pt x="239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2" y="2"/>
                    <a:pt x="15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9" name="Google Shape;20499;p54"/>
            <p:cNvSpPr/>
            <p:nvPr/>
          </p:nvSpPr>
          <p:spPr>
            <a:xfrm>
              <a:off x="4632525" y="2890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0" name="Google Shape;20500;p54"/>
            <p:cNvSpPr/>
            <p:nvPr/>
          </p:nvSpPr>
          <p:spPr>
            <a:xfrm>
              <a:off x="4620050" y="29235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71"/>
                    <a:pt x="1" y="158"/>
                    <a:pt x="50" y="207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53" y="261"/>
                    <a:pt x="174" y="261"/>
                    <a:pt x="207" y="244"/>
                  </a:cubicBezTo>
                  <a:cubicBezTo>
                    <a:pt x="240" y="191"/>
                    <a:pt x="256" y="104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1" name="Google Shape;20501;p54"/>
            <p:cNvSpPr/>
            <p:nvPr/>
          </p:nvSpPr>
          <p:spPr>
            <a:xfrm>
              <a:off x="4629025" y="294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1"/>
                  </a:moveTo>
                  <a:cubicBezTo>
                    <a:pt x="101" y="1"/>
                    <a:pt x="48" y="33"/>
                    <a:pt x="21" y="92"/>
                  </a:cubicBezTo>
                  <a:cubicBezTo>
                    <a:pt x="0" y="162"/>
                    <a:pt x="38" y="228"/>
                    <a:pt x="87" y="244"/>
                  </a:cubicBezTo>
                  <a:cubicBezTo>
                    <a:pt x="102" y="254"/>
                    <a:pt x="117" y="259"/>
                    <a:pt x="133" y="259"/>
                  </a:cubicBezTo>
                  <a:cubicBezTo>
                    <a:pt x="174" y="259"/>
                    <a:pt x="217" y="226"/>
                    <a:pt x="244" y="178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2" name="Google Shape;20502;p54"/>
            <p:cNvSpPr/>
            <p:nvPr/>
          </p:nvSpPr>
          <p:spPr>
            <a:xfrm>
              <a:off x="4635925" y="29231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17" y="33"/>
                    <a:pt x="1" y="104"/>
                    <a:pt x="1" y="157"/>
                  </a:cubicBezTo>
                  <a:cubicBezTo>
                    <a:pt x="1" y="190"/>
                    <a:pt x="17" y="223"/>
                    <a:pt x="54" y="240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20"/>
                  </a:cubicBezTo>
                  <a:cubicBezTo>
                    <a:pt x="223" y="104"/>
                    <a:pt x="223" y="87"/>
                    <a:pt x="207" y="87"/>
                  </a:cubicBezTo>
                  <a:cubicBezTo>
                    <a:pt x="207" y="54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3" name="Google Shape;20503;p54"/>
            <p:cNvSpPr/>
            <p:nvPr/>
          </p:nvSpPr>
          <p:spPr>
            <a:xfrm>
              <a:off x="4625625" y="290777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29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33" y="13"/>
                    <a:pt x="0" y="83"/>
                    <a:pt x="0" y="153"/>
                  </a:cubicBezTo>
                  <a:cubicBezTo>
                    <a:pt x="0" y="186"/>
                    <a:pt x="17" y="219"/>
                    <a:pt x="54" y="235"/>
                  </a:cubicBezTo>
                  <a:cubicBezTo>
                    <a:pt x="70" y="256"/>
                    <a:pt x="103" y="272"/>
                    <a:pt x="136" y="272"/>
                  </a:cubicBezTo>
                  <a:cubicBezTo>
                    <a:pt x="190" y="256"/>
                    <a:pt x="223" y="186"/>
                    <a:pt x="223" y="116"/>
                  </a:cubicBezTo>
                  <a:cubicBezTo>
                    <a:pt x="223" y="83"/>
                    <a:pt x="206" y="50"/>
                    <a:pt x="174" y="29"/>
                  </a:cubicBezTo>
                  <a:lnTo>
                    <a:pt x="157" y="13"/>
                  </a:lnTo>
                  <a:cubicBezTo>
                    <a:pt x="147" y="4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4" name="Google Shape;20504;p54"/>
            <p:cNvSpPr/>
            <p:nvPr/>
          </p:nvSpPr>
          <p:spPr>
            <a:xfrm>
              <a:off x="4623875" y="28783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7" y="1"/>
                  </a:moveTo>
                  <a:cubicBezTo>
                    <a:pt x="118" y="1"/>
                    <a:pt x="110" y="3"/>
                    <a:pt x="103" y="8"/>
                  </a:cubicBezTo>
                  <a:cubicBezTo>
                    <a:pt x="54" y="8"/>
                    <a:pt x="0" y="74"/>
                    <a:pt x="21" y="144"/>
                  </a:cubicBezTo>
                  <a:cubicBezTo>
                    <a:pt x="21" y="177"/>
                    <a:pt x="37" y="214"/>
                    <a:pt x="70" y="231"/>
                  </a:cubicBezTo>
                  <a:cubicBezTo>
                    <a:pt x="87" y="247"/>
                    <a:pt x="124" y="264"/>
                    <a:pt x="140" y="264"/>
                  </a:cubicBezTo>
                  <a:cubicBezTo>
                    <a:pt x="173" y="247"/>
                    <a:pt x="206" y="231"/>
                    <a:pt x="227" y="214"/>
                  </a:cubicBezTo>
                  <a:cubicBezTo>
                    <a:pt x="244" y="177"/>
                    <a:pt x="244" y="144"/>
                    <a:pt x="244" y="111"/>
                  </a:cubicBezTo>
                  <a:cubicBezTo>
                    <a:pt x="227" y="74"/>
                    <a:pt x="227" y="41"/>
                    <a:pt x="190" y="25"/>
                  </a:cubicBezTo>
                  <a:lnTo>
                    <a:pt x="173" y="8"/>
                  </a:lnTo>
                  <a:cubicBezTo>
                    <a:pt x="162" y="8"/>
                    <a:pt x="144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5" name="Google Shape;20505;p54"/>
            <p:cNvSpPr/>
            <p:nvPr/>
          </p:nvSpPr>
          <p:spPr>
            <a:xfrm>
              <a:off x="4623875" y="2828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6" name="Google Shape;20506;p54"/>
            <p:cNvSpPr/>
            <p:nvPr/>
          </p:nvSpPr>
          <p:spPr>
            <a:xfrm>
              <a:off x="4625625" y="2862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4"/>
                    <a:pt x="17" y="144"/>
                  </a:cubicBezTo>
                  <a:cubicBezTo>
                    <a:pt x="17" y="214"/>
                    <a:pt x="70" y="263"/>
                    <a:pt x="136" y="263"/>
                  </a:cubicBezTo>
                  <a:cubicBezTo>
                    <a:pt x="174" y="247"/>
                    <a:pt x="190" y="230"/>
                    <a:pt x="206" y="214"/>
                  </a:cubicBezTo>
                  <a:cubicBezTo>
                    <a:pt x="223" y="177"/>
                    <a:pt x="239" y="144"/>
                    <a:pt x="223" y="111"/>
                  </a:cubicBezTo>
                  <a:cubicBezTo>
                    <a:pt x="223" y="74"/>
                    <a:pt x="206" y="41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7" name="Google Shape;20507;p54"/>
            <p:cNvSpPr/>
            <p:nvPr/>
          </p:nvSpPr>
          <p:spPr>
            <a:xfrm>
              <a:off x="4619225" y="2970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41"/>
                  </a:cubicBezTo>
                  <a:cubicBezTo>
                    <a:pt x="17" y="174"/>
                    <a:pt x="34" y="207"/>
                    <a:pt x="67" y="228"/>
                  </a:cubicBezTo>
                  <a:cubicBezTo>
                    <a:pt x="83" y="261"/>
                    <a:pt x="120" y="261"/>
                    <a:pt x="137" y="261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23" y="38"/>
                    <a:pt x="186" y="21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8" name="Google Shape;20508;p54"/>
            <p:cNvSpPr/>
            <p:nvPr/>
          </p:nvSpPr>
          <p:spPr>
            <a:xfrm>
              <a:off x="4818475" y="3042150"/>
              <a:ext cx="5575" cy="3450"/>
            </a:xfrm>
            <a:custGeom>
              <a:avLst/>
              <a:gdLst/>
              <a:ahLst/>
              <a:cxnLst/>
              <a:rect l="l" t="t" r="r" b="b"/>
              <a:pathLst>
                <a:path w="223" h="13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00"/>
                    <a:pt x="0" y="117"/>
                    <a:pt x="0" y="117"/>
                  </a:cubicBezTo>
                  <a:lnTo>
                    <a:pt x="223" y="137"/>
                  </a:lnTo>
                  <a:cubicBezTo>
                    <a:pt x="223" y="84"/>
                    <a:pt x="206" y="34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9" name="Google Shape;20509;p54"/>
            <p:cNvSpPr/>
            <p:nvPr/>
          </p:nvSpPr>
          <p:spPr>
            <a:xfrm>
              <a:off x="4739000" y="3028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0" name="Google Shape;20510;p54"/>
            <p:cNvSpPr/>
            <p:nvPr/>
          </p:nvSpPr>
          <p:spPr>
            <a:xfrm>
              <a:off x="4664275" y="30107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8" y="255"/>
                    <a:pt x="101" y="267"/>
                    <a:pt x="119" y="267"/>
                  </a:cubicBezTo>
                  <a:cubicBezTo>
                    <a:pt x="126" y="267"/>
                    <a:pt x="132" y="265"/>
                    <a:pt x="136" y="261"/>
                  </a:cubicBezTo>
                  <a:cubicBezTo>
                    <a:pt x="174" y="261"/>
                    <a:pt x="190" y="240"/>
                    <a:pt x="207" y="207"/>
                  </a:cubicBezTo>
                  <a:cubicBezTo>
                    <a:pt x="223" y="191"/>
                    <a:pt x="240" y="158"/>
                    <a:pt x="240" y="121"/>
                  </a:cubicBezTo>
                  <a:cubicBezTo>
                    <a:pt x="223" y="88"/>
                    <a:pt x="207" y="55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1" name="Google Shape;20511;p54"/>
            <p:cNvSpPr/>
            <p:nvPr/>
          </p:nvSpPr>
          <p:spPr>
            <a:xfrm>
              <a:off x="4752300" y="3039900"/>
              <a:ext cx="6100" cy="4775"/>
            </a:xfrm>
            <a:custGeom>
              <a:avLst/>
              <a:gdLst/>
              <a:ahLst/>
              <a:cxnLst/>
              <a:rect l="l" t="t" r="r" b="b"/>
              <a:pathLst>
                <a:path w="244" h="191" extrusionOk="0">
                  <a:moveTo>
                    <a:pt x="141" y="1"/>
                  </a:moveTo>
                  <a:cubicBezTo>
                    <a:pt x="103" y="1"/>
                    <a:pt x="87" y="1"/>
                    <a:pt x="54" y="21"/>
                  </a:cubicBezTo>
                  <a:cubicBezTo>
                    <a:pt x="17" y="71"/>
                    <a:pt x="0" y="141"/>
                    <a:pt x="38" y="190"/>
                  </a:cubicBezTo>
                  <a:lnTo>
                    <a:pt x="223" y="190"/>
                  </a:lnTo>
                  <a:cubicBezTo>
                    <a:pt x="244" y="157"/>
                    <a:pt x="244" y="87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2" name="Google Shape;20512;p54"/>
            <p:cNvSpPr/>
            <p:nvPr/>
          </p:nvSpPr>
          <p:spPr>
            <a:xfrm>
              <a:off x="4744975" y="300865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1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41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7" y="239"/>
                    <a:pt x="244" y="187"/>
                  </a:cubicBezTo>
                  <a:cubicBezTo>
                    <a:pt x="260" y="117"/>
                    <a:pt x="227" y="34"/>
                    <a:pt x="174" y="14"/>
                  </a:cubicBezTo>
                  <a:cubicBezTo>
                    <a:pt x="161" y="5"/>
                    <a:pt x="146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3" name="Google Shape;20513;p54"/>
            <p:cNvSpPr/>
            <p:nvPr/>
          </p:nvSpPr>
          <p:spPr>
            <a:xfrm>
              <a:off x="4698600" y="30359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09" y="1"/>
                    <a:pt x="99" y="3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21" y="214"/>
                    <a:pt x="54" y="231"/>
                  </a:cubicBezTo>
                  <a:cubicBezTo>
                    <a:pt x="70" y="247"/>
                    <a:pt x="103" y="264"/>
                    <a:pt x="124" y="264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7" y="181"/>
                    <a:pt x="227" y="144"/>
                    <a:pt x="227" y="111"/>
                  </a:cubicBezTo>
                  <a:cubicBezTo>
                    <a:pt x="227" y="78"/>
                    <a:pt x="207" y="41"/>
                    <a:pt x="174" y="25"/>
                  </a:cubicBezTo>
                  <a:lnTo>
                    <a:pt x="157" y="8"/>
                  </a:ln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4" name="Google Shape;20514;p54"/>
            <p:cNvSpPr/>
            <p:nvPr/>
          </p:nvSpPr>
          <p:spPr>
            <a:xfrm>
              <a:off x="4666025" y="29952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5" y="215"/>
                    <a:pt x="55" y="263"/>
                    <a:pt x="111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70" y="260"/>
                    <a:pt x="190" y="240"/>
                    <a:pt x="207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5" name="Google Shape;20515;p54"/>
            <p:cNvSpPr/>
            <p:nvPr/>
          </p:nvSpPr>
          <p:spPr>
            <a:xfrm>
              <a:off x="4679325" y="3006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70" y="0"/>
                  </a:moveTo>
                  <a:cubicBezTo>
                    <a:pt x="70" y="17"/>
                    <a:pt x="50" y="17"/>
                    <a:pt x="50" y="17"/>
                  </a:cubicBezTo>
                  <a:cubicBezTo>
                    <a:pt x="0" y="50"/>
                    <a:pt x="0" y="136"/>
                    <a:pt x="33" y="186"/>
                  </a:cubicBezTo>
                  <a:cubicBezTo>
                    <a:pt x="50" y="223"/>
                    <a:pt x="87" y="240"/>
                    <a:pt x="120" y="240"/>
                  </a:cubicBezTo>
                  <a:cubicBezTo>
                    <a:pt x="136" y="240"/>
                    <a:pt x="174" y="240"/>
                    <a:pt x="190" y="223"/>
                  </a:cubicBezTo>
                  <a:cubicBezTo>
                    <a:pt x="207" y="207"/>
                    <a:pt x="223" y="186"/>
                    <a:pt x="223" y="169"/>
                  </a:cubicBezTo>
                  <a:cubicBezTo>
                    <a:pt x="174" y="120"/>
                    <a:pt x="120" y="66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6" name="Google Shape;20516;p54"/>
            <p:cNvSpPr/>
            <p:nvPr/>
          </p:nvSpPr>
          <p:spPr>
            <a:xfrm>
              <a:off x="4755800" y="2998275"/>
              <a:ext cx="2100" cy="1350"/>
            </a:xfrm>
            <a:custGeom>
              <a:avLst/>
              <a:gdLst/>
              <a:ahLst/>
              <a:cxnLst/>
              <a:rect l="l" t="t" r="r" b="b"/>
              <a:pathLst>
                <a:path w="84" h="54" extrusionOk="0">
                  <a:moveTo>
                    <a:pt x="83" y="0"/>
                  </a:moveTo>
                  <a:cubicBezTo>
                    <a:pt x="50" y="17"/>
                    <a:pt x="34" y="37"/>
                    <a:pt x="1" y="54"/>
                  </a:cubicBezTo>
                  <a:cubicBezTo>
                    <a:pt x="34" y="54"/>
                    <a:pt x="67" y="37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7" name="Google Shape;20517;p54"/>
            <p:cNvSpPr/>
            <p:nvPr/>
          </p:nvSpPr>
          <p:spPr>
            <a:xfrm>
              <a:off x="4911650" y="298157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8" name="Google Shape;20518;p54"/>
            <p:cNvSpPr/>
            <p:nvPr/>
          </p:nvSpPr>
          <p:spPr>
            <a:xfrm>
              <a:off x="4903500" y="2998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87" y="260"/>
                    <a:pt x="104" y="260"/>
                  </a:cubicBezTo>
                  <a:cubicBezTo>
                    <a:pt x="113" y="265"/>
                    <a:pt x="123" y="267"/>
                    <a:pt x="133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9" name="Google Shape;20519;p54"/>
            <p:cNvSpPr/>
            <p:nvPr/>
          </p:nvSpPr>
          <p:spPr>
            <a:xfrm>
              <a:off x="4903925" y="2966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54" y="33"/>
                    <a:pt x="33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87" y="239"/>
                  </a:cubicBezTo>
                  <a:cubicBezTo>
                    <a:pt x="100" y="249"/>
                    <a:pt x="115" y="254"/>
                    <a:pt x="130" y="254"/>
                  </a:cubicBezTo>
                  <a:cubicBezTo>
                    <a:pt x="170" y="254"/>
                    <a:pt x="211" y="221"/>
                    <a:pt x="223" y="173"/>
                  </a:cubicBezTo>
                  <a:cubicBezTo>
                    <a:pt x="239" y="103"/>
                    <a:pt x="223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0" name="Google Shape;20520;p54"/>
            <p:cNvSpPr/>
            <p:nvPr/>
          </p:nvSpPr>
          <p:spPr>
            <a:xfrm>
              <a:off x="4909475" y="30266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41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7"/>
                    <a:pt x="1" y="158"/>
                    <a:pt x="54" y="224"/>
                  </a:cubicBezTo>
                  <a:cubicBezTo>
                    <a:pt x="71" y="244"/>
                    <a:pt x="87" y="261"/>
                    <a:pt x="120" y="261"/>
                  </a:cubicBezTo>
                  <a:cubicBezTo>
                    <a:pt x="131" y="265"/>
                    <a:pt x="140" y="267"/>
                    <a:pt x="149" y="267"/>
                  </a:cubicBezTo>
                  <a:cubicBezTo>
                    <a:pt x="169" y="267"/>
                    <a:pt x="184" y="256"/>
                    <a:pt x="207" y="244"/>
                  </a:cubicBezTo>
                  <a:cubicBezTo>
                    <a:pt x="223" y="207"/>
                    <a:pt x="244" y="191"/>
                    <a:pt x="244" y="158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1" name="Google Shape;20521;p54"/>
            <p:cNvSpPr/>
            <p:nvPr/>
          </p:nvSpPr>
          <p:spPr>
            <a:xfrm>
              <a:off x="4906075" y="29489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37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0" y="133"/>
                    <a:pt x="223" y="84"/>
                    <a:pt x="207" y="51"/>
                  </a:cubicBezTo>
                  <a:cubicBezTo>
                    <a:pt x="190" y="30"/>
                    <a:pt x="174" y="14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2" name="Google Shape;20522;p54"/>
            <p:cNvSpPr/>
            <p:nvPr/>
          </p:nvSpPr>
          <p:spPr>
            <a:xfrm>
              <a:off x="4848575" y="3041150"/>
              <a:ext cx="6000" cy="4450"/>
            </a:xfrm>
            <a:custGeom>
              <a:avLst/>
              <a:gdLst/>
              <a:ahLst/>
              <a:cxnLst/>
              <a:rect l="l" t="t" r="r" b="b"/>
              <a:pathLst>
                <a:path w="240" h="178" extrusionOk="0">
                  <a:moveTo>
                    <a:pt x="126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07"/>
                    <a:pt x="0" y="140"/>
                    <a:pt x="17" y="177"/>
                  </a:cubicBezTo>
                  <a:lnTo>
                    <a:pt x="223" y="177"/>
                  </a:lnTo>
                  <a:cubicBezTo>
                    <a:pt x="239" y="107"/>
                    <a:pt x="223" y="37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3" name="Google Shape;20523;p54"/>
            <p:cNvSpPr/>
            <p:nvPr/>
          </p:nvSpPr>
          <p:spPr>
            <a:xfrm>
              <a:off x="4894950" y="30294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cubicBezTo>
                    <a:pt x="66" y="7"/>
                    <a:pt x="50" y="28"/>
                    <a:pt x="33" y="61"/>
                  </a:cubicBezTo>
                  <a:cubicBezTo>
                    <a:pt x="17" y="78"/>
                    <a:pt x="0" y="111"/>
                    <a:pt x="0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66" y="251"/>
                    <a:pt x="104" y="267"/>
                    <a:pt x="137" y="267"/>
                  </a:cubicBezTo>
                  <a:cubicBezTo>
                    <a:pt x="186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86" y="28"/>
                  </a:cubicBezTo>
                  <a:cubicBezTo>
                    <a:pt x="170" y="28"/>
                    <a:pt x="170" y="7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4" name="Google Shape;20524;p54"/>
            <p:cNvSpPr/>
            <p:nvPr/>
          </p:nvSpPr>
          <p:spPr>
            <a:xfrm>
              <a:off x="4900100" y="3013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3" y="1"/>
                  </a:moveTo>
                  <a:cubicBezTo>
                    <a:pt x="133" y="1"/>
                    <a:pt x="120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67" y="240"/>
                  </a:cubicBezTo>
                  <a:cubicBezTo>
                    <a:pt x="78" y="251"/>
                    <a:pt x="100" y="263"/>
                    <a:pt x="118" y="263"/>
                  </a:cubicBezTo>
                  <a:cubicBezTo>
                    <a:pt x="125" y="263"/>
                    <a:pt x="132" y="261"/>
                    <a:pt x="137" y="256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3" y="67"/>
                    <a:pt x="207" y="34"/>
                    <a:pt x="170" y="13"/>
                  </a:cubicBezTo>
                  <a:cubicBezTo>
                    <a:pt x="161" y="5"/>
                    <a:pt x="153" y="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5" name="Google Shape;20525;p54"/>
            <p:cNvSpPr/>
            <p:nvPr/>
          </p:nvSpPr>
          <p:spPr>
            <a:xfrm>
              <a:off x="4833100" y="3040425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69"/>
                    <a:pt x="17" y="186"/>
                    <a:pt x="34" y="206"/>
                  </a:cubicBezTo>
                  <a:lnTo>
                    <a:pt x="223" y="206"/>
                  </a:lnTo>
                  <a:cubicBezTo>
                    <a:pt x="223" y="169"/>
                    <a:pt x="240" y="136"/>
                    <a:pt x="240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6" name="Google Shape;20526;p54"/>
            <p:cNvSpPr/>
            <p:nvPr/>
          </p:nvSpPr>
          <p:spPr>
            <a:xfrm>
              <a:off x="4578825" y="29647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20" y="0"/>
                  </a:moveTo>
                  <a:cubicBezTo>
                    <a:pt x="87" y="0"/>
                    <a:pt x="50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71" y="260"/>
                    <a:pt x="87" y="260"/>
                  </a:cubicBezTo>
                  <a:cubicBezTo>
                    <a:pt x="120" y="260"/>
                    <a:pt x="153" y="260"/>
                    <a:pt x="174" y="223"/>
                  </a:cubicBezTo>
                  <a:cubicBezTo>
                    <a:pt x="223" y="190"/>
                    <a:pt x="223" y="103"/>
                    <a:pt x="190" y="54"/>
                  </a:cubicBezTo>
                  <a:cubicBezTo>
                    <a:pt x="174" y="3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7" name="Google Shape;20527;p54"/>
            <p:cNvSpPr/>
            <p:nvPr/>
          </p:nvSpPr>
          <p:spPr>
            <a:xfrm>
              <a:off x="4575825" y="30089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8" y="1"/>
                  </a:moveTo>
                  <a:cubicBezTo>
                    <a:pt x="67" y="1"/>
                    <a:pt x="50" y="21"/>
                    <a:pt x="34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07"/>
                    <a:pt x="50" y="228"/>
                  </a:cubicBezTo>
                  <a:cubicBezTo>
                    <a:pt x="67" y="261"/>
                    <a:pt x="104" y="261"/>
                    <a:pt x="121" y="261"/>
                  </a:cubicBezTo>
                  <a:cubicBezTo>
                    <a:pt x="191" y="244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07" y="54"/>
                    <a:pt x="191" y="21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8" name="Google Shape;20528;p54"/>
            <p:cNvSpPr/>
            <p:nvPr/>
          </p:nvSpPr>
          <p:spPr>
            <a:xfrm>
              <a:off x="4579250" y="29323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1"/>
                  </a:moveTo>
                  <a:cubicBezTo>
                    <a:pt x="92" y="1"/>
                    <a:pt x="73" y="9"/>
                    <a:pt x="54" y="28"/>
                  </a:cubicBezTo>
                  <a:cubicBezTo>
                    <a:pt x="33" y="28"/>
                    <a:pt x="17" y="61"/>
                    <a:pt x="0" y="78"/>
                  </a:cubicBezTo>
                  <a:lnTo>
                    <a:pt x="0" y="164"/>
                  </a:lnTo>
                  <a:cubicBezTo>
                    <a:pt x="17" y="201"/>
                    <a:pt x="33" y="234"/>
                    <a:pt x="70" y="251"/>
                  </a:cubicBezTo>
                  <a:cubicBezTo>
                    <a:pt x="83" y="260"/>
                    <a:pt x="98" y="264"/>
                    <a:pt x="112" y="264"/>
                  </a:cubicBezTo>
                  <a:cubicBezTo>
                    <a:pt x="153" y="264"/>
                    <a:pt x="194" y="232"/>
                    <a:pt x="206" y="181"/>
                  </a:cubicBezTo>
                  <a:cubicBezTo>
                    <a:pt x="223" y="115"/>
                    <a:pt x="206" y="28"/>
                    <a:pt x="136" y="12"/>
                  </a:cubicBezTo>
                  <a:cubicBezTo>
                    <a:pt x="129" y="5"/>
                    <a:pt x="120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9" name="Google Shape;20529;p54"/>
            <p:cNvSpPr/>
            <p:nvPr/>
          </p:nvSpPr>
          <p:spPr>
            <a:xfrm>
              <a:off x="4584400" y="2992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20" y="0"/>
                    <a:pt x="87" y="0"/>
                    <a:pt x="70" y="33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0" y="240"/>
                    <a:pt x="87" y="260"/>
                    <a:pt x="120" y="260"/>
                  </a:cubicBezTo>
                  <a:cubicBezTo>
                    <a:pt x="157" y="260"/>
                    <a:pt x="173" y="260"/>
                    <a:pt x="206" y="223"/>
                  </a:cubicBezTo>
                  <a:cubicBezTo>
                    <a:pt x="223" y="207"/>
                    <a:pt x="239" y="174"/>
                    <a:pt x="239" y="136"/>
                  </a:cubicBezTo>
                  <a:cubicBezTo>
                    <a:pt x="239" y="104"/>
                    <a:pt x="239" y="71"/>
                    <a:pt x="223" y="54"/>
                  </a:cubicBezTo>
                  <a:cubicBezTo>
                    <a:pt x="206" y="33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0" name="Google Shape;20530;p54"/>
            <p:cNvSpPr/>
            <p:nvPr/>
          </p:nvSpPr>
          <p:spPr>
            <a:xfrm>
              <a:off x="4581000" y="291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06" y="227"/>
                    <a:pt x="223" y="178"/>
                  </a:cubicBezTo>
                  <a:cubicBezTo>
                    <a:pt x="239" y="124"/>
                    <a:pt x="223" y="75"/>
                    <a:pt x="206" y="38"/>
                  </a:cubicBezTo>
                  <a:cubicBezTo>
                    <a:pt x="190" y="21"/>
                    <a:pt x="169" y="21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1" name="Google Shape;20531;p54"/>
            <p:cNvSpPr/>
            <p:nvPr/>
          </p:nvSpPr>
          <p:spPr>
            <a:xfrm>
              <a:off x="4564200" y="29653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20" y="1"/>
                  </a:moveTo>
                  <a:cubicBezTo>
                    <a:pt x="77" y="1"/>
                    <a:pt x="44" y="33"/>
                    <a:pt x="17" y="81"/>
                  </a:cubicBezTo>
                  <a:cubicBezTo>
                    <a:pt x="0" y="151"/>
                    <a:pt x="37" y="221"/>
                    <a:pt x="87" y="254"/>
                  </a:cubicBezTo>
                  <a:cubicBezTo>
                    <a:pt x="98" y="254"/>
                    <a:pt x="109" y="262"/>
                    <a:pt x="121" y="262"/>
                  </a:cubicBezTo>
                  <a:cubicBezTo>
                    <a:pt x="127" y="262"/>
                    <a:pt x="133" y="260"/>
                    <a:pt x="140" y="254"/>
                  </a:cubicBezTo>
                  <a:cubicBezTo>
                    <a:pt x="173" y="254"/>
                    <a:pt x="206" y="221"/>
                    <a:pt x="223" y="184"/>
                  </a:cubicBezTo>
                  <a:cubicBezTo>
                    <a:pt x="243" y="135"/>
                    <a:pt x="243" y="81"/>
                    <a:pt x="206" y="48"/>
                  </a:cubicBezTo>
                  <a:cubicBezTo>
                    <a:pt x="190" y="32"/>
                    <a:pt x="190" y="15"/>
                    <a:pt x="173" y="15"/>
                  </a:cubicBezTo>
                  <a:cubicBezTo>
                    <a:pt x="154" y="5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2" name="Google Shape;20532;p54"/>
            <p:cNvSpPr/>
            <p:nvPr/>
          </p:nvSpPr>
          <p:spPr>
            <a:xfrm>
              <a:off x="4573675" y="30256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9" y="1"/>
                  </a:moveTo>
                  <a:cubicBezTo>
                    <a:pt x="86" y="1"/>
                    <a:pt x="44" y="33"/>
                    <a:pt x="17" y="91"/>
                  </a:cubicBezTo>
                  <a:cubicBezTo>
                    <a:pt x="0" y="157"/>
                    <a:pt x="33" y="228"/>
                    <a:pt x="87" y="261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10" y="232"/>
                    <a:pt x="223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3" name="Google Shape;20533;p54"/>
            <p:cNvSpPr/>
            <p:nvPr/>
          </p:nvSpPr>
          <p:spPr>
            <a:xfrm>
              <a:off x="4562950" y="30118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6"/>
                    <a:pt x="1" y="162"/>
                    <a:pt x="34" y="216"/>
                  </a:cubicBezTo>
                  <a:cubicBezTo>
                    <a:pt x="50" y="232"/>
                    <a:pt x="87" y="249"/>
                    <a:pt x="120" y="265"/>
                  </a:cubicBezTo>
                  <a:cubicBezTo>
                    <a:pt x="137" y="265"/>
                    <a:pt x="170" y="249"/>
                    <a:pt x="190" y="232"/>
                  </a:cubicBezTo>
                  <a:cubicBezTo>
                    <a:pt x="223" y="216"/>
                    <a:pt x="223" y="179"/>
                    <a:pt x="240" y="146"/>
                  </a:cubicBezTo>
                  <a:cubicBezTo>
                    <a:pt x="240" y="113"/>
                    <a:pt x="223" y="76"/>
                    <a:pt x="207" y="43"/>
                  </a:cubicBezTo>
                  <a:cubicBezTo>
                    <a:pt x="207" y="26"/>
                    <a:pt x="190" y="26"/>
                    <a:pt x="170" y="10"/>
                  </a:cubicBezTo>
                  <a:lnTo>
                    <a:pt x="137" y="10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4" name="Google Shape;20534;p54"/>
            <p:cNvSpPr/>
            <p:nvPr/>
          </p:nvSpPr>
          <p:spPr>
            <a:xfrm>
              <a:off x="4651800" y="29981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95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7"/>
                    <a:pt x="1" y="180"/>
                    <a:pt x="17" y="213"/>
                  </a:cubicBezTo>
                  <a:cubicBezTo>
                    <a:pt x="38" y="230"/>
                    <a:pt x="71" y="250"/>
                    <a:pt x="104" y="267"/>
                  </a:cubicBezTo>
                  <a:cubicBezTo>
                    <a:pt x="120" y="267"/>
                    <a:pt x="157" y="250"/>
                    <a:pt x="174" y="230"/>
                  </a:cubicBezTo>
                  <a:cubicBezTo>
                    <a:pt x="223" y="180"/>
                    <a:pt x="244" y="110"/>
                    <a:pt x="190" y="44"/>
                  </a:cubicBezTo>
                  <a:cubicBezTo>
                    <a:pt x="190" y="24"/>
                    <a:pt x="174" y="24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5" name="Google Shape;20535;p54"/>
            <p:cNvSpPr/>
            <p:nvPr/>
          </p:nvSpPr>
          <p:spPr>
            <a:xfrm>
              <a:off x="4653975" y="29481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73" y="253"/>
                    <a:pt x="206" y="220"/>
                    <a:pt x="223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190" y="30"/>
                    <a:pt x="190" y="14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6" name="Google Shape;20536;p54"/>
            <p:cNvSpPr/>
            <p:nvPr/>
          </p:nvSpPr>
          <p:spPr>
            <a:xfrm>
              <a:off x="4657875" y="30260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7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67" y="247"/>
                    <a:pt x="104" y="267"/>
                  </a:cubicBezTo>
                  <a:cubicBezTo>
                    <a:pt x="137" y="267"/>
                    <a:pt x="170" y="247"/>
                    <a:pt x="186" y="230"/>
                  </a:cubicBezTo>
                  <a:cubicBezTo>
                    <a:pt x="207" y="214"/>
                    <a:pt x="223" y="181"/>
                    <a:pt x="223" y="143"/>
                  </a:cubicBezTo>
                  <a:cubicBezTo>
                    <a:pt x="223" y="110"/>
                    <a:pt x="223" y="77"/>
                    <a:pt x="207" y="40"/>
                  </a:cubicBezTo>
                  <a:cubicBezTo>
                    <a:pt x="186" y="24"/>
                    <a:pt x="170" y="7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7" name="Google Shape;20537;p54"/>
            <p:cNvSpPr/>
            <p:nvPr/>
          </p:nvSpPr>
          <p:spPr>
            <a:xfrm>
              <a:off x="4596875" y="3040275"/>
              <a:ext cx="5575" cy="3575"/>
            </a:xfrm>
            <a:custGeom>
              <a:avLst/>
              <a:gdLst/>
              <a:ahLst/>
              <a:cxnLst/>
              <a:rect l="l" t="t" r="r" b="b"/>
              <a:pathLst>
                <a:path w="223" h="143" extrusionOk="0">
                  <a:moveTo>
                    <a:pt x="117" y="1"/>
                  </a:moveTo>
                  <a:cubicBezTo>
                    <a:pt x="67" y="1"/>
                    <a:pt x="27" y="35"/>
                    <a:pt x="0" y="89"/>
                  </a:cubicBezTo>
                  <a:lnTo>
                    <a:pt x="0" y="142"/>
                  </a:lnTo>
                  <a:lnTo>
                    <a:pt x="223" y="142"/>
                  </a:lnTo>
                  <a:cubicBezTo>
                    <a:pt x="223" y="89"/>
                    <a:pt x="190" y="39"/>
                    <a:pt x="153" y="6"/>
                  </a:cubicBezTo>
                  <a:cubicBezTo>
                    <a:pt x="140" y="2"/>
                    <a:pt x="128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8" name="Google Shape;20538;p54"/>
            <p:cNvSpPr/>
            <p:nvPr/>
          </p:nvSpPr>
          <p:spPr>
            <a:xfrm>
              <a:off x="4652225" y="29658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5" y="0"/>
                  </a:moveTo>
                  <a:cubicBezTo>
                    <a:pt x="88" y="0"/>
                    <a:pt x="70" y="4"/>
                    <a:pt x="54" y="13"/>
                  </a:cubicBezTo>
                  <a:cubicBezTo>
                    <a:pt x="37" y="29"/>
                    <a:pt x="21" y="46"/>
                    <a:pt x="0" y="79"/>
                  </a:cubicBezTo>
                  <a:lnTo>
                    <a:pt x="0" y="165"/>
                  </a:lnTo>
                  <a:cubicBezTo>
                    <a:pt x="21" y="202"/>
                    <a:pt x="37" y="235"/>
                    <a:pt x="70" y="252"/>
                  </a:cubicBezTo>
                  <a:cubicBezTo>
                    <a:pt x="79" y="255"/>
                    <a:pt x="89" y="256"/>
                    <a:pt x="98" y="256"/>
                  </a:cubicBezTo>
                  <a:cubicBezTo>
                    <a:pt x="145" y="256"/>
                    <a:pt x="193" y="223"/>
                    <a:pt x="206" y="165"/>
                  </a:cubicBezTo>
                  <a:cubicBezTo>
                    <a:pt x="243" y="116"/>
                    <a:pt x="206" y="29"/>
                    <a:pt x="157" y="13"/>
                  </a:cubicBezTo>
                  <a:cubicBezTo>
                    <a:pt x="140" y="4"/>
                    <a:pt x="123" y="0"/>
                    <a:pt x="1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9" name="Google Shape;20539;p54"/>
            <p:cNvSpPr/>
            <p:nvPr/>
          </p:nvSpPr>
          <p:spPr>
            <a:xfrm>
              <a:off x="4659525" y="2980925"/>
              <a:ext cx="6125" cy="6650"/>
            </a:xfrm>
            <a:custGeom>
              <a:avLst/>
              <a:gdLst/>
              <a:ahLst/>
              <a:cxnLst/>
              <a:rect l="l" t="t" r="r" b="b"/>
              <a:pathLst>
                <a:path w="245" h="266" extrusionOk="0">
                  <a:moveTo>
                    <a:pt x="121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8" y="10"/>
                    <a:pt x="1" y="76"/>
                    <a:pt x="1" y="146"/>
                  </a:cubicBezTo>
                  <a:cubicBezTo>
                    <a:pt x="17" y="179"/>
                    <a:pt x="38" y="216"/>
                    <a:pt x="54" y="232"/>
                  </a:cubicBezTo>
                  <a:cubicBezTo>
                    <a:pt x="71" y="249"/>
                    <a:pt x="104" y="265"/>
                    <a:pt x="141" y="265"/>
                  </a:cubicBezTo>
                  <a:cubicBezTo>
                    <a:pt x="190" y="249"/>
                    <a:pt x="244" y="179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4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0" name="Google Shape;20540;p54"/>
            <p:cNvSpPr/>
            <p:nvPr/>
          </p:nvSpPr>
          <p:spPr>
            <a:xfrm>
              <a:off x="4643250" y="3028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0"/>
                  </a:moveTo>
                  <a:cubicBezTo>
                    <a:pt x="5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3"/>
                    <a:pt x="174" y="17"/>
                  </a:cubicBezTo>
                  <a:cubicBezTo>
                    <a:pt x="153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1" name="Google Shape;20541;p54"/>
            <p:cNvSpPr/>
            <p:nvPr/>
          </p:nvSpPr>
          <p:spPr>
            <a:xfrm>
              <a:off x="4648400" y="30133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1" y="70"/>
                    <a:pt x="1" y="136"/>
                  </a:cubicBezTo>
                  <a:cubicBezTo>
                    <a:pt x="17" y="173"/>
                    <a:pt x="17" y="206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39"/>
                    <a:pt x="240" y="173"/>
                    <a:pt x="223" y="103"/>
                  </a:cubicBezTo>
                  <a:cubicBezTo>
                    <a:pt x="223" y="54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2" name="Google Shape;20542;p54"/>
            <p:cNvSpPr/>
            <p:nvPr/>
          </p:nvSpPr>
          <p:spPr>
            <a:xfrm>
              <a:off x="4569750" y="29952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1"/>
                  </a:moveTo>
                  <a:cubicBezTo>
                    <a:pt x="71" y="17"/>
                    <a:pt x="54" y="33"/>
                    <a:pt x="38" y="54"/>
                  </a:cubicBezTo>
                  <a:cubicBezTo>
                    <a:pt x="21" y="87"/>
                    <a:pt x="1" y="120"/>
                    <a:pt x="21" y="157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78" y="254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3" name="Google Shape;20543;p54"/>
            <p:cNvSpPr/>
            <p:nvPr/>
          </p:nvSpPr>
          <p:spPr>
            <a:xfrm>
              <a:off x="4958850" y="300067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22" y="0"/>
                  </a:moveTo>
                  <a:cubicBezTo>
                    <a:pt x="104" y="0"/>
                    <a:pt x="82" y="12"/>
                    <a:pt x="71" y="24"/>
                  </a:cubicBezTo>
                  <a:cubicBezTo>
                    <a:pt x="21" y="77"/>
                    <a:pt x="1" y="164"/>
                    <a:pt x="54" y="213"/>
                  </a:cubicBezTo>
                  <a:cubicBezTo>
                    <a:pt x="73" y="244"/>
                    <a:pt x="105" y="263"/>
                    <a:pt x="137" y="263"/>
                  </a:cubicBezTo>
                  <a:cubicBezTo>
                    <a:pt x="161" y="263"/>
                    <a:pt x="186" y="253"/>
                    <a:pt x="207" y="230"/>
                  </a:cubicBezTo>
                  <a:cubicBezTo>
                    <a:pt x="260" y="180"/>
                    <a:pt x="260" y="110"/>
                    <a:pt x="227" y="44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41" y="7"/>
                  </a:lnTo>
                  <a:cubicBezTo>
                    <a:pt x="136" y="2"/>
                    <a:pt x="129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4" name="Google Shape;20544;p54"/>
            <p:cNvSpPr/>
            <p:nvPr/>
          </p:nvSpPr>
          <p:spPr>
            <a:xfrm>
              <a:off x="4566350" y="2796025"/>
              <a:ext cx="5600" cy="4400"/>
            </a:xfrm>
            <a:custGeom>
              <a:avLst/>
              <a:gdLst/>
              <a:ahLst/>
              <a:cxnLst/>
              <a:rect l="l" t="t" r="r" b="b"/>
              <a:pathLst>
                <a:path w="224" h="176" extrusionOk="0">
                  <a:moveTo>
                    <a:pt x="223" y="1"/>
                  </a:moveTo>
                  <a:cubicBezTo>
                    <a:pt x="174" y="17"/>
                    <a:pt x="104" y="34"/>
                    <a:pt x="54" y="34"/>
                  </a:cubicBezTo>
                  <a:cubicBezTo>
                    <a:pt x="34" y="34"/>
                    <a:pt x="17" y="50"/>
                    <a:pt x="1" y="50"/>
                  </a:cubicBezTo>
                  <a:cubicBezTo>
                    <a:pt x="1" y="104"/>
                    <a:pt x="34" y="154"/>
                    <a:pt x="71" y="170"/>
                  </a:cubicBezTo>
                  <a:cubicBezTo>
                    <a:pt x="83" y="174"/>
                    <a:pt x="95" y="176"/>
                    <a:pt x="106" y="176"/>
                  </a:cubicBezTo>
                  <a:cubicBezTo>
                    <a:pt x="156" y="176"/>
                    <a:pt x="197" y="141"/>
                    <a:pt x="223" y="88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5" name="Google Shape;20545;p54"/>
            <p:cNvSpPr/>
            <p:nvPr/>
          </p:nvSpPr>
          <p:spPr>
            <a:xfrm>
              <a:off x="4561200" y="3026600"/>
              <a:ext cx="3425" cy="6625"/>
            </a:xfrm>
            <a:custGeom>
              <a:avLst/>
              <a:gdLst/>
              <a:ahLst/>
              <a:cxnLst/>
              <a:rect l="l" t="t" r="r" b="b"/>
              <a:pathLst>
                <a:path w="137" h="265" extrusionOk="0">
                  <a:moveTo>
                    <a:pt x="1" y="1"/>
                  </a:moveTo>
                  <a:lnTo>
                    <a:pt x="1" y="261"/>
                  </a:lnTo>
                  <a:cubicBezTo>
                    <a:pt x="10" y="263"/>
                    <a:pt x="19" y="265"/>
                    <a:pt x="27" y="265"/>
                  </a:cubicBezTo>
                  <a:cubicBezTo>
                    <a:pt x="70" y="265"/>
                    <a:pt x="106" y="232"/>
                    <a:pt x="120" y="174"/>
                  </a:cubicBezTo>
                  <a:cubicBezTo>
                    <a:pt x="137" y="120"/>
                    <a:pt x="104" y="38"/>
                    <a:pt x="54" y="17"/>
                  </a:cubicBezTo>
                  <a:cubicBezTo>
                    <a:pt x="34" y="1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6" name="Google Shape;20546;p54"/>
            <p:cNvSpPr/>
            <p:nvPr/>
          </p:nvSpPr>
          <p:spPr>
            <a:xfrm>
              <a:off x="4977400" y="3003000"/>
              <a:ext cx="1675" cy="3025"/>
            </a:xfrm>
            <a:custGeom>
              <a:avLst/>
              <a:gdLst/>
              <a:ahLst/>
              <a:cxnLst/>
              <a:rect l="l" t="t" r="r" b="b"/>
              <a:pathLst>
                <a:path w="67" h="121" extrusionOk="0">
                  <a:moveTo>
                    <a:pt x="1" y="1"/>
                  </a:moveTo>
                  <a:lnTo>
                    <a:pt x="1" y="34"/>
                  </a:lnTo>
                  <a:cubicBezTo>
                    <a:pt x="17" y="71"/>
                    <a:pt x="34" y="104"/>
                    <a:pt x="67" y="120"/>
                  </a:cubicBezTo>
                  <a:cubicBezTo>
                    <a:pt x="34" y="71"/>
                    <a:pt x="17" y="34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7" name="Google Shape;20547;p54"/>
            <p:cNvSpPr/>
            <p:nvPr/>
          </p:nvSpPr>
          <p:spPr>
            <a:xfrm>
              <a:off x="4566775" y="304132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96" y="1"/>
                  </a:moveTo>
                  <a:cubicBezTo>
                    <a:pt x="53" y="1"/>
                    <a:pt x="12" y="32"/>
                    <a:pt x="0" y="84"/>
                  </a:cubicBezTo>
                  <a:lnTo>
                    <a:pt x="206" y="84"/>
                  </a:lnTo>
                  <a:cubicBezTo>
                    <a:pt x="190" y="47"/>
                    <a:pt x="173" y="30"/>
                    <a:pt x="140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8" name="Google Shape;20548;p54"/>
            <p:cNvSpPr/>
            <p:nvPr/>
          </p:nvSpPr>
          <p:spPr>
            <a:xfrm>
              <a:off x="4962350" y="3032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6" y="262"/>
                    <a:pt x="131" y="260"/>
                    <a:pt x="137" y="255"/>
                  </a:cubicBezTo>
                  <a:cubicBezTo>
                    <a:pt x="170" y="255"/>
                    <a:pt x="207" y="222"/>
                    <a:pt x="224" y="185"/>
                  </a:cubicBezTo>
                  <a:cubicBezTo>
                    <a:pt x="240" y="135"/>
                    <a:pt x="240" y="82"/>
                    <a:pt x="207" y="49"/>
                  </a:cubicBezTo>
                  <a:cubicBezTo>
                    <a:pt x="191" y="32"/>
                    <a:pt x="191" y="16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9" name="Google Shape;20549;p54"/>
            <p:cNvSpPr/>
            <p:nvPr/>
          </p:nvSpPr>
          <p:spPr>
            <a:xfrm>
              <a:off x="4966175" y="2987125"/>
              <a:ext cx="5175" cy="6175"/>
            </a:xfrm>
            <a:custGeom>
              <a:avLst/>
              <a:gdLst/>
              <a:ahLst/>
              <a:cxnLst/>
              <a:rect l="l" t="t" r="r" b="b"/>
              <a:pathLst>
                <a:path w="207" h="247" extrusionOk="0">
                  <a:moveTo>
                    <a:pt x="87" y="1"/>
                  </a:moveTo>
                  <a:cubicBezTo>
                    <a:pt x="38" y="17"/>
                    <a:pt x="0" y="71"/>
                    <a:pt x="17" y="137"/>
                  </a:cubicBezTo>
                  <a:cubicBezTo>
                    <a:pt x="17" y="174"/>
                    <a:pt x="38" y="207"/>
                    <a:pt x="71" y="223"/>
                  </a:cubicBezTo>
                  <a:cubicBezTo>
                    <a:pt x="82" y="235"/>
                    <a:pt x="102" y="247"/>
                    <a:pt x="120" y="247"/>
                  </a:cubicBezTo>
                  <a:cubicBezTo>
                    <a:pt x="127" y="247"/>
                    <a:pt x="135" y="245"/>
                    <a:pt x="141" y="240"/>
                  </a:cubicBezTo>
                  <a:cubicBezTo>
                    <a:pt x="174" y="240"/>
                    <a:pt x="190" y="223"/>
                    <a:pt x="207" y="207"/>
                  </a:cubicBezTo>
                  <a:cubicBezTo>
                    <a:pt x="174" y="137"/>
                    <a:pt x="141" y="7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0" name="Google Shape;20550;p54"/>
            <p:cNvSpPr/>
            <p:nvPr/>
          </p:nvSpPr>
          <p:spPr>
            <a:xfrm>
              <a:off x="4976900" y="3032175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24" y="1"/>
                  </a:moveTo>
                  <a:cubicBezTo>
                    <a:pt x="87" y="1"/>
                    <a:pt x="54" y="1"/>
                    <a:pt x="37" y="38"/>
                  </a:cubicBezTo>
                  <a:cubicBezTo>
                    <a:pt x="21" y="54"/>
                    <a:pt x="0" y="87"/>
                    <a:pt x="0" y="124"/>
                  </a:cubicBezTo>
                  <a:cubicBezTo>
                    <a:pt x="0" y="157"/>
                    <a:pt x="0" y="190"/>
                    <a:pt x="21" y="207"/>
                  </a:cubicBezTo>
                  <a:cubicBezTo>
                    <a:pt x="37" y="244"/>
                    <a:pt x="70" y="260"/>
                    <a:pt x="87" y="260"/>
                  </a:cubicBezTo>
                  <a:cubicBezTo>
                    <a:pt x="124" y="260"/>
                    <a:pt x="157" y="260"/>
                    <a:pt x="173" y="227"/>
                  </a:cubicBezTo>
                  <a:cubicBezTo>
                    <a:pt x="227" y="190"/>
                    <a:pt x="227" y="104"/>
                    <a:pt x="190" y="54"/>
                  </a:cubicBezTo>
                  <a:cubicBezTo>
                    <a:pt x="173" y="38"/>
                    <a:pt x="173" y="21"/>
                    <a:pt x="157" y="21"/>
                  </a:cubicBezTo>
                  <a:cubicBezTo>
                    <a:pt x="140" y="1"/>
                    <a:pt x="12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1" name="Google Shape;20551;p54"/>
            <p:cNvSpPr/>
            <p:nvPr/>
          </p:nvSpPr>
          <p:spPr>
            <a:xfrm>
              <a:off x="4610975" y="2786550"/>
              <a:ext cx="5700" cy="5600"/>
            </a:xfrm>
            <a:custGeom>
              <a:avLst/>
              <a:gdLst/>
              <a:ahLst/>
              <a:cxnLst/>
              <a:rect l="l" t="t" r="r" b="b"/>
              <a:pathLst>
                <a:path w="228" h="224" extrusionOk="0">
                  <a:moveTo>
                    <a:pt x="191" y="1"/>
                  </a:moveTo>
                  <a:cubicBezTo>
                    <a:pt x="125" y="1"/>
                    <a:pt x="71" y="17"/>
                    <a:pt x="22" y="17"/>
                  </a:cubicBezTo>
                  <a:cubicBezTo>
                    <a:pt x="1" y="71"/>
                    <a:pt x="1" y="137"/>
                    <a:pt x="38" y="174"/>
                  </a:cubicBezTo>
                  <a:cubicBezTo>
                    <a:pt x="54" y="207"/>
                    <a:pt x="71" y="223"/>
                    <a:pt x="104" y="223"/>
                  </a:cubicBezTo>
                  <a:cubicBezTo>
                    <a:pt x="141" y="223"/>
                    <a:pt x="158" y="223"/>
                    <a:pt x="191" y="190"/>
                  </a:cubicBezTo>
                  <a:cubicBezTo>
                    <a:pt x="207" y="174"/>
                    <a:pt x="228" y="137"/>
                    <a:pt x="228" y="104"/>
                  </a:cubicBezTo>
                  <a:cubicBezTo>
                    <a:pt x="228" y="71"/>
                    <a:pt x="228" y="34"/>
                    <a:pt x="207" y="17"/>
                  </a:cubicBezTo>
                  <a:lnTo>
                    <a:pt x="1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2" name="Google Shape;20552;p54"/>
            <p:cNvSpPr/>
            <p:nvPr/>
          </p:nvSpPr>
          <p:spPr>
            <a:xfrm>
              <a:off x="4900925" y="3043000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87" y="0"/>
                  </a:moveTo>
                  <a:cubicBezTo>
                    <a:pt x="71" y="17"/>
                    <a:pt x="50" y="17"/>
                    <a:pt x="34" y="33"/>
                  </a:cubicBezTo>
                  <a:cubicBezTo>
                    <a:pt x="17" y="66"/>
                    <a:pt x="1" y="83"/>
                    <a:pt x="1" y="120"/>
                  </a:cubicBezTo>
                  <a:lnTo>
                    <a:pt x="223" y="120"/>
                  </a:lnTo>
                  <a:cubicBezTo>
                    <a:pt x="207" y="66"/>
                    <a:pt x="190" y="33"/>
                    <a:pt x="153" y="17"/>
                  </a:cubicBezTo>
                  <a:cubicBezTo>
                    <a:pt x="137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3" name="Google Shape;20553;p54"/>
            <p:cNvSpPr/>
            <p:nvPr/>
          </p:nvSpPr>
          <p:spPr>
            <a:xfrm>
              <a:off x="4739000" y="3044225"/>
              <a:ext cx="3025" cy="450"/>
            </a:xfrm>
            <a:custGeom>
              <a:avLst/>
              <a:gdLst/>
              <a:ahLst/>
              <a:cxnLst/>
              <a:rect l="l" t="t" r="r" b="b"/>
              <a:pathLst>
                <a:path w="121" h="18" extrusionOk="0">
                  <a:moveTo>
                    <a:pt x="34" y="1"/>
                  </a:moveTo>
                  <a:cubicBezTo>
                    <a:pt x="34" y="1"/>
                    <a:pt x="17" y="17"/>
                    <a:pt x="1" y="17"/>
                  </a:cubicBezTo>
                  <a:lnTo>
                    <a:pt x="120" y="17"/>
                  </a:lnTo>
                  <a:cubicBezTo>
                    <a:pt x="104" y="17"/>
                    <a:pt x="104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4" name="Google Shape;20554;p54"/>
            <p:cNvSpPr/>
            <p:nvPr/>
          </p:nvSpPr>
          <p:spPr>
            <a:xfrm>
              <a:off x="4581400" y="3039500"/>
              <a:ext cx="5600" cy="3925"/>
            </a:xfrm>
            <a:custGeom>
              <a:avLst/>
              <a:gdLst/>
              <a:ahLst/>
              <a:cxnLst/>
              <a:rect l="l" t="t" r="r" b="b"/>
              <a:pathLst>
                <a:path w="224" h="15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lnTo>
                    <a:pt x="223" y="157"/>
                  </a:lnTo>
                  <a:lnTo>
                    <a:pt x="223" y="103"/>
                  </a:lnTo>
                  <a:cubicBezTo>
                    <a:pt x="223" y="70"/>
                    <a:pt x="207" y="54"/>
                    <a:pt x="174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5" name="Google Shape;20555;p54"/>
            <p:cNvSpPr/>
            <p:nvPr/>
          </p:nvSpPr>
          <p:spPr>
            <a:xfrm>
              <a:off x="4916400" y="29614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36"/>
                    <a:pt x="70" y="253"/>
                  </a:cubicBezTo>
                  <a:cubicBezTo>
                    <a:pt x="88" y="263"/>
                    <a:pt x="106" y="267"/>
                    <a:pt x="124" y="267"/>
                  </a:cubicBezTo>
                  <a:cubicBezTo>
                    <a:pt x="170" y="267"/>
                    <a:pt x="211" y="235"/>
                    <a:pt x="223" y="187"/>
                  </a:cubicBezTo>
                  <a:cubicBezTo>
                    <a:pt x="239" y="117"/>
                    <a:pt x="206" y="30"/>
                    <a:pt x="153" y="14"/>
                  </a:cubicBezTo>
                  <a:cubicBezTo>
                    <a:pt x="139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6" name="Google Shape;20556;p54"/>
            <p:cNvSpPr/>
            <p:nvPr/>
          </p:nvSpPr>
          <p:spPr>
            <a:xfrm>
              <a:off x="4649225" y="3042175"/>
              <a:ext cx="4775" cy="2075"/>
            </a:xfrm>
            <a:custGeom>
              <a:avLst/>
              <a:gdLst/>
              <a:ahLst/>
              <a:cxnLst/>
              <a:rect l="l" t="t" r="r" b="b"/>
              <a:pathLst>
                <a:path w="191" h="83" extrusionOk="0">
                  <a:moveTo>
                    <a:pt x="112" y="0"/>
                  </a:moveTo>
                  <a:cubicBezTo>
                    <a:pt x="104" y="0"/>
                    <a:pt x="95" y="5"/>
                    <a:pt x="87" y="13"/>
                  </a:cubicBezTo>
                  <a:cubicBezTo>
                    <a:pt x="54" y="13"/>
                    <a:pt x="38" y="33"/>
                    <a:pt x="17" y="50"/>
                  </a:cubicBezTo>
                  <a:lnTo>
                    <a:pt x="0" y="66"/>
                  </a:lnTo>
                  <a:lnTo>
                    <a:pt x="190" y="83"/>
                  </a:lnTo>
                  <a:cubicBezTo>
                    <a:pt x="190" y="50"/>
                    <a:pt x="157" y="33"/>
                    <a:pt x="141" y="13"/>
                  </a:cubicBezTo>
                  <a:cubicBezTo>
                    <a:pt x="130" y="5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7" name="Google Shape;20557;p54"/>
            <p:cNvSpPr/>
            <p:nvPr/>
          </p:nvSpPr>
          <p:spPr>
            <a:xfrm>
              <a:off x="4681075" y="3038675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83" y="0"/>
                  </a:moveTo>
                  <a:cubicBezTo>
                    <a:pt x="66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73"/>
                    <a:pt x="17" y="206"/>
                    <a:pt x="33" y="223"/>
                  </a:cubicBezTo>
                  <a:lnTo>
                    <a:pt x="186" y="223"/>
                  </a:lnTo>
                  <a:cubicBezTo>
                    <a:pt x="207" y="190"/>
                    <a:pt x="223" y="153"/>
                    <a:pt x="223" y="103"/>
                  </a:cubicBezTo>
                  <a:cubicBezTo>
                    <a:pt x="207" y="70"/>
                    <a:pt x="207" y="33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8" name="Google Shape;20558;p54"/>
            <p:cNvSpPr/>
            <p:nvPr/>
          </p:nvSpPr>
          <p:spPr>
            <a:xfrm>
              <a:off x="4666025" y="3040425"/>
              <a:ext cx="5600" cy="3825"/>
            </a:xfrm>
            <a:custGeom>
              <a:avLst/>
              <a:gdLst/>
              <a:ahLst/>
              <a:cxnLst/>
              <a:rect l="l" t="t" r="r" b="b"/>
              <a:pathLst>
                <a:path w="224" h="153" extrusionOk="0">
                  <a:moveTo>
                    <a:pt x="104" y="0"/>
                  </a:moveTo>
                  <a:cubicBezTo>
                    <a:pt x="34" y="17"/>
                    <a:pt x="1" y="83"/>
                    <a:pt x="1" y="153"/>
                  </a:cubicBezTo>
                  <a:lnTo>
                    <a:pt x="223" y="153"/>
                  </a:lnTo>
                  <a:lnTo>
                    <a:pt x="223" y="120"/>
                  </a:lnTo>
                  <a:cubicBezTo>
                    <a:pt x="223" y="83"/>
                    <a:pt x="207" y="50"/>
                    <a:pt x="170" y="33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9" name="Google Shape;20559;p54"/>
            <p:cNvSpPr/>
            <p:nvPr/>
          </p:nvSpPr>
          <p:spPr>
            <a:xfrm>
              <a:off x="4917625" y="3041250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73"/>
                    <a:pt x="21" y="173"/>
                    <a:pt x="38" y="190"/>
                  </a:cubicBezTo>
                  <a:lnTo>
                    <a:pt x="227" y="190"/>
                  </a:lnTo>
                  <a:cubicBezTo>
                    <a:pt x="227" y="173"/>
                    <a:pt x="244" y="136"/>
                    <a:pt x="244" y="103"/>
                  </a:cubicBezTo>
                  <a:cubicBezTo>
                    <a:pt x="227" y="70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0" name="Google Shape;20560;p54"/>
            <p:cNvSpPr/>
            <p:nvPr/>
          </p:nvSpPr>
          <p:spPr>
            <a:xfrm>
              <a:off x="4924950" y="30240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17"/>
                    <a:pt x="0" y="71"/>
                    <a:pt x="0" y="157"/>
                  </a:cubicBezTo>
                  <a:cubicBezTo>
                    <a:pt x="17" y="190"/>
                    <a:pt x="37" y="207"/>
                    <a:pt x="54" y="223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23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1" name="Google Shape;20561;p54"/>
            <p:cNvSpPr/>
            <p:nvPr/>
          </p:nvSpPr>
          <p:spPr>
            <a:xfrm>
              <a:off x="4924125" y="29763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3"/>
                    <a:pt x="115" y="257"/>
                    <a:pt x="129" y="257"/>
                  </a:cubicBezTo>
                  <a:cubicBezTo>
                    <a:pt x="170" y="257"/>
                    <a:pt x="211" y="226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2" name="Google Shape;20562;p54"/>
            <p:cNvSpPr/>
            <p:nvPr/>
          </p:nvSpPr>
          <p:spPr>
            <a:xfrm>
              <a:off x="4931425" y="2960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19" y="1"/>
                  </a:moveTo>
                  <a:cubicBezTo>
                    <a:pt x="76" y="1"/>
                    <a:pt x="41" y="34"/>
                    <a:pt x="17" y="82"/>
                  </a:cubicBezTo>
                  <a:cubicBezTo>
                    <a:pt x="1" y="152"/>
                    <a:pt x="34" y="222"/>
                    <a:pt x="88" y="255"/>
                  </a:cubicBezTo>
                  <a:cubicBezTo>
                    <a:pt x="96" y="258"/>
                    <a:pt x="105" y="259"/>
                    <a:pt x="114" y="259"/>
                  </a:cubicBezTo>
                  <a:cubicBezTo>
                    <a:pt x="159" y="259"/>
                    <a:pt x="210" y="226"/>
                    <a:pt x="224" y="168"/>
                  </a:cubicBezTo>
                  <a:cubicBezTo>
                    <a:pt x="257" y="119"/>
                    <a:pt x="224" y="32"/>
                    <a:pt x="170" y="16"/>
                  </a:cubicBezTo>
                  <a:cubicBezTo>
                    <a:pt x="152" y="5"/>
                    <a:pt x="135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3" name="Google Shape;20563;p54"/>
            <p:cNvSpPr/>
            <p:nvPr/>
          </p:nvSpPr>
          <p:spPr>
            <a:xfrm>
              <a:off x="4931850" y="29909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17" y="227"/>
                    <a:pt x="50" y="244"/>
                  </a:cubicBezTo>
                  <a:cubicBezTo>
                    <a:pt x="65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21"/>
                    <a:pt x="153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4" name="Google Shape;20564;p54"/>
            <p:cNvSpPr/>
            <p:nvPr/>
          </p:nvSpPr>
          <p:spPr>
            <a:xfrm>
              <a:off x="4913400" y="2933850"/>
              <a:ext cx="5175" cy="4200"/>
            </a:xfrm>
            <a:custGeom>
              <a:avLst/>
              <a:gdLst/>
              <a:ahLst/>
              <a:cxnLst/>
              <a:rect l="l" t="t" r="r" b="b"/>
              <a:pathLst>
                <a:path w="207" h="168" extrusionOk="0">
                  <a:moveTo>
                    <a:pt x="0" y="0"/>
                  </a:moveTo>
                  <a:lnTo>
                    <a:pt x="0" y="54"/>
                  </a:lnTo>
                  <a:cubicBezTo>
                    <a:pt x="0" y="103"/>
                    <a:pt x="33" y="140"/>
                    <a:pt x="66" y="157"/>
                  </a:cubicBezTo>
                  <a:cubicBezTo>
                    <a:pt x="82" y="164"/>
                    <a:pt x="99" y="168"/>
                    <a:pt x="117" y="168"/>
                  </a:cubicBezTo>
                  <a:cubicBezTo>
                    <a:pt x="142" y="168"/>
                    <a:pt x="168" y="160"/>
                    <a:pt x="190" y="140"/>
                  </a:cubicBezTo>
                  <a:cubicBezTo>
                    <a:pt x="190" y="120"/>
                    <a:pt x="207" y="120"/>
                    <a:pt x="207" y="103"/>
                  </a:cubicBezTo>
                  <a:cubicBezTo>
                    <a:pt x="137" y="70"/>
                    <a:pt x="66" y="37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5" name="Google Shape;20565;p54"/>
            <p:cNvSpPr/>
            <p:nvPr/>
          </p:nvSpPr>
          <p:spPr>
            <a:xfrm>
              <a:off x="4955050" y="3017750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4" y="0"/>
                  </a:moveTo>
                  <a:cubicBezTo>
                    <a:pt x="103" y="0"/>
                    <a:pt x="95" y="4"/>
                    <a:pt x="87" y="13"/>
                  </a:cubicBezTo>
                  <a:cubicBezTo>
                    <a:pt x="70" y="13"/>
                    <a:pt x="33" y="29"/>
                    <a:pt x="17" y="62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33" y="235"/>
                  </a:cubicBezTo>
                  <a:cubicBezTo>
                    <a:pt x="59" y="247"/>
                    <a:pt x="75" y="259"/>
                    <a:pt x="94" y="259"/>
                  </a:cubicBezTo>
                  <a:cubicBezTo>
                    <a:pt x="102" y="259"/>
                    <a:pt x="110" y="257"/>
                    <a:pt x="120" y="252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6" y="83"/>
                    <a:pt x="190" y="46"/>
                    <a:pt x="173" y="29"/>
                  </a:cubicBezTo>
                  <a:cubicBezTo>
                    <a:pt x="173" y="13"/>
                    <a:pt x="153" y="13"/>
                    <a:pt x="153" y="13"/>
                  </a:cubicBezTo>
                  <a:cubicBezTo>
                    <a:pt x="136" y="4"/>
                    <a:pt x="124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6" name="Google Shape;20566;p54"/>
            <p:cNvSpPr/>
            <p:nvPr/>
          </p:nvSpPr>
          <p:spPr>
            <a:xfrm>
              <a:off x="4920725" y="29467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7"/>
                    <a:pt x="223" y="174"/>
                    <a:pt x="239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206" y="38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7" name="Google Shape;20567;p54"/>
            <p:cNvSpPr/>
            <p:nvPr/>
          </p:nvSpPr>
          <p:spPr>
            <a:xfrm>
              <a:off x="4918150" y="29961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4" y="218"/>
                    <a:pt x="54" y="263"/>
                    <a:pt x="110" y="263"/>
                  </a:cubicBezTo>
                  <a:cubicBezTo>
                    <a:pt x="118" y="263"/>
                    <a:pt x="127" y="262"/>
                    <a:pt x="136" y="260"/>
                  </a:cubicBezTo>
                  <a:cubicBezTo>
                    <a:pt x="153" y="260"/>
                    <a:pt x="186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8" name="Google Shape;20568;p54"/>
            <p:cNvSpPr/>
            <p:nvPr/>
          </p:nvSpPr>
          <p:spPr>
            <a:xfrm>
              <a:off x="4916400" y="3011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22"/>
                    <a:pt x="0" y="88"/>
                    <a:pt x="17" y="158"/>
                  </a:cubicBezTo>
                  <a:cubicBezTo>
                    <a:pt x="17" y="191"/>
                    <a:pt x="33" y="228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73" y="261"/>
                    <a:pt x="190" y="244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55"/>
                    <a:pt x="190" y="38"/>
                  </a:cubicBezTo>
                  <a:cubicBezTo>
                    <a:pt x="173" y="22"/>
                    <a:pt x="173" y="22"/>
                    <a:pt x="153" y="22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9" name="Google Shape;20569;p54"/>
            <p:cNvSpPr/>
            <p:nvPr/>
          </p:nvSpPr>
          <p:spPr>
            <a:xfrm>
              <a:off x="4931425" y="30073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34"/>
                  </a:cubicBezTo>
                  <a:cubicBezTo>
                    <a:pt x="1" y="67"/>
                    <a:pt x="1" y="153"/>
                    <a:pt x="34" y="207"/>
                  </a:cubicBezTo>
                  <a:cubicBezTo>
                    <a:pt x="50" y="240"/>
                    <a:pt x="88" y="257"/>
                    <a:pt x="104" y="257"/>
                  </a:cubicBezTo>
                  <a:cubicBezTo>
                    <a:pt x="137" y="257"/>
                    <a:pt x="170" y="257"/>
                    <a:pt x="191" y="224"/>
                  </a:cubicBezTo>
                  <a:cubicBezTo>
                    <a:pt x="240" y="191"/>
                    <a:pt x="240" y="104"/>
                    <a:pt x="207" y="50"/>
                  </a:cubicBezTo>
                  <a:cubicBezTo>
                    <a:pt x="191" y="34"/>
                    <a:pt x="170" y="17"/>
                    <a:pt x="1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0" name="Google Shape;20570;p54"/>
            <p:cNvSpPr/>
            <p:nvPr/>
          </p:nvSpPr>
          <p:spPr>
            <a:xfrm>
              <a:off x="4950300" y="30365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8" y="255"/>
                    <a:pt x="93" y="267"/>
                    <a:pt x="112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1" name="Google Shape;20571;p54"/>
            <p:cNvSpPr/>
            <p:nvPr/>
          </p:nvSpPr>
          <p:spPr>
            <a:xfrm>
              <a:off x="4944325" y="3004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39"/>
                    <a:pt x="239" y="186"/>
                    <a:pt x="239" y="103"/>
                  </a:cubicBezTo>
                  <a:cubicBezTo>
                    <a:pt x="223" y="66"/>
                    <a:pt x="207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2" name="Google Shape;20572;p54"/>
            <p:cNvSpPr/>
            <p:nvPr/>
          </p:nvSpPr>
          <p:spPr>
            <a:xfrm>
              <a:off x="4945975" y="29882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84" y="0"/>
                    <a:pt x="35" y="35"/>
                    <a:pt x="21" y="91"/>
                  </a:cubicBezTo>
                  <a:cubicBezTo>
                    <a:pt x="0" y="161"/>
                    <a:pt x="37" y="231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2" y="229"/>
                    <a:pt x="227" y="177"/>
                  </a:cubicBezTo>
                  <a:cubicBezTo>
                    <a:pt x="244" y="107"/>
                    <a:pt x="227" y="41"/>
                    <a:pt x="173" y="4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3" name="Google Shape;20573;p54"/>
            <p:cNvSpPr/>
            <p:nvPr/>
          </p:nvSpPr>
          <p:spPr>
            <a:xfrm>
              <a:off x="4932675" y="30393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71" y="8"/>
                    <a:pt x="54" y="25"/>
                    <a:pt x="38" y="62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8" y="214"/>
                    <a:pt x="54" y="231"/>
                  </a:cubicBezTo>
                  <a:cubicBezTo>
                    <a:pt x="87" y="251"/>
                    <a:pt x="104" y="268"/>
                    <a:pt x="141" y="268"/>
                  </a:cubicBezTo>
                  <a:cubicBezTo>
                    <a:pt x="207" y="251"/>
                    <a:pt x="244" y="181"/>
                    <a:pt x="223" y="111"/>
                  </a:cubicBezTo>
                  <a:cubicBezTo>
                    <a:pt x="223" y="78"/>
                    <a:pt x="207" y="45"/>
                    <a:pt x="190" y="25"/>
                  </a:cubicBezTo>
                  <a:cubicBezTo>
                    <a:pt x="174" y="25"/>
                    <a:pt x="174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4" name="Google Shape;20574;p54"/>
            <p:cNvSpPr/>
            <p:nvPr/>
          </p:nvSpPr>
          <p:spPr>
            <a:xfrm>
              <a:off x="4942150" y="30240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1"/>
                  </a:moveTo>
                  <a:cubicBezTo>
                    <a:pt x="104" y="1"/>
                    <a:pt x="71" y="17"/>
                    <a:pt x="50" y="38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7" y="190"/>
                    <a:pt x="34" y="223"/>
                  </a:cubicBezTo>
                  <a:cubicBezTo>
                    <a:pt x="55" y="253"/>
                    <a:pt x="84" y="267"/>
                    <a:pt x="116" y="267"/>
                  </a:cubicBezTo>
                  <a:cubicBezTo>
                    <a:pt x="141" y="267"/>
                    <a:pt x="167" y="259"/>
                    <a:pt x="190" y="244"/>
                  </a:cubicBezTo>
                  <a:cubicBezTo>
                    <a:pt x="223" y="190"/>
                    <a:pt x="240" y="104"/>
                    <a:pt x="207" y="54"/>
                  </a:cubicBezTo>
                  <a:cubicBezTo>
                    <a:pt x="190" y="38"/>
                    <a:pt x="174" y="17"/>
                    <a:pt x="153" y="17"/>
                  </a:cubicBezTo>
                  <a:cubicBezTo>
                    <a:pt x="137" y="17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5" name="Google Shape;20575;p54"/>
            <p:cNvSpPr/>
            <p:nvPr/>
          </p:nvSpPr>
          <p:spPr>
            <a:xfrm>
              <a:off x="4933600" y="2946325"/>
              <a:ext cx="4250" cy="3925"/>
            </a:xfrm>
            <a:custGeom>
              <a:avLst/>
              <a:gdLst/>
              <a:ahLst/>
              <a:cxnLst/>
              <a:rect l="l" t="t" r="r" b="b"/>
              <a:pathLst>
                <a:path w="170" h="157" extrusionOk="0">
                  <a:moveTo>
                    <a:pt x="1" y="0"/>
                  </a:moveTo>
                  <a:lnTo>
                    <a:pt x="1" y="54"/>
                  </a:lnTo>
                  <a:cubicBezTo>
                    <a:pt x="1" y="87"/>
                    <a:pt x="17" y="120"/>
                    <a:pt x="50" y="136"/>
                  </a:cubicBezTo>
                  <a:cubicBezTo>
                    <a:pt x="67" y="157"/>
                    <a:pt x="104" y="157"/>
                    <a:pt x="137" y="157"/>
                  </a:cubicBezTo>
                  <a:cubicBezTo>
                    <a:pt x="137" y="157"/>
                    <a:pt x="153" y="157"/>
                    <a:pt x="170" y="136"/>
                  </a:cubicBezTo>
                  <a:cubicBezTo>
                    <a:pt x="120" y="103"/>
                    <a:pt x="50" y="54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6" name="Google Shape;20576;p54"/>
            <p:cNvSpPr/>
            <p:nvPr/>
          </p:nvSpPr>
          <p:spPr>
            <a:xfrm>
              <a:off x="4656950" y="2780575"/>
              <a:ext cx="5600" cy="4925"/>
            </a:xfrm>
            <a:custGeom>
              <a:avLst/>
              <a:gdLst/>
              <a:ahLst/>
              <a:cxnLst/>
              <a:rect l="l" t="t" r="r" b="b"/>
              <a:pathLst>
                <a:path w="224" h="197" extrusionOk="0">
                  <a:moveTo>
                    <a:pt x="17" y="1"/>
                  </a:moveTo>
                  <a:cubicBezTo>
                    <a:pt x="1" y="34"/>
                    <a:pt x="1" y="50"/>
                    <a:pt x="1" y="87"/>
                  </a:cubicBezTo>
                  <a:cubicBezTo>
                    <a:pt x="1" y="120"/>
                    <a:pt x="17" y="153"/>
                    <a:pt x="54" y="170"/>
                  </a:cubicBezTo>
                  <a:cubicBezTo>
                    <a:pt x="66" y="184"/>
                    <a:pt x="86" y="197"/>
                    <a:pt x="110" y="197"/>
                  </a:cubicBezTo>
                  <a:cubicBezTo>
                    <a:pt x="120" y="197"/>
                    <a:pt x="130" y="195"/>
                    <a:pt x="141" y="190"/>
                  </a:cubicBezTo>
                  <a:cubicBezTo>
                    <a:pt x="157" y="190"/>
                    <a:pt x="190" y="170"/>
                    <a:pt x="207" y="137"/>
                  </a:cubicBezTo>
                  <a:cubicBezTo>
                    <a:pt x="223" y="120"/>
                    <a:pt x="223" y="87"/>
                    <a:pt x="223" y="50"/>
                  </a:cubicBezTo>
                  <a:cubicBezTo>
                    <a:pt x="223" y="34"/>
                    <a:pt x="223" y="17"/>
                    <a:pt x="207" y="17"/>
                  </a:cubicBezTo>
                  <a:cubicBezTo>
                    <a:pt x="141" y="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7" name="Google Shape;20577;p54"/>
            <p:cNvSpPr/>
            <p:nvPr/>
          </p:nvSpPr>
          <p:spPr>
            <a:xfrm>
              <a:off x="4851975" y="29905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17" y="191"/>
                    <a:pt x="17" y="223"/>
                    <a:pt x="50" y="244"/>
                  </a:cubicBezTo>
                  <a:cubicBezTo>
                    <a:pt x="64" y="256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4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8" name="Google Shape;20578;p54"/>
            <p:cNvSpPr/>
            <p:nvPr/>
          </p:nvSpPr>
          <p:spPr>
            <a:xfrm>
              <a:off x="4859700" y="3006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0" y="17"/>
                    <a:pt x="33" y="54"/>
                  </a:cubicBezTo>
                  <a:cubicBezTo>
                    <a:pt x="17" y="87"/>
                    <a:pt x="0" y="120"/>
                    <a:pt x="17" y="157"/>
                  </a:cubicBezTo>
                  <a:cubicBezTo>
                    <a:pt x="17" y="190"/>
                    <a:pt x="33" y="206"/>
                    <a:pt x="50" y="244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90" y="244"/>
                    <a:pt x="240" y="173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9" name="Google Shape;20579;p54"/>
            <p:cNvSpPr/>
            <p:nvPr/>
          </p:nvSpPr>
          <p:spPr>
            <a:xfrm>
              <a:off x="4854950" y="30232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87" y="17"/>
                  </a:cubicBezTo>
                  <a:cubicBezTo>
                    <a:pt x="34" y="34"/>
                    <a:pt x="1" y="87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8" y="252"/>
                    <a:pt x="93" y="265"/>
                    <a:pt x="111" y="265"/>
                  </a:cubicBezTo>
                  <a:cubicBezTo>
                    <a:pt x="119" y="265"/>
                    <a:pt x="127" y="263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0" name="Google Shape;20580;p54"/>
            <p:cNvSpPr/>
            <p:nvPr/>
          </p:nvSpPr>
          <p:spPr>
            <a:xfrm>
              <a:off x="4872575" y="2925700"/>
              <a:ext cx="6000" cy="5175"/>
            </a:xfrm>
            <a:custGeom>
              <a:avLst/>
              <a:gdLst/>
              <a:ahLst/>
              <a:cxnLst/>
              <a:rect l="l" t="t" r="r" b="b"/>
              <a:pathLst>
                <a:path w="240" h="207" extrusionOk="0">
                  <a:moveTo>
                    <a:pt x="207" y="1"/>
                  </a:moveTo>
                  <a:cubicBezTo>
                    <a:pt x="137" y="1"/>
                    <a:pt x="71" y="1"/>
                    <a:pt x="17" y="17"/>
                  </a:cubicBezTo>
                  <a:cubicBezTo>
                    <a:pt x="1" y="54"/>
                    <a:pt x="1" y="120"/>
                    <a:pt x="17" y="157"/>
                  </a:cubicBezTo>
                  <a:cubicBezTo>
                    <a:pt x="34" y="190"/>
                    <a:pt x="71" y="207"/>
                    <a:pt x="104" y="207"/>
                  </a:cubicBezTo>
                  <a:cubicBezTo>
                    <a:pt x="120" y="207"/>
                    <a:pt x="153" y="207"/>
                    <a:pt x="174" y="174"/>
                  </a:cubicBezTo>
                  <a:cubicBezTo>
                    <a:pt x="223" y="137"/>
                    <a:pt x="240" y="54"/>
                    <a:pt x="2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1" name="Google Shape;20581;p54"/>
            <p:cNvSpPr/>
            <p:nvPr/>
          </p:nvSpPr>
          <p:spPr>
            <a:xfrm>
              <a:off x="4858350" y="2927875"/>
              <a:ext cx="6125" cy="5900"/>
            </a:xfrm>
            <a:custGeom>
              <a:avLst/>
              <a:gdLst/>
              <a:ahLst/>
              <a:cxnLst/>
              <a:rect l="l" t="t" r="r" b="b"/>
              <a:pathLst>
                <a:path w="245" h="236" extrusionOk="0">
                  <a:moveTo>
                    <a:pt x="191" y="0"/>
                  </a:moveTo>
                  <a:cubicBezTo>
                    <a:pt x="141" y="17"/>
                    <a:pt x="87" y="33"/>
                    <a:pt x="38" y="50"/>
                  </a:cubicBezTo>
                  <a:lnTo>
                    <a:pt x="21" y="50"/>
                  </a:lnTo>
                  <a:cubicBezTo>
                    <a:pt x="1" y="120"/>
                    <a:pt x="38" y="206"/>
                    <a:pt x="87" y="223"/>
                  </a:cubicBezTo>
                  <a:cubicBezTo>
                    <a:pt x="102" y="232"/>
                    <a:pt x="117" y="236"/>
                    <a:pt x="132" y="236"/>
                  </a:cubicBezTo>
                  <a:cubicBezTo>
                    <a:pt x="173" y="236"/>
                    <a:pt x="212" y="204"/>
                    <a:pt x="228" y="153"/>
                  </a:cubicBezTo>
                  <a:cubicBezTo>
                    <a:pt x="244" y="103"/>
                    <a:pt x="228" y="33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2" name="Google Shape;20582;p54"/>
            <p:cNvSpPr/>
            <p:nvPr/>
          </p:nvSpPr>
          <p:spPr>
            <a:xfrm>
              <a:off x="4851150" y="29428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1"/>
                  </a:moveTo>
                  <a:cubicBezTo>
                    <a:pt x="81" y="1"/>
                    <a:pt x="30" y="34"/>
                    <a:pt x="17" y="92"/>
                  </a:cubicBezTo>
                  <a:cubicBezTo>
                    <a:pt x="0" y="158"/>
                    <a:pt x="17" y="228"/>
                    <a:pt x="83" y="261"/>
                  </a:cubicBezTo>
                  <a:cubicBezTo>
                    <a:pt x="92" y="264"/>
                    <a:pt x="101" y="265"/>
                    <a:pt x="111" y="265"/>
                  </a:cubicBezTo>
                  <a:cubicBezTo>
                    <a:pt x="159" y="265"/>
                    <a:pt x="209" y="232"/>
                    <a:pt x="223" y="174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3" name="Google Shape;20583;p54"/>
            <p:cNvSpPr/>
            <p:nvPr/>
          </p:nvSpPr>
          <p:spPr>
            <a:xfrm>
              <a:off x="4858875" y="29579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4" name="Google Shape;20584;p54"/>
            <p:cNvSpPr/>
            <p:nvPr/>
          </p:nvSpPr>
          <p:spPr>
            <a:xfrm>
              <a:off x="4858350" y="29738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5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8"/>
                    <a:pt x="1" y="153"/>
                    <a:pt x="38" y="224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15" y="261"/>
                    <a:pt x="124" y="263"/>
                    <a:pt x="132" y="263"/>
                  </a:cubicBezTo>
                  <a:cubicBezTo>
                    <a:pt x="152" y="263"/>
                    <a:pt x="167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7"/>
                    <a:pt x="141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5" name="Google Shape;20585;p54"/>
            <p:cNvSpPr/>
            <p:nvPr/>
          </p:nvSpPr>
          <p:spPr>
            <a:xfrm>
              <a:off x="4880725" y="3030825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22" y="1"/>
                  </a:moveTo>
                  <a:cubicBezTo>
                    <a:pt x="65" y="1"/>
                    <a:pt x="14" y="33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2" y="255"/>
                    <a:pt x="164" y="247"/>
                    <a:pt x="174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23" y="108"/>
                    <a:pt x="207" y="38"/>
                    <a:pt x="157" y="5"/>
                  </a:cubicBezTo>
                  <a:cubicBezTo>
                    <a:pt x="145" y="2"/>
                    <a:pt x="133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6" name="Google Shape;20586;p54"/>
            <p:cNvSpPr/>
            <p:nvPr/>
          </p:nvSpPr>
          <p:spPr>
            <a:xfrm>
              <a:off x="4877325" y="3003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33" y="0"/>
                    <a:pt x="0" y="70"/>
                    <a:pt x="17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70" y="243"/>
                    <a:pt x="190" y="223"/>
                    <a:pt x="207" y="206"/>
                  </a:cubicBezTo>
                  <a:cubicBezTo>
                    <a:pt x="223" y="173"/>
                    <a:pt x="240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7" name="Google Shape;20587;p54"/>
            <p:cNvSpPr/>
            <p:nvPr/>
          </p:nvSpPr>
          <p:spPr>
            <a:xfrm>
              <a:off x="4846000" y="2933425"/>
              <a:ext cx="2600" cy="1375"/>
            </a:xfrm>
            <a:custGeom>
              <a:avLst/>
              <a:gdLst/>
              <a:ahLst/>
              <a:cxnLst/>
              <a:rect l="l" t="t" r="r" b="b"/>
              <a:pathLst>
                <a:path w="104" h="55" extrusionOk="0">
                  <a:moveTo>
                    <a:pt x="103" y="1"/>
                  </a:moveTo>
                  <a:lnTo>
                    <a:pt x="103" y="1"/>
                  </a:lnTo>
                  <a:cubicBezTo>
                    <a:pt x="66" y="17"/>
                    <a:pt x="33" y="34"/>
                    <a:pt x="0" y="54"/>
                  </a:cubicBezTo>
                  <a:cubicBezTo>
                    <a:pt x="33" y="54"/>
                    <a:pt x="66" y="34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8" name="Google Shape;20588;p54"/>
            <p:cNvSpPr/>
            <p:nvPr/>
          </p:nvSpPr>
          <p:spPr>
            <a:xfrm>
              <a:off x="4873000" y="29550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87" y="254"/>
                  </a:cubicBezTo>
                  <a:cubicBezTo>
                    <a:pt x="96" y="257"/>
                    <a:pt x="105" y="258"/>
                    <a:pt x="114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9" name="Google Shape;20589;p54"/>
            <p:cNvSpPr/>
            <p:nvPr/>
          </p:nvSpPr>
          <p:spPr>
            <a:xfrm>
              <a:off x="4883725" y="3016850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11" y="1"/>
                  </a:moveTo>
                  <a:cubicBezTo>
                    <a:pt x="71" y="1"/>
                    <a:pt x="32" y="34"/>
                    <a:pt x="17" y="82"/>
                  </a:cubicBezTo>
                  <a:cubicBezTo>
                    <a:pt x="0" y="152"/>
                    <a:pt x="17" y="238"/>
                    <a:pt x="70" y="255"/>
                  </a:cubicBezTo>
                  <a:cubicBezTo>
                    <a:pt x="87" y="271"/>
                    <a:pt x="103" y="271"/>
                    <a:pt x="120" y="271"/>
                  </a:cubicBezTo>
                  <a:cubicBezTo>
                    <a:pt x="173" y="255"/>
                    <a:pt x="206" y="238"/>
                    <a:pt x="223" y="185"/>
                  </a:cubicBezTo>
                  <a:cubicBezTo>
                    <a:pt x="243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0" name="Google Shape;20590;p54"/>
            <p:cNvSpPr/>
            <p:nvPr/>
          </p:nvSpPr>
          <p:spPr>
            <a:xfrm>
              <a:off x="4870425" y="30184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190" y="17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1" name="Google Shape;20591;p54"/>
            <p:cNvSpPr/>
            <p:nvPr/>
          </p:nvSpPr>
          <p:spPr>
            <a:xfrm>
              <a:off x="4871250" y="29709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2" y="1"/>
                  </a:moveTo>
                  <a:cubicBezTo>
                    <a:pt x="123" y="1"/>
                    <a:pt x="114" y="5"/>
                    <a:pt x="103" y="13"/>
                  </a:cubicBezTo>
                  <a:cubicBezTo>
                    <a:pt x="54" y="13"/>
                    <a:pt x="0" y="79"/>
                    <a:pt x="21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77" y="247"/>
                    <a:pt x="92" y="259"/>
                    <a:pt x="112" y="259"/>
                  </a:cubicBezTo>
                  <a:cubicBezTo>
                    <a:pt x="120" y="259"/>
                    <a:pt x="130" y="257"/>
                    <a:pt x="140" y="252"/>
                  </a:cubicBezTo>
                  <a:cubicBezTo>
                    <a:pt x="206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40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2" name="Google Shape;20592;p54"/>
            <p:cNvSpPr/>
            <p:nvPr/>
          </p:nvSpPr>
          <p:spPr>
            <a:xfrm>
              <a:off x="4866600" y="30352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3" y="0"/>
                  </a:moveTo>
                  <a:cubicBezTo>
                    <a:pt x="67" y="0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06"/>
                    <a:pt x="34" y="239"/>
                  </a:cubicBezTo>
                  <a:cubicBezTo>
                    <a:pt x="67" y="256"/>
                    <a:pt x="104" y="256"/>
                    <a:pt x="120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07" y="66"/>
                    <a:pt x="186" y="50"/>
                    <a:pt x="170" y="17"/>
                  </a:cubicBezTo>
                  <a:cubicBezTo>
                    <a:pt x="170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3" name="Google Shape;20593;p54"/>
            <p:cNvSpPr/>
            <p:nvPr/>
          </p:nvSpPr>
          <p:spPr>
            <a:xfrm>
              <a:off x="4869175" y="29907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3"/>
                  </a:cubicBezTo>
                  <a:cubicBezTo>
                    <a:pt x="46" y="245"/>
                    <a:pt x="83" y="264"/>
                    <a:pt x="118" y="264"/>
                  </a:cubicBezTo>
                  <a:cubicBezTo>
                    <a:pt x="142" y="264"/>
                    <a:pt x="166" y="255"/>
                    <a:pt x="186" y="234"/>
                  </a:cubicBezTo>
                  <a:cubicBezTo>
                    <a:pt x="223" y="181"/>
                    <a:pt x="240" y="110"/>
                    <a:pt x="186" y="44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4" name="Google Shape;20594;p54"/>
            <p:cNvSpPr/>
            <p:nvPr/>
          </p:nvSpPr>
          <p:spPr>
            <a:xfrm>
              <a:off x="4839500" y="3023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4" y="260"/>
                    <a:pt x="190" y="239"/>
                  </a:cubicBezTo>
                  <a:cubicBezTo>
                    <a:pt x="239" y="190"/>
                    <a:pt x="239" y="103"/>
                    <a:pt x="207" y="54"/>
                  </a:cubicBezTo>
                  <a:cubicBezTo>
                    <a:pt x="190" y="33"/>
                    <a:pt x="190" y="17"/>
                    <a:pt x="174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5" name="Google Shape;20595;p54"/>
            <p:cNvSpPr/>
            <p:nvPr/>
          </p:nvSpPr>
          <p:spPr>
            <a:xfrm>
              <a:off x="4816300" y="29662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90" y="30"/>
                    <a:pt x="174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6" name="Google Shape;20596;p54"/>
            <p:cNvSpPr/>
            <p:nvPr/>
          </p:nvSpPr>
          <p:spPr>
            <a:xfrm>
              <a:off x="4815075" y="30125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39"/>
                    <a:pt x="83" y="256"/>
                    <a:pt x="103" y="256"/>
                  </a:cubicBezTo>
                  <a:cubicBezTo>
                    <a:pt x="113" y="260"/>
                    <a:pt x="123" y="262"/>
                    <a:pt x="132" y="262"/>
                  </a:cubicBezTo>
                  <a:cubicBezTo>
                    <a:pt x="154" y="262"/>
                    <a:pt x="174" y="251"/>
                    <a:pt x="186" y="239"/>
                  </a:cubicBezTo>
                  <a:cubicBezTo>
                    <a:pt x="206" y="206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7" name="Google Shape;20597;p54"/>
            <p:cNvSpPr/>
            <p:nvPr/>
          </p:nvSpPr>
          <p:spPr>
            <a:xfrm>
              <a:off x="4825800" y="30265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80" y="1"/>
                    <a:pt x="30" y="31"/>
                    <a:pt x="17" y="75"/>
                  </a:cubicBezTo>
                  <a:cubicBezTo>
                    <a:pt x="0" y="145"/>
                    <a:pt x="17" y="228"/>
                    <a:pt x="87" y="248"/>
                  </a:cubicBezTo>
                  <a:cubicBezTo>
                    <a:pt x="100" y="257"/>
                    <a:pt x="114" y="261"/>
                    <a:pt x="129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39" y="108"/>
                    <a:pt x="223" y="42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8" name="Google Shape;20598;p54"/>
            <p:cNvSpPr/>
            <p:nvPr/>
          </p:nvSpPr>
          <p:spPr>
            <a:xfrm>
              <a:off x="4810325" y="3027400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1" y="159"/>
                    <a:pt x="34" y="229"/>
                    <a:pt x="87" y="262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3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9" name="Google Shape;20599;p54"/>
            <p:cNvSpPr/>
            <p:nvPr/>
          </p:nvSpPr>
          <p:spPr>
            <a:xfrm>
              <a:off x="4821875" y="2996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0" y="0"/>
                    <a:pt x="54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90" y="244"/>
                    <a:pt x="244" y="174"/>
                    <a:pt x="223" y="104"/>
                  </a:cubicBezTo>
                  <a:cubicBezTo>
                    <a:pt x="223" y="71"/>
                    <a:pt x="207" y="54"/>
                    <a:pt x="174" y="21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0" name="Google Shape;20600;p54"/>
            <p:cNvSpPr/>
            <p:nvPr/>
          </p:nvSpPr>
          <p:spPr>
            <a:xfrm>
              <a:off x="4800025" y="3014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42" y="1"/>
                  </a:moveTo>
                  <a:cubicBezTo>
                    <a:pt x="97" y="1"/>
                    <a:pt x="47" y="30"/>
                    <a:pt x="33" y="71"/>
                  </a:cubicBezTo>
                  <a:cubicBezTo>
                    <a:pt x="0" y="141"/>
                    <a:pt x="33" y="228"/>
                    <a:pt x="87" y="244"/>
                  </a:cubicBezTo>
                  <a:cubicBezTo>
                    <a:pt x="103" y="261"/>
                    <a:pt x="120" y="261"/>
                    <a:pt x="136" y="261"/>
                  </a:cubicBezTo>
                  <a:cubicBezTo>
                    <a:pt x="190" y="244"/>
                    <a:pt x="223" y="228"/>
                    <a:pt x="239" y="174"/>
                  </a:cubicBezTo>
                  <a:cubicBezTo>
                    <a:pt x="256" y="125"/>
                    <a:pt x="239" y="71"/>
                    <a:pt x="206" y="38"/>
                  </a:cubicBezTo>
                  <a:cubicBezTo>
                    <a:pt x="206" y="22"/>
                    <a:pt x="190" y="2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1" name="Google Shape;20601;p54"/>
            <p:cNvSpPr/>
            <p:nvPr/>
          </p:nvSpPr>
          <p:spPr>
            <a:xfrm>
              <a:off x="4807750" y="29975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94" y="1"/>
                  </a:moveTo>
                  <a:cubicBezTo>
                    <a:pt x="54" y="1"/>
                    <a:pt x="13" y="32"/>
                    <a:pt x="1" y="84"/>
                  </a:cubicBezTo>
                  <a:lnTo>
                    <a:pt x="1" y="133"/>
                  </a:lnTo>
                  <a:cubicBezTo>
                    <a:pt x="1" y="187"/>
                    <a:pt x="17" y="236"/>
                    <a:pt x="66" y="253"/>
                  </a:cubicBezTo>
                  <a:cubicBezTo>
                    <a:pt x="77" y="258"/>
                    <a:pt x="88" y="261"/>
                    <a:pt x="99" y="261"/>
                  </a:cubicBezTo>
                  <a:cubicBezTo>
                    <a:pt x="128" y="261"/>
                    <a:pt x="158" y="244"/>
                    <a:pt x="170" y="220"/>
                  </a:cubicBezTo>
                  <a:cubicBezTo>
                    <a:pt x="190" y="203"/>
                    <a:pt x="207" y="203"/>
                    <a:pt x="207" y="170"/>
                  </a:cubicBezTo>
                  <a:cubicBezTo>
                    <a:pt x="223" y="100"/>
                    <a:pt x="207" y="30"/>
                    <a:pt x="137" y="14"/>
                  </a:cubicBezTo>
                  <a:cubicBezTo>
                    <a:pt x="123" y="5"/>
                    <a:pt x="109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2" name="Google Shape;20602;p54"/>
            <p:cNvSpPr/>
            <p:nvPr/>
          </p:nvSpPr>
          <p:spPr>
            <a:xfrm>
              <a:off x="4804250" y="29699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41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0"/>
                    <a:pt x="227" y="103"/>
                  </a:cubicBezTo>
                  <a:cubicBezTo>
                    <a:pt x="227" y="70"/>
                    <a:pt x="206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3" name="Google Shape;20603;p54"/>
            <p:cNvSpPr/>
            <p:nvPr/>
          </p:nvSpPr>
          <p:spPr>
            <a:xfrm>
              <a:off x="4885875" y="296735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37"/>
                  </a:cubicBezTo>
                  <a:cubicBezTo>
                    <a:pt x="17" y="70"/>
                    <a:pt x="1" y="157"/>
                    <a:pt x="54" y="206"/>
                  </a:cubicBezTo>
                  <a:cubicBezTo>
                    <a:pt x="73" y="237"/>
                    <a:pt x="104" y="256"/>
                    <a:pt x="137" y="256"/>
                  </a:cubicBezTo>
                  <a:cubicBezTo>
                    <a:pt x="161" y="256"/>
                    <a:pt x="186" y="246"/>
                    <a:pt x="207" y="223"/>
                  </a:cubicBezTo>
                  <a:cubicBezTo>
                    <a:pt x="240" y="190"/>
                    <a:pt x="260" y="103"/>
                    <a:pt x="223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4" name="Google Shape;20604;p54"/>
            <p:cNvSpPr/>
            <p:nvPr/>
          </p:nvSpPr>
          <p:spPr>
            <a:xfrm>
              <a:off x="4836500" y="29933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2" y="1"/>
                  </a:moveTo>
                  <a:cubicBezTo>
                    <a:pt x="93" y="1"/>
                    <a:pt x="77" y="13"/>
                    <a:pt x="50" y="28"/>
                  </a:cubicBezTo>
                  <a:cubicBezTo>
                    <a:pt x="17" y="78"/>
                    <a:pt x="1" y="164"/>
                    <a:pt x="34" y="214"/>
                  </a:cubicBezTo>
                  <a:cubicBezTo>
                    <a:pt x="50" y="251"/>
                    <a:pt x="87" y="267"/>
                    <a:pt x="120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40" y="181"/>
                    <a:pt x="240" y="148"/>
                  </a:cubicBezTo>
                  <a:cubicBezTo>
                    <a:pt x="240" y="110"/>
                    <a:pt x="223" y="78"/>
                    <a:pt x="207" y="45"/>
                  </a:cubicBezTo>
                  <a:cubicBezTo>
                    <a:pt x="207" y="28"/>
                    <a:pt x="190" y="28"/>
                    <a:pt x="174" y="7"/>
                  </a:cubicBezTo>
                  <a:lnTo>
                    <a:pt x="137" y="7"/>
                  </a:lnTo>
                  <a:cubicBezTo>
                    <a:pt x="127" y="3"/>
                    <a:pt x="119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5" name="Google Shape;20605;p54"/>
            <p:cNvSpPr/>
            <p:nvPr/>
          </p:nvSpPr>
          <p:spPr>
            <a:xfrm>
              <a:off x="4844650" y="3007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5"/>
                    <a:pt x="111" y="265"/>
                  </a:cubicBezTo>
                  <a:cubicBezTo>
                    <a:pt x="118" y="265"/>
                    <a:pt x="127" y="262"/>
                    <a:pt x="137" y="256"/>
                  </a:cubicBezTo>
                  <a:cubicBezTo>
                    <a:pt x="207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6" name="Google Shape;20606;p54"/>
            <p:cNvSpPr/>
            <p:nvPr/>
          </p:nvSpPr>
          <p:spPr>
            <a:xfrm>
              <a:off x="4843425" y="297820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28" y="0"/>
                  </a:moveTo>
                  <a:cubicBezTo>
                    <a:pt x="120" y="0"/>
                    <a:pt x="111" y="5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7" y="185"/>
                    <a:pt x="33" y="222"/>
                    <a:pt x="50" y="238"/>
                  </a:cubicBezTo>
                  <a:cubicBezTo>
                    <a:pt x="61" y="250"/>
                    <a:pt x="83" y="262"/>
                    <a:pt x="107" y="262"/>
                  </a:cubicBezTo>
                  <a:cubicBezTo>
                    <a:pt x="116" y="262"/>
                    <a:pt x="126" y="260"/>
                    <a:pt x="136" y="255"/>
                  </a:cubicBezTo>
                  <a:cubicBezTo>
                    <a:pt x="169" y="255"/>
                    <a:pt x="186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86" y="32"/>
                  </a:cubicBezTo>
                  <a:cubicBezTo>
                    <a:pt x="169" y="16"/>
                    <a:pt x="169" y="16"/>
                    <a:pt x="153" y="16"/>
                  </a:cubicBezTo>
                  <a:cubicBezTo>
                    <a:pt x="144" y="5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7" name="Google Shape;20607;p54"/>
            <p:cNvSpPr/>
            <p:nvPr/>
          </p:nvSpPr>
          <p:spPr>
            <a:xfrm>
              <a:off x="4838250" y="294847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20" y="256"/>
                    <a:pt x="137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4" y="71"/>
                    <a:pt x="207" y="34"/>
                    <a:pt x="186" y="17"/>
                  </a:cubicBezTo>
                  <a:lnTo>
                    <a:pt x="17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8" name="Google Shape;20608;p54"/>
            <p:cNvSpPr/>
            <p:nvPr/>
          </p:nvSpPr>
          <p:spPr>
            <a:xfrm>
              <a:off x="4844650" y="29629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3" y="0"/>
                  </a:moveTo>
                  <a:cubicBezTo>
                    <a:pt x="124" y="0"/>
                    <a:pt x="115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33" y="215"/>
                    <a:pt x="87" y="265"/>
                    <a:pt x="137" y="265"/>
                  </a:cubicBezTo>
                  <a:cubicBezTo>
                    <a:pt x="174" y="248"/>
                    <a:pt x="207" y="232"/>
                    <a:pt x="223" y="215"/>
                  </a:cubicBezTo>
                  <a:cubicBezTo>
                    <a:pt x="240" y="178"/>
                    <a:pt x="240" y="145"/>
                    <a:pt x="240" y="112"/>
                  </a:cubicBezTo>
                  <a:cubicBezTo>
                    <a:pt x="223" y="75"/>
                    <a:pt x="223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50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9" name="Google Shape;20609;p54"/>
            <p:cNvSpPr/>
            <p:nvPr/>
          </p:nvSpPr>
          <p:spPr>
            <a:xfrm>
              <a:off x="4830525" y="29657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37" y="256"/>
                    <a:pt x="170" y="239"/>
                    <a:pt x="186" y="223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0" name="Google Shape;20610;p54"/>
            <p:cNvSpPr/>
            <p:nvPr/>
          </p:nvSpPr>
          <p:spPr>
            <a:xfrm>
              <a:off x="4827425" y="30097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3" y="1"/>
                  </a:moveTo>
                  <a:cubicBezTo>
                    <a:pt x="117" y="1"/>
                    <a:pt x="111" y="2"/>
                    <a:pt x="104" y="8"/>
                  </a:cubicBezTo>
                  <a:cubicBezTo>
                    <a:pt x="88" y="8"/>
                    <a:pt x="71" y="24"/>
                    <a:pt x="55" y="41"/>
                  </a:cubicBezTo>
                  <a:cubicBezTo>
                    <a:pt x="22" y="57"/>
                    <a:pt x="1" y="111"/>
                    <a:pt x="22" y="144"/>
                  </a:cubicBezTo>
                  <a:cubicBezTo>
                    <a:pt x="22" y="177"/>
                    <a:pt x="38" y="214"/>
                    <a:pt x="55" y="231"/>
                  </a:cubicBezTo>
                  <a:cubicBezTo>
                    <a:pt x="88" y="247"/>
                    <a:pt x="104" y="264"/>
                    <a:pt x="141" y="264"/>
                  </a:cubicBezTo>
                  <a:cubicBezTo>
                    <a:pt x="191" y="247"/>
                    <a:pt x="244" y="198"/>
                    <a:pt x="244" y="128"/>
                  </a:cubicBezTo>
                  <a:lnTo>
                    <a:pt x="244" y="111"/>
                  </a:lnTo>
                  <a:cubicBezTo>
                    <a:pt x="228" y="57"/>
                    <a:pt x="207" y="24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1" name="Google Shape;20611;p54"/>
            <p:cNvSpPr/>
            <p:nvPr/>
          </p:nvSpPr>
          <p:spPr>
            <a:xfrm>
              <a:off x="4595525" y="279070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0"/>
                  </a:moveTo>
                  <a:cubicBezTo>
                    <a:pt x="117" y="0"/>
                    <a:pt x="110" y="2"/>
                    <a:pt x="104" y="8"/>
                  </a:cubicBezTo>
                  <a:lnTo>
                    <a:pt x="71" y="8"/>
                  </a:lnTo>
                  <a:cubicBezTo>
                    <a:pt x="21" y="24"/>
                    <a:pt x="0" y="94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1" y="247"/>
                    <a:pt x="104" y="263"/>
                    <a:pt x="141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94"/>
                    <a:pt x="227" y="94"/>
                    <a:pt x="207" y="74"/>
                  </a:cubicBezTo>
                  <a:cubicBezTo>
                    <a:pt x="207" y="41"/>
                    <a:pt x="174" y="24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2" name="Google Shape;20612;p54"/>
            <p:cNvSpPr/>
            <p:nvPr/>
          </p:nvSpPr>
          <p:spPr>
            <a:xfrm>
              <a:off x="4561625" y="2857250"/>
              <a:ext cx="3925" cy="6625"/>
            </a:xfrm>
            <a:custGeom>
              <a:avLst/>
              <a:gdLst/>
              <a:ahLst/>
              <a:cxnLst/>
              <a:rect l="l" t="t" r="r" b="b"/>
              <a:pathLst>
                <a:path w="157" h="265" extrusionOk="0">
                  <a:moveTo>
                    <a:pt x="36" y="0"/>
                  </a:moveTo>
                  <a:cubicBezTo>
                    <a:pt x="30" y="0"/>
                    <a:pt x="23" y="2"/>
                    <a:pt x="17" y="9"/>
                  </a:cubicBezTo>
                  <a:lnTo>
                    <a:pt x="0" y="9"/>
                  </a:lnTo>
                  <a:lnTo>
                    <a:pt x="0" y="248"/>
                  </a:lnTo>
                  <a:cubicBezTo>
                    <a:pt x="17" y="265"/>
                    <a:pt x="37" y="265"/>
                    <a:pt x="54" y="265"/>
                  </a:cubicBezTo>
                  <a:cubicBezTo>
                    <a:pt x="87" y="248"/>
                    <a:pt x="103" y="232"/>
                    <a:pt x="120" y="215"/>
                  </a:cubicBezTo>
                  <a:cubicBezTo>
                    <a:pt x="140" y="178"/>
                    <a:pt x="157" y="145"/>
                    <a:pt x="140" y="112"/>
                  </a:cubicBezTo>
                  <a:cubicBezTo>
                    <a:pt x="140" y="75"/>
                    <a:pt x="120" y="42"/>
                    <a:pt x="103" y="26"/>
                  </a:cubicBezTo>
                  <a:cubicBezTo>
                    <a:pt x="87" y="26"/>
                    <a:pt x="87" y="9"/>
                    <a:pt x="70" y="9"/>
                  </a:cubicBezTo>
                  <a:cubicBezTo>
                    <a:pt x="59" y="9"/>
                    <a:pt x="48" y="0"/>
                    <a:pt x="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3" name="Google Shape;20613;p54"/>
            <p:cNvSpPr/>
            <p:nvPr/>
          </p:nvSpPr>
          <p:spPr>
            <a:xfrm>
              <a:off x="4578000" y="28848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83" y="17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7" y="244"/>
                    <a:pt x="83" y="261"/>
                    <a:pt x="120" y="261"/>
                  </a:cubicBezTo>
                  <a:cubicBezTo>
                    <a:pt x="153" y="261"/>
                    <a:pt x="170" y="261"/>
                    <a:pt x="207" y="244"/>
                  </a:cubicBezTo>
                  <a:cubicBezTo>
                    <a:pt x="223" y="207"/>
                    <a:pt x="240" y="191"/>
                    <a:pt x="240" y="158"/>
                  </a:cubicBezTo>
                  <a:cubicBezTo>
                    <a:pt x="240" y="120"/>
                    <a:pt x="240" y="87"/>
                    <a:pt x="207" y="54"/>
                  </a:cubicBezTo>
                  <a:cubicBezTo>
                    <a:pt x="207" y="38"/>
                    <a:pt x="186" y="17"/>
                    <a:pt x="170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4" name="Google Shape;20614;p54"/>
            <p:cNvSpPr/>
            <p:nvPr/>
          </p:nvSpPr>
          <p:spPr>
            <a:xfrm>
              <a:off x="4568100" y="2919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3"/>
                    <a:pt x="17" y="153"/>
                  </a:cubicBezTo>
                  <a:cubicBezTo>
                    <a:pt x="17" y="186"/>
                    <a:pt x="34" y="224"/>
                    <a:pt x="67" y="240"/>
                  </a:cubicBezTo>
                  <a:cubicBezTo>
                    <a:pt x="81" y="252"/>
                    <a:pt x="102" y="263"/>
                    <a:pt x="119" y="263"/>
                  </a:cubicBezTo>
                  <a:cubicBezTo>
                    <a:pt x="126" y="263"/>
                    <a:pt x="132" y="261"/>
                    <a:pt x="137" y="257"/>
                  </a:cubicBezTo>
                  <a:cubicBezTo>
                    <a:pt x="207" y="257"/>
                    <a:pt x="240" y="186"/>
                    <a:pt x="240" y="121"/>
                  </a:cubicBezTo>
                  <a:cubicBezTo>
                    <a:pt x="223" y="83"/>
                    <a:pt x="223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5" name="Google Shape;20615;p54"/>
            <p:cNvSpPr/>
            <p:nvPr/>
          </p:nvSpPr>
          <p:spPr>
            <a:xfrm>
              <a:off x="4576650" y="2857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6" y="245"/>
                    <a:pt x="87" y="261"/>
                    <a:pt x="121" y="261"/>
                  </a:cubicBezTo>
                  <a:cubicBezTo>
                    <a:pt x="144" y="261"/>
                    <a:pt x="168" y="253"/>
                    <a:pt x="191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6" name="Google Shape;20616;p54"/>
            <p:cNvSpPr/>
            <p:nvPr/>
          </p:nvSpPr>
          <p:spPr>
            <a:xfrm>
              <a:off x="4573675" y="2807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7" name="Google Shape;20617;p54"/>
            <p:cNvSpPr/>
            <p:nvPr/>
          </p:nvSpPr>
          <p:spPr>
            <a:xfrm>
              <a:off x="4571500" y="29489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0"/>
                    <a:pt x="1" y="70"/>
                    <a:pt x="17" y="136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7" y="239"/>
                    <a:pt x="120" y="260"/>
                    <a:pt x="137" y="260"/>
                  </a:cubicBezTo>
                  <a:cubicBezTo>
                    <a:pt x="174" y="239"/>
                    <a:pt x="190" y="223"/>
                    <a:pt x="207" y="206"/>
                  </a:cubicBezTo>
                  <a:cubicBezTo>
                    <a:pt x="240" y="173"/>
                    <a:pt x="240" y="136"/>
                    <a:pt x="240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8" name="Google Shape;20618;p54"/>
            <p:cNvSpPr/>
            <p:nvPr/>
          </p:nvSpPr>
          <p:spPr>
            <a:xfrm>
              <a:off x="4574075" y="290167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34" y="34"/>
                    <a:pt x="17" y="50"/>
                  </a:cubicBezTo>
                  <a:cubicBezTo>
                    <a:pt x="1" y="88"/>
                    <a:pt x="1" y="120"/>
                    <a:pt x="1" y="153"/>
                  </a:cubicBezTo>
                  <a:cubicBezTo>
                    <a:pt x="17" y="191"/>
                    <a:pt x="17" y="224"/>
                    <a:pt x="54" y="240"/>
                  </a:cubicBezTo>
                  <a:cubicBezTo>
                    <a:pt x="66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8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9" name="Google Shape;20619;p54"/>
            <p:cNvSpPr/>
            <p:nvPr/>
          </p:nvSpPr>
          <p:spPr>
            <a:xfrm>
              <a:off x="4575425" y="297982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6" y="260"/>
                    <a:pt x="104" y="260"/>
                    <a:pt x="137" y="260"/>
                  </a:cubicBezTo>
                  <a:cubicBezTo>
                    <a:pt x="186" y="239"/>
                    <a:pt x="223" y="190"/>
                    <a:pt x="223" y="103"/>
                  </a:cubicBezTo>
                  <a:cubicBezTo>
                    <a:pt x="223" y="7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0" name="Google Shape;20620;p54"/>
            <p:cNvSpPr/>
            <p:nvPr/>
          </p:nvSpPr>
          <p:spPr>
            <a:xfrm>
              <a:off x="4561625" y="2909000"/>
              <a:ext cx="425" cy="3025"/>
            </a:xfrm>
            <a:custGeom>
              <a:avLst/>
              <a:gdLst/>
              <a:ahLst/>
              <a:cxnLst/>
              <a:rect l="l" t="t" r="r" b="b"/>
              <a:pathLst>
                <a:path w="17" h="121" extrusionOk="0">
                  <a:moveTo>
                    <a:pt x="0" y="1"/>
                  </a:moveTo>
                  <a:lnTo>
                    <a:pt x="0" y="120"/>
                  </a:lnTo>
                  <a:cubicBezTo>
                    <a:pt x="17" y="83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1" name="Google Shape;20621;p54"/>
            <p:cNvSpPr/>
            <p:nvPr/>
          </p:nvSpPr>
          <p:spPr>
            <a:xfrm>
              <a:off x="4566350" y="282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2" name="Google Shape;20622;p54"/>
            <p:cNvSpPr/>
            <p:nvPr/>
          </p:nvSpPr>
          <p:spPr>
            <a:xfrm>
              <a:off x="4565950" y="28406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70" y="0"/>
                    <a:pt x="50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7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3" name="Google Shape;20623;p54"/>
            <p:cNvSpPr/>
            <p:nvPr/>
          </p:nvSpPr>
          <p:spPr>
            <a:xfrm>
              <a:off x="4560800" y="2809425"/>
              <a:ext cx="4350" cy="6475"/>
            </a:xfrm>
            <a:custGeom>
              <a:avLst/>
              <a:gdLst/>
              <a:ahLst/>
              <a:cxnLst/>
              <a:rect l="l" t="t" r="r" b="b"/>
              <a:pathLst>
                <a:path w="174" h="259" extrusionOk="0">
                  <a:moveTo>
                    <a:pt x="42" y="1"/>
                  </a:moveTo>
                  <a:cubicBezTo>
                    <a:pt x="29" y="1"/>
                    <a:pt x="17" y="5"/>
                    <a:pt x="0" y="13"/>
                  </a:cubicBezTo>
                  <a:cubicBezTo>
                    <a:pt x="17" y="100"/>
                    <a:pt x="17" y="186"/>
                    <a:pt x="33" y="252"/>
                  </a:cubicBezTo>
                  <a:cubicBezTo>
                    <a:pt x="40" y="256"/>
                    <a:pt x="48" y="258"/>
                    <a:pt x="56" y="258"/>
                  </a:cubicBezTo>
                  <a:cubicBezTo>
                    <a:pt x="88" y="258"/>
                    <a:pt x="123" y="226"/>
                    <a:pt x="136" y="186"/>
                  </a:cubicBezTo>
                  <a:cubicBezTo>
                    <a:pt x="173" y="116"/>
                    <a:pt x="136" y="30"/>
                    <a:pt x="87" y="13"/>
                  </a:cubicBezTo>
                  <a:cubicBezTo>
                    <a:pt x="68" y="5"/>
                    <a:pt x="55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4" name="Google Shape;20624;p54"/>
            <p:cNvSpPr/>
            <p:nvPr/>
          </p:nvSpPr>
          <p:spPr>
            <a:xfrm>
              <a:off x="4562950" y="2889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1"/>
                  </a:moveTo>
                  <a:cubicBezTo>
                    <a:pt x="107" y="1"/>
                    <a:pt x="98" y="3"/>
                    <a:pt x="87" y="8"/>
                  </a:cubicBezTo>
                  <a:lnTo>
                    <a:pt x="67" y="8"/>
                  </a:lnTo>
                  <a:cubicBezTo>
                    <a:pt x="17" y="45"/>
                    <a:pt x="1" y="95"/>
                    <a:pt x="1" y="148"/>
                  </a:cubicBezTo>
                  <a:cubicBezTo>
                    <a:pt x="1" y="181"/>
                    <a:pt x="17" y="214"/>
                    <a:pt x="50" y="231"/>
                  </a:cubicBezTo>
                  <a:cubicBezTo>
                    <a:pt x="67" y="268"/>
                    <a:pt x="104" y="268"/>
                    <a:pt x="120" y="268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95"/>
                    <a:pt x="207" y="95"/>
                    <a:pt x="207" y="78"/>
                  </a:cubicBezTo>
                  <a:cubicBezTo>
                    <a:pt x="207" y="45"/>
                    <a:pt x="170" y="25"/>
                    <a:pt x="153" y="8"/>
                  </a:cubicBezTo>
                  <a:cubicBezTo>
                    <a:pt x="142" y="8"/>
                    <a:pt x="131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5" name="Google Shape;20625;p54"/>
            <p:cNvSpPr/>
            <p:nvPr/>
          </p:nvSpPr>
          <p:spPr>
            <a:xfrm>
              <a:off x="4561625" y="2951050"/>
              <a:ext cx="950" cy="5175"/>
            </a:xfrm>
            <a:custGeom>
              <a:avLst/>
              <a:gdLst/>
              <a:ahLst/>
              <a:cxnLst/>
              <a:rect l="l" t="t" r="r" b="b"/>
              <a:pathLst>
                <a:path w="38" h="207" extrusionOk="0">
                  <a:moveTo>
                    <a:pt x="0" y="1"/>
                  </a:moveTo>
                  <a:lnTo>
                    <a:pt x="0" y="207"/>
                  </a:lnTo>
                  <a:cubicBezTo>
                    <a:pt x="17" y="174"/>
                    <a:pt x="37" y="120"/>
                    <a:pt x="37" y="87"/>
                  </a:cubicBezTo>
                  <a:cubicBezTo>
                    <a:pt x="17" y="50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6" name="Google Shape;20626;p54"/>
            <p:cNvSpPr/>
            <p:nvPr/>
          </p:nvSpPr>
          <p:spPr>
            <a:xfrm>
              <a:off x="4561625" y="29332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5" y="1"/>
                  </a:moveTo>
                  <a:cubicBezTo>
                    <a:pt x="69" y="1"/>
                    <a:pt x="49" y="13"/>
                    <a:pt x="37" y="24"/>
                  </a:cubicBezTo>
                  <a:cubicBezTo>
                    <a:pt x="17" y="41"/>
                    <a:pt x="0" y="61"/>
                    <a:pt x="0" y="94"/>
                  </a:cubicBezTo>
                  <a:lnTo>
                    <a:pt x="0" y="164"/>
                  </a:lnTo>
                  <a:cubicBezTo>
                    <a:pt x="0" y="181"/>
                    <a:pt x="0" y="197"/>
                    <a:pt x="17" y="214"/>
                  </a:cubicBezTo>
                  <a:cubicBezTo>
                    <a:pt x="38" y="245"/>
                    <a:pt x="69" y="263"/>
                    <a:pt x="101" y="263"/>
                  </a:cubicBezTo>
                  <a:cubicBezTo>
                    <a:pt x="125" y="263"/>
                    <a:pt x="150" y="253"/>
                    <a:pt x="173" y="230"/>
                  </a:cubicBezTo>
                  <a:cubicBezTo>
                    <a:pt x="206" y="181"/>
                    <a:pt x="223" y="111"/>
                    <a:pt x="190" y="41"/>
                  </a:cubicBezTo>
                  <a:cubicBezTo>
                    <a:pt x="173" y="24"/>
                    <a:pt x="157" y="8"/>
                    <a:pt x="140" y="8"/>
                  </a:cubicBezTo>
                  <a:lnTo>
                    <a:pt x="103" y="8"/>
                  </a:lnTo>
                  <a:cubicBezTo>
                    <a:pt x="98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7" name="Google Shape;20627;p54"/>
            <p:cNvSpPr/>
            <p:nvPr/>
          </p:nvSpPr>
          <p:spPr>
            <a:xfrm>
              <a:off x="4579250" y="28376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8" name="Google Shape;20628;p54"/>
            <p:cNvSpPr/>
            <p:nvPr/>
          </p:nvSpPr>
          <p:spPr>
            <a:xfrm>
              <a:off x="4613550" y="2815575"/>
              <a:ext cx="6125" cy="6675"/>
            </a:xfrm>
            <a:custGeom>
              <a:avLst/>
              <a:gdLst/>
              <a:ahLst/>
              <a:cxnLst/>
              <a:rect l="l" t="t" r="r" b="b"/>
              <a:pathLst>
                <a:path w="245" h="267" extrusionOk="0">
                  <a:moveTo>
                    <a:pt x="128" y="1"/>
                  </a:moveTo>
                  <a:cubicBezTo>
                    <a:pt x="82" y="1"/>
                    <a:pt x="47" y="23"/>
                    <a:pt x="22" y="77"/>
                  </a:cubicBezTo>
                  <a:cubicBezTo>
                    <a:pt x="1" y="147"/>
                    <a:pt x="38" y="233"/>
                    <a:pt x="88" y="250"/>
                  </a:cubicBezTo>
                  <a:cubicBezTo>
                    <a:pt x="104" y="266"/>
                    <a:pt x="125" y="266"/>
                    <a:pt x="141" y="266"/>
                  </a:cubicBezTo>
                  <a:cubicBezTo>
                    <a:pt x="174" y="250"/>
                    <a:pt x="207" y="233"/>
                    <a:pt x="228" y="180"/>
                  </a:cubicBezTo>
                  <a:cubicBezTo>
                    <a:pt x="244" y="130"/>
                    <a:pt x="244" y="77"/>
                    <a:pt x="207" y="44"/>
                  </a:cubicBezTo>
                  <a:cubicBezTo>
                    <a:pt x="191" y="27"/>
                    <a:pt x="191" y="6"/>
                    <a:pt x="174" y="6"/>
                  </a:cubicBezTo>
                  <a:cubicBezTo>
                    <a:pt x="158" y="3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9" name="Google Shape;20629;p54"/>
            <p:cNvSpPr/>
            <p:nvPr/>
          </p:nvSpPr>
          <p:spPr>
            <a:xfrm>
              <a:off x="4640675" y="27814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87" y="17"/>
                    <a:pt x="70" y="17"/>
                  </a:cubicBezTo>
                  <a:cubicBezTo>
                    <a:pt x="17" y="33"/>
                    <a:pt x="0" y="87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0" name="Google Shape;20630;p54"/>
            <p:cNvSpPr/>
            <p:nvPr/>
          </p:nvSpPr>
          <p:spPr>
            <a:xfrm>
              <a:off x="4611925" y="2833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03" y="0"/>
                  </a:moveTo>
                  <a:cubicBezTo>
                    <a:pt x="86" y="0"/>
                    <a:pt x="68" y="4"/>
                    <a:pt x="49" y="12"/>
                  </a:cubicBezTo>
                  <a:cubicBezTo>
                    <a:pt x="33" y="29"/>
                    <a:pt x="16" y="50"/>
                    <a:pt x="0" y="83"/>
                  </a:cubicBezTo>
                  <a:lnTo>
                    <a:pt x="0" y="169"/>
                  </a:lnTo>
                  <a:cubicBezTo>
                    <a:pt x="16" y="202"/>
                    <a:pt x="33" y="235"/>
                    <a:pt x="66" y="256"/>
                  </a:cubicBezTo>
                  <a:cubicBezTo>
                    <a:pt x="78" y="260"/>
                    <a:pt x="92" y="262"/>
                    <a:pt x="105" y="262"/>
                  </a:cubicBezTo>
                  <a:cubicBezTo>
                    <a:pt x="149" y="262"/>
                    <a:pt x="194" y="239"/>
                    <a:pt x="206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1" name="Google Shape;20631;p54"/>
            <p:cNvSpPr/>
            <p:nvPr/>
          </p:nvSpPr>
          <p:spPr>
            <a:xfrm>
              <a:off x="4798275" y="30323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17" y="82"/>
                  </a:cubicBezTo>
                  <a:cubicBezTo>
                    <a:pt x="0" y="119"/>
                    <a:pt x="0" y="152"/>
                    <a:pt x="0" y="169"/>
                  </a:cubicBezTo>
                  <a:cubicBezTo>
                    <a:pt x="17" y="202"/>
                    <a:pt x="33" y="239"/>
                    <a:pt x="70" y="255"/>
                  </a:cubicBezTo>
                  <a:cubicBezTo>
                    <a:pt x="88" y="264"/>
                    <a:pt x="104" y="268"/>
                    <a:pt x="120" y="268"/>
                  </a:cubicBezTo>
                  <a:cubicBezTo>
                    <a:pt x="163" y="268"/>
                    <a:pt x="199" y="237"/>
                    <a:pt x="223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2" name="Google Shape;20632;p54"/>
            <p:cNvSpPr/>
            <p:nvPr/>
          </p:nvSpPr>
          <p:spPr>
            <a:xfrm>
              <a:off x="4580575" y="28217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36" y="0"/>
                  </a:moveTo>
                  <a:cubicBezTo>
                    <a:pt x="85" y="0"/>
                    <a:pt x="44" y="30"/>
                    <a:pt x="17" y="71"/>
                  </a:cubicBezTo>
                  <a:cubicBezTo>
                    <a:pt x="1" y="141"/>
                    <a:pt x="34" y="227"/>
                    <a:pt x="83" y="244"/>
                  </a:cubicBezTo>
                  <a:cubicBezTo>
                    <a:pt x="97" y="253"/>
                    <a:pt x="113" y="257"/>
                    <a:pt x="128" y="257"/>
                  </a:cubicBezTo>
                  <a:cubicBezTo>
                    <a:pt x="170" y="257"/>
                    <a:pt x="211" y="225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3" name="Google Shape;20633;p54"/>
            <p:cNvSpPr/>
            <p:nvPr/>
          </p:nvSpPr>
          <p:spPr>
            <a:xfrm>
              <a:off x="4945150" y="2958375"/>
              <a:ext cx="5575" cy="6000"/>
            </a:xfrm>
            <a:custGeom>
              <a:avLst/>
              <a:gdLst/>
              <a:ahLst/>
              <a:cxnLst/>
              <a:rect l="l" t="t" r="r" b="b"/>
              <a:pathLst>
                <a:path w="223" h="240" extrusionOk="0">
                  <a:moveTo>
                    <a:pt x="54" y="1"/>
                  </a:moveTo>
                  <a:cubicBezTo>
                    <a:pt x="17" y="50"/>
                    <a:pt x="0" y="137"/>
                    <a:pt x="54" y="190"/>
                  </a:cubicBezTo>
                  <a:cubicBezTo>
                    <a:pt x="70" y="207"/>
                    <a:pt x="87" y="223"/>
                    <a:pt x="120" y="240"/>
                  </a:cubicBezTo>
                  <a:cubicBezTo>
                    <a:pt x="157" y="240"/>
                    <a:pt x="174" y="223"/>
                    <a:pt x="206" y="207"/>
                  </a:cubicBezTo>
                  <a:cubicBezTo>
                    <a:pt x="206" y="190"/>
                    <a:pt x="223" y="190"/>
                    <a:pt x="223" y="170"/>
                  </a:cubicBezTo>
                  <a:cubicBezTo>
                    <a:pt x="174" y="120"/>
                    <a:pt x="120" y="50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4" name="Google Shape;20634;p54"/>
            <p:cNvSpPr/>
            <p:nvPr/>
          </p:nvSpPr>
          <p:spPr>
            <a:xfrm>
              <a:off x="4893200" y="29536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5" name="Google Shape;20635;p54"/>
            <p:cNvSpPr/>
            <p:nvPr/>
          </p:nvSpPr>
          <p:spPr>
            <a:xfrm>
              <a:off x="4899175" y="29360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8" y="17"/>
                    <a:pt x="17" y="54"/>
                  </a:cubicBezTo>
                  <a:cubicBezTo>
                    <a:pt x="1" y="71"/>
                    <a:pt x="1" y="104"/>
                    <a:pt x="1" y="137"/>
                  </a:cubicBezTo>
                  <a:cubicBezTo>
                    <a:pt x="1" y="174"/>
                    <a:pt x="17" y="207"/>
                    <a:pt x="54" y="223"/>
                  </a:cubicBezTo>
                  <a:cubicBezTo>
                    <a:pt x="71" y="261"/>
                    <a:pt x="104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6" name="Google Shape;20636;p54"/>
            <p:cNvSpPr/>
            <p:nvPr/>
          </p:nvSpPr>
          <p:spPr>
            <a:xfrm>
              <a:off x="4888050" y="2926525"/>
              <a:ext cx="5575" cy="3950"/>
            </a:xfrm>
            <a:custGeom>
              <a:avLst/>
              <a:gdLst/>
              <a:ahLst/>
              <a:cxnLst/>
              <a:rect l="l" t="t" r="r" b="b"/>
              <a:pathLst>
                <a:path w="223" h="158" extrusionOk="0">
                  <a:moveTo>
                    <a:pt x="0" y="1"/>
                  </a:moveTo>
                  <a:lnTo>
                    <a:pt x="0" y="54"/>
                  </a:lnTo>
                  <a:cubicBezTo>
                    <a:pt x="0" y="87"/>
                    <a:pt x="17" y="124"/>
                    <a:pt x="33" y="141"/>
                  </a:cubicBezTo>
                  <a:cubicBezTo>
                    <a:pt x="70" y="157"/>
                    <a:pt x="103" y="157"/>
                    <a:pt x="120" y="157"/>
                  </a:cubicBezTo>
                  <a:cubicBezTo>
                    <a:pt x="173" y="157"/>
                    <a:pt x="223" y="87"/>
                    <a:pt x="223" y="38"/>
                  </a:cubicBezTo>
                  <a:cubicBezTo>
                    <a:pt x="153" y="21"/>
                    <a:pt x="87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7" name="Google Shape;20637;p54"/>
            <p:cNvSpPr/>
            <p:nvPr/>
          </p:nvSpPr>
          <p:spPr>
            <a:xfrm>
              <a:off x="4889275" y="2999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0"/>
                  </a:moveTo>
                  <a:cubicBezTo>
                    <a:pt x="83" y="0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8" name="Google Shape;20638;p54"/>
            <p:cNvSpPr/>
            <p:nvPr/>
          </p:nvSpPr>
          <p:spPr>
            <a:xfrm>
              <a:off x="4588725" y="2808550"/>
              <a:ext cx="6400" cy="6475"/>
            </a:xfrm>
            <a:custGeom>
              <a:avLst/>
              <a:gdLst/>
              <a:ahLst/>
              <a:cxnLst/>
              <a:rect l="l" t="t" r="r" b="b"/>
              <a:pathLst>
                <a:path w="256" h="259" extrusionOk="0">
                  <a:moveTo>
                    <a:pt x="126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8" y="257"/>
                    <a:pt x="109" y="259"/>
                    <a:pt x="120" y="259"/>
                  </a:cubicBezTo>
                  <a:cubicBezTo>
                    <a:pt x="171" y="259"/>
                    <a:pt x="212" y="226"/>
                    <a:pt x="239" y="168"/>
                  </a:cubicBezTo>
                  <a:cubicBezTo>
                    <a:pt x="256" y="102"/>
                    <a:pt x="223" y="32"/>
                    <a:pt x="169" y="15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9" name="Google Shape;20639;p54"/>
            <p:cNvSpPr/>
            <p:nvPr/>
          </p:nvSpPr>
          <p:spPr>
            <a:xfrm>
              <a:off x="4584800" y="28698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22"/>
                    <a:pt x="1" y="88"/>
                    <a:pt x="17" y="158"/>
                  </a:cubicBezTo>
                  <a:cubicBezTo>
                    <a:pt x="17" y="191"/>
                    <a:pt x="38" y="228"/>
                    <a:pt x="71" y="244"/>
                  </a:cubicBezTo>
                  <a:cubicBezTo>
                    <a:pt x="82" y="256"/>
                    <a:pt x="102" y="268"/>
                    <a:pt x="120" y="268"/>
                  </a:cubicBezTo>
                  <a:cubicBezTo>
                    <a:pt x="128" y="268"/>
                    <a:pt x="135" y="266"/>
                    <a:pt x="141" y="261"/>
                  </a:cubicBezTo>
                  <a:cubicBezTo>
                    <a:pt x="174" y="261"/>
                    <a:pt x="207" y="244"/>
                    <a:pt x="223" y="207"/>
                  </a:cubicBezTo>
                  <a:cubicBezTo>
                    <a:pt x="244" y="191"/>
                    <a:pt x="244" y="158"/>
                    <a:pt x="244" y="125"/>
                  </a:cubicBezTo>
                  <a:cubicBezTo>
                    <a:pt x="223" y="88"/>
                    <a:pt x="223" y="55"/>
                    <a:pt x="190" y="38"/>
                  </a:cubicBezTo>
                  <a:cubicBezTo>
                    <a:pt x="190" y="22"/>
                    <a:pt x="174" y="22"/>
                    <a:pt x="174" y="22"/>
                  </a:cubicBezTo>
                  <a:cubicBezTo>
                    <a:pt x="15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0" name="Google Shape;20640;p54"/>
            <p:cNvSpPr/>
            <p:nvPr/>
          </p:nvSpPr>
          <p:spPr>
            <a:xfrm>
              <a:off x="4593875" y="283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66" y="22"/>
                    <a:pt x="50" y="38"/>
                  </a:cubicBezTo>
                  <a:cubicBezTo>
                    <a:pt x="0" y="88"/>
                    <a:pt x="0" y="158"/>
                    <a:pt x="33" y="228"/>
                  </a:cubicBezTo>
                  <a:cubicBezTo>
                    <a:pt x="52" y="255"/>
                    <a:pt x="81" y="267"/>
                    <a:pt x="113" y="267"/>
                  </a:cubicBezTo>
                  <a:cubicBezTo>
                    <a:pt x="139" y="267"/>
                    <a:pt x="166" y="259"/>
                    <a:pt x="190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190" y="38"/>
                    <a:pt x="170" y="22"/>
                    <a:pt x="153" y="22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1" name="Google Shape;20641;p54"/>
            <p:cNvSpPr/>
            <p:nvPr/>
          </p:nvSpPr>
          <p:spPr>
            <a:xfrm>
              <a:off x="4604600" y="2849350"/>
              <a:ext cx="5575" cy="6550"/>
            </a:xfrm>
            <a:custGeom>
              <a:avLst/>
              <a:gdLst/>
              <a:ahLst/>
              <a:cxnLst/>
              <a:rect l="l" t="t" r="r" b="b"/>
              <a:pathLst>
                <a:path w="223" h="262" extrusionOk="0">
                  <a:moveTo>
                    <a:pt x="114" y="1"/>
                  </a:moveTo>
                  <a:cubicBezTo>
                    <a:pt x="107" y="1"/>
                    <a:pt x="103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33" y="222"/>
                    <a:pt x="50" y="239"/>
                  </a:cubicBezTo>
                  <a:cubicBezTo>
                    <a:pt x="64" y="250"/>
                    <a:pt x="85" y="262"/>
                    <a:pt x="102" y="262"/>
                  </a:cubicBezTo>
                  <a:cubicBezTo>
                    <a:pt x="109" y="262"/>
                    <a:pt x="115" y="260"/>
                    <a:pt x="120" y="255"/>
                  </a:cubicBezTo>
                  <a:cubicBezTo>
                    <a:pt x="153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cubicBezTo>
                    <a:pt x="173" y="16"/>
                    <a:pt x="153" y="16"/>
                    <a:pt x="153" y="16"/>
                  </a:cubicBezTo>
                  <a:lnTo>
                    <a:pt x="136" y="16"/>
                  </a:lnTo>
                  <a:cubicBezTo>
                    <a:pt x="128" y="6"/>
                    <a:pt x="120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2" name="Google Shape;20642;p54"/>
            <p:cNvSpPr/>
            <p:nvPr/>
          </p:nvSpPr>
          <p:spPr>
            <a:xfrm>
              <a:off x="4561625" y="2982800"/>
              <a:ext cx="3000" cy="6525"/>
            </a:xfrm>
            <a:custGeom>
              <a:avLst/>
              <a:gdLst/>
              <a:ahLst/>
              <a:cxnLst/>
              <a:rect l="l" t="t" r="r" b="b"/>
              <a:pathLst>
                <a:path w="120" h="261" extrusionOk="0">
                  <a:moveTo>
                    <a:pt x="0" y="1"/>
                  </a:moveTo>
                  <a:lnTo>
                    <a:pt x="0" y="260"/>
                  </a:lnTo>
                  <a:cubicBezTo>
                    <a:pt x="54" y="260"/>
                    <a:pt x="87" y="223"/>
                    <a:pt x="103" y="174"/>
                  </a:cubicBezTo>
                  <a:cubicBezTo>
                    <a:pt x="120" y="141"/>
                    <a:pt x="103" y="87"/>
                    <a:pt x="87" y="38"/>
                  </a:cubicBezTo>
                  <a:cubicBezTo>
                    <a:pt x="70" y="38"/>
                    <a:pt x="54" y="17"/>
                    <a:pt x="37" y="17"/>
                  </a:cubicBezTo>
                  <a:cubicBezTo>
                    <a:pt x="17" y="1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3" name="Google Shape;20643;p54"/>
            <p:cNvSpPr/>
            <p:nvPr/>
          </p:nvSpPr>
          <p:spPr>
            <a:xfrm>
              <a:off x="4601200" y="28200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4"/>
                    <a:pt x="84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4" name="Google Shape;20644;p54"/>
            <p:cNvSpPr/>
            <p:nvPr/>
          </p:nvSpPr>
          <p:spPr>
            <a:xfrm>
              <a:off x="4596875" y="2866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1" y="0"/>
                  </a:moveTo>
                  <a:cubicBezTo>
                    <a:pt x="76" y="0"/>
                    <a:pt x="41" y="31"/>
                    <a:pt x="17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73" y="252"/>
                    <a:pt x="223" y="219"/>
                    <a:pt x="223" y="186"/>
                  </a:cubicBezTo>
                  <a:cubicBezTo>
                    <a:pt x="239" y="132"/>
                    <a:pt x="239" y="83"/>
                    <a:pt x="206" y="46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45" name="Google Shape;20645;p54"/>
          <p:cNvSpPr/>
          <p:nvPr/>
        </p:nvSpPr>
        <p:spPr>
          <a:xfrm rot="10800000" flipH="1">
            <a:off x="410206" y="1976937"/>
            <a:ext cx="846599" cy="692702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6" name="Google Shape;20646;p54"/>
          <p:cNvSpPr/>
          <p:nvPr/>
        </p:nvSpPr>
        <p:spPr>
          <a:xfrm flipH="1">
            <a:off x="351625" y="3210400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7" name="Google Shape;20647;p54"/>
          <p:cNvSpPr/>
          <p:nvPr/>
        </p:nvSpPr>
        <p:spPr>
          <a:xfrm flipH="1">
            <a:off x="6945632" y="4478376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7">
    <p:spTree>
      <p:nvGrpSpPr>
        <p:cNvPr id="1" name="Shape 20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9" name="Google Shape;20649;p55"/>
          <p:cNvSpPr/>
          <p:nvPr/>
        </p:nvSpPr>
        <p:spPr>
          <a:xfrm rot="10800000">
            <a:off x="-481625" y="-182998"/>
            <a:ext cx="1791600" cy="1887873"/>
          </a:xfrm>
          <a:custGeom>
            <a:avLst/>
            <a:gdLst/>
            <a:ahLst/>
            <a:cxnLst/>
            <a:rect l="l" t="t" r="r" b="b"/>
            <a:pathLst>
              <a:path w="3592" h="3785" extrusionOk="0">
                <a:moveTo>
                  <a:pt x="1450" y="1"/>
                </a:moveTo>
                <a:cubicBezTo>
                  <a:pt x="1202" y="1"/>
                  <a:pt x="970" y="64"/>
                  <a:pt x="809" y="263"/>
                </a:cubicBezTo>
                <a:cubicBezTo>
                  <a:pt x="706" y="400"/>
                  <a:pt x="652" y="589"/>
                  <a:pt x="619" y="762"/>
                </a:cubicBezTo>
                <a:cubicBezTo>
                  <a:pt x="413" y="1772"/>
                  <a:pt x="207" y="2787"/>
                  <a:pt x="1" y="3784"/>
                </a:cubicBezTo>
                <a:lnTo>
                  <a:pt x="3592" y="3784"/>
                </a:lnTo>
                <a:lnTo>
                  <a:pt x="3592" y="400"/>
                </a:lnTo>
                <a:cubicBezTo>
                  <a:pt x="3039" y="263"/>
                  <a:pt x="2442" y="193"/>
                  <a:pt x="2062" y="90"/>
                </a:cubicBezTo>
                <a:cubicBezTo>
                  <a:pt x="1869" y="44"/>
                  <a:pt x="1654" y="1"/>
                  <a:pt x="14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50" name="Google Shape;20650;p55"/>
          <p:cNvGrpSpPr/>
          <p:nvPr/>
        </p:nvGrpSpPr>
        <p:grpSpPr>
          <a:xfrm flipH="1">
            <a:off x="8674412" y="-183011"/>
            <a:ext cx="901674" cy="1575190"/>
            <a:chOff x="5052950" y="2452900"/>
            <a:chExt cx="213900" cy="373675"/>
          </a:xfrm>
        </p:grpSpPr>
        <p:sp>
          <p:nvSpPr>
            <p:cNvPr id="20651" name="Google Shape;20651;p55"/>
            <p:cNvSpPr/>
            <p:nvPr/>
          </p:nvSpPr>
          <p:spPr>
            <a:xfrm>
              <a:off x="5133675" y="26259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70" y="17"/>
                    <a:pt x="54" y="33"/>
                    <a:pt x="3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37" y="223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2" name="Google Shape;20652;p55"/>
            <p:cNvSpPr/>
            <p:nvPr/>
          </p:nvSpPr>
          <p:spPr>
            <a:xfrm>
              <a:off x="5133675" y="25013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21"/>
                    <a:pt x="0" y="71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21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3" name="Google Shape;20653;p55"/>
            <p:cNvSpPr/>
            <p:nvPr/>
          </p:nvSpPr>
          <p:spPr>
            <a:xfrm>
              <a:off x="5132025" y="2593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8" y="0"/>
                  </a:moveTo>
                  <a:cubicBezTo>
                    <a:pt x="100" y="0"/>
                    <a:pt x="78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3" y="250"/>
                    <a:pt x="120" y="267"/>
                  </a:cubicBezTo>
                  <a:cubicBezTo>
                    <a:pt x="153" y="267"/>
                    <a:pt x="169" y="250"/>
                    <a:pt x="206" y="234"/>
                  </a:cubicBezTo>
                  <a:cubicBezTo>
                    <a:pt x="239" y="180"/>
                    <a:pt x="256" y="110"/>
                    <a:pt x="223" y="44"/>
                  </a:cubicBezTo>
                  <a:cubicBezTo>
                    <a:pt x="206" y="28"/>
                    <a:pt x="186" y="7"/>
                    <a:pt x="169" y="7"/>
                  </a:cubicBezTo>
                  <a:lnTo>
                    <a:pt x="136" y="7"/>
                  </a:lnTo>
                  <a:cubicBezTo>
                    <a:pt x="132" y="2"/>
                    <a:pt x="12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4" name="Google Shape;20654;p55"/>
            <p:cNvSpPr/>
            <p:nvPr/>
          </p:nvSpPr>
          <p:spPr>
            <a:xfrm>
              <a:off x="5134075" y="25306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87" y="1"/>
                    <a:pt x="71" y="17"/>
                    <a:pt x="54" y="33"/>
                  </a:cubicBezTo>
                  <a:cubicBezTo>
                    <a:pt x="21" y="50"/>
                    <a:pt x="1" y="104"/>
                    <a:pt x="21" y="137"/>
                  </a:cubicBezTo>
                  <a:cubicBezTo>
                    <a:pt x="21" y="170"/>
                    <a:pt x="38" y="207"/>
                    <a:pt x="54" y="223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44" y="120"/>
                  </a:cubicBezTo>
                  <a:lnTo>
                    <a:pt x="244" y="104"/>
                  </a:lnTo>
                  <a:cubicBezTo>
                    <a:pt x="227" y="50"/>
                    <a:pt x="20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5" name="Google Shape;20655;p55"/>
            <p:cNvSpPr/>
            <p:nvPr/>
          </p:nvSpPr>
          <p:spPr>
            <a:xfrm>
              <a:off x="5132425" y="2547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0" y="256"/>
                    <a:pt x="115" y="261"/>
                    <a:pt x="130" y="261"/>
                  </a:cubicBezTo>
                  <a:cubicBezTo>
                    <a:pt x="170" y="261"/>
                    <a:pt x="211" y="229"/>
                    <a:pt x="223" y="178"/>
                  </a:cubicBezTo>
                  <a:cubicBezTo>
                    <a:pt x="240" y="107"/>
                    <a:pt x="223" y="42"/>
                    <a:pt x="153" y="4"/>
                  </a:cubicBez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6" name="Google Shape;20656;p55"/>
            <p:cNvSpPr/>
            <p:nvPr/>
          </p:nvSpPr>
          <p:spPr>
            <a:xfrm>
              <a:off x="5125925" y="26105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" y="190"/>
                    <a:pt x="17" y="223"/>
                    <a:pt x="55" y="240"/>
                  </a:cubicBezTo>
                  <a:cubicBezTo>
                    <a:pt x="66" y="252"/>
                    <a:pt x="86" y="263"/>
                    <a:pt x="103" y="263"/>
                  </a:cubicBezTo>
                  <a:cubicBezTo>
                    <a:pt x="109" y="263"/>
                    <a:pt x="116" y="261"/>
                    <a:pt x="120" y="256"/>
                  </a:cubicBezTo>
                  <a:cubicBezTo>
                    <a:pt x="158" y="256"/>
                    <a:pt x="191" y="240"/>
                    <a:pt x="207" y="207"/>
                  </a:cubicBezTo>
                  <a:cubicBezTo>
                    <a:pt x="224" y="190"/>
                    <a:pt x="224" y="153"/>
                    <a:pt x="224" y="120"/>
                  </a:cubicBezTo>
                  <a:cubicBezTo>
                    <a:pt x="224" y="87"/>
                    <a:pt x="207" y="50"/>
                    <a:pt x="174" y="34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7" name="Google Shape;20657;p55"/>
            <p:cNvSpPr/>
            <p:nvPr/>
          </p:nvSpPr>
          <p:spPr>
            <a:xfrm>
              <a:off x="5128925" y="26430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87" y="21"/>
                    <a:pt x="87" y="21"/>
                    <a:pt x="71" y="21"/>
                  </a:cubicBezTo>
                  <a:cubicBezTo>
                    <a:pt x="38" y="38"/>
                    <a:pt x="0" y="104"/>
                    <a:pt x="0" y="157"/>
                  </a:cubicBezTo>
                  <a:cubicBezTo>
                    <a:pt x="21" y="190"/>
                    <a:pt x="38" y="227"/>
                    <a:pt x="54" y="244"/>
                  </a:cubicBezTo>
                  <a:cubicBezTo>
                    <a:pt x="66" y="255"/>
                    <a:pt x="86" y="267"/>
                    <a:pt x="109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4"/>
                  </a:cubicBezTo>
                  <a:lnTo>
                    <a:pt x="227" y="87"/>
                  </a:lnTo>
                  <a:cubicBezTo>
                    <a:pt x="207" y="54"/>
                    <a:pt x="190" y="38"/>
                    <a:pt x="157" y="21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8" name="Google Shape;20658;p55"/>
            <p:cNvSpPr/>
            <p:nvPr/>
          </p:nvSpPr>
          <p:spPr>
            <a:xfrm>
              <a:off x="5132425" y="2577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87" y="261"/>
                    <a:pt x="120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0" y="17"/>
                    <a:pt x="1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9" name="Google Shape;20659;p55"/>
            <p:cNvSpPr/>
            <p:nvPr/>
          </p:nvSpPr>
          <p:spPr>
            <a:xfrm>
              <a:off x="5130275" y="247012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6" y="0"/>
                  </a:moveTo>
                  <a:cubicBezTo>
                    <a:pt x="120" y="0"/>
                    <a:pt x="111" y="4"/>
                    <a:pt x="103" y="13"/>
                  </a:cubicBezTo>
                  <a:cubicBezTo>
                    <a:pt x="50" y="13"/>
                    <a:pt x="0" y="83"/>
                    <a:pt x="17" y="153"/>
                  </a:cubicBezTo>
                  <a:cubicBezTo>
                    <a:pt x="17" y="186"/>
                    <a:pt x="33" y="219"/>
                    <a:pt x="70" y="239"/>
                  </a:cubicBezTo>
                  <a:cubicBezTo>
                    <a:pt x="87" y="256"/>
                    <a:pt x="103" y="272"/>
                    <a:pt x="136" y="272"/>
                  </a:cubicBezTo>
                  <a:cubicBezTo>
                    <a:pt x="173" y="256"/>
                    <a:pt x="190" y="239"/>
                    <a:pt x="206" y="202"/>
                  </a:cubicBezTo>
                  <a:cubicBezTo>
                    <a:pt x="223" y="186"/>
                    <a:pt x="239" y="153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3" y="13"/>
                  </a:cubicBezTo>
                  <a:lnTo>
                    <a:pt x="136" y="13"/>
                  </a:lnTo>
                  <a:cubicBezTo>
                    <a:pt x="136" y="4"/>
                    <a:pt x="132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0" name="Google Shape;20660;p55"/>
            <p:cNvSpPr/>
            <p:nvPr/>
          </p:nvSpPr>
          <p:spPr>
            <a:xfrm>
              <a:off x="5116975" y="2504300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0" y="1"/>
                  </a:moveTo>
                  <a:cubicBezTo>
                    <a:pt x="95" y="1"/>
                    <a:pt x="47" y="35"/>
                    <a:pt x="33" y="89"/>
                  </a:cubicBezTo>
                  <a:cubicBezTo>
                    <a:pt x="0" y="159"/>
                    <a:pt x="33" y="229"/>
                    <a:pt x="87" y="262"/>
                  </a:cubicBezTo>
                  <a:lnTo>
                    <a:pt x="136" y="262"/>
                  </a:lnTo>
                  <a:cubicBezTo>
                    <a:pt x="190" y="262"/>
                    <a:pt x="223" y="229"/>
                    <a:pt x="239" y="175"/>
                  </a:cubicBezTo>
                  <a:cubicBezTo>
                    <a:pt x="256" y="126"/>
                    <a:pt x="239" y="72"/>
                    <a:pt x="206" y="39"/>
                  </a:cubicBezTo>
                  <a:cubicBezTo>
                    <a:pt x="206" y="39"/>
                    <a:pt x="190" y="23"/>
                    <a:pt x="169" y="6"/>
                  </a:cubicBezTo>
                  <a:cubicBezTo>
                    <a:pt x="160" y="2"/>
                    <a:pt x="15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1" name="Google Shape;20661;p55"/>
            <p:cNvSpPr/>
            <p:nvPr/>
          </p:nvSpPr>
          <p:spPr>
            <a:xfrm>
              <a:off x="5106650" y="25356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2" y="0"/>
                  </a:moveTo>
                  <a:cubicBezTo>
                    <a:pt x="97" y="0"/>
                    <a:pt x="47" y="30"/>
                    <a:pt x="34" y="71"/>
                  </a:cubicBezTo>
                  <a:cubicBezTo>
                    <a:pt x="1" y="141"/>
                    <a:pt x="34" y="227"/>
                    <a:pt x="88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91" y="244"/>
                    <a:pt x="224" y="227"/>
                    <a:pt x="240" y="174"/>
                  </a:cubicBezTo>
                  <a:cubicBezTo>
                    <a:pt x="257" y="124"/>
                    <a:pt x="240" y="71"/>
                    <a:pt x="207" y="38"/>
                  </a:cubicBezTo>
                  <a:cubicBezTo>
                    <a:pt x="207" y="21"/>
                    <a:pt x="191" y="21"/>
                    <a:pt x="170" y="5"/>
                  </a:cubicBezTo>
                  <a:cubicBezTo>
                    <a:pt x="161" y="2"/>
                    <a:pt x="152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2" name="Google Shape;20662;p55"/>
            <p:cNvSpPr/>
            <p:nvPr/>
          </p:nvSpPr>
          <p:spPr>
            <a:xfrm>
              <a:off x="5110875" y="2490625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2" y="190"/>
                    <a:pt x="38" y="223"/>
                    <a:pt x="55" y="244"/>
                  </a:cubicBezTo>
                  <a:cubicBezTo>
                    <a:pt x="66" y="256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0"/>
                    <a:pt x="228" y="157"/>
                    <a:pt x="228" y="120"/>
                  </a:cubicBezTo>
                  <a:cubicBezTo>
                    <a:pt x="228" y="87"/>
                    <a:pt x="207" y="54"/>
                    <a:pt x="191" y="38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3" name="Google Shape;20663;p55"/>
            <p:cNvSpPr/>
            <p:nvPr/>
          </p:nvSpPr>
          <p:spPr>
            <a:xfrm>
              <a:off x="50997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4" y="17"/>
                    <a:pt x="1" y="83"/>
                    <a:pt x="17" y="153"/>
                  </a:cubicBezTo>
                  <a:cubicBezTo>
                    <a:pt x="17" y="186"/>
                    <a:pt x="34" y="223"/>
                    <a:pt x="54" y="239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cubicBezTo>
                    <a:pt x="223" y="66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4" name="Google Shape;20664;p55"/>
            <p:cNvSpPr/>
            <p:nvPr/>
          </p:nvSpPr>
          <p:spPr>
            <a:xfrm>
              <a:off x="5122950" y="24869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lnTo>
                    <a:pt x="136" y="253"/>
                  </a:lnTo>
                  <a:cubicBezTo>
                    <a:pt x="174" y="253"/>
                    <a:pt x="206" y="220"/>
                    <a:pt x="223" y="187"/>
                  </a:cubicBezTo>
                  <a:cubicBezTo>
                    <a:pt x="239" y="133"/>
                    <a:pt x="223" y="84"/>
                    <a:pt x="206" y="47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5" name="Google Shape;20665;p55"/>
            <p:cNvSpPr/>
            <p:nvPr/>
          </p:nvSpPr>
          <p:spPr>
            <a:xfrm>
              <a:off x="5099350" y="269320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2"/>
                    <a:pt x="50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50" y="247"/>
                    <a:pt x="87" y="263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81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6" name="Google Shape;20666;p55"/>
            <p:cNvSpPr/>
            <p:nvPr/>
          </p:nvSpPr>
          <p:spPr>
            <a:xfrm>
              <a:off x="5124700" y="2562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4"/>
                    <a:pt x="33" y="219"/>
                    <a:pt x="87" y="257"/>
                  </a:cubicBezTo>
                  <a:cubicBezTo>
                    <a:pt x="99" y="259"/>
                    <a:pt x="110" y="261"/>
                    <a:pt x="121" y="261"/>
                  </a:cubicBezTo>
                  <a:cubicBezTo>
                    <a:pt x="171" y="261"/>
                    <a:pt x="212" y="231"/>
                    <a:pt x="240" y="186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6" y="5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7" name="Google Shape;20667;p55"/>
            <p:cNvSpPr/>
            <p:nvPr/>
          </p:nvSpPr>
          <p:spPr>
            <a:xfrm>
              <a:off x="5121700" y="25332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4" y="261"/>
                    <a:pt x="123" y="263"/>
                    <a:pt x="133" y="263"/>
                  </a:cubicBezTo>
                  <a:cubicBezTo>
                    <a:pt x="155" y="263"/>
                    <a:pt x="175" y="251"/>
                    <a:pt x="186" y="240"/>
                  </a:cubicBezTo>
                  <a:cubicBezTo>
                    <a:pt x="207" y="223"/>
                    <a:pt x="224" y="190"/>
                    <a:pt x="224" y="153"/>
                  </a:cubicBezTo>
                  <a:cubicBezTo>
                    <a:pt x="240" y="120"/>
                    <a:pt x="224" y="87"/>
                    <a:pt x="207" y="50"/>
                  </a:cubicBezTo>
                  <a:cubicBezTo>
                    <a:pt x="186" y="34"/>
                    <a:pt x="170" y="17"/>
                    <a:pt x="153" y="17"/>
                  </a:cubicBezTo>
                  <a:lnTo>
                    <a:pt x="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8" name="Google Shape;20668;p55"/>
            <p:cNvSpPr/>
            <p:nvPr/>
          </p:nvSpPr>
          <p:spPr>
            <a:xfrm>
              <a:off x="5128500" y="251682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04" y="0"/>
                  </a:moveTo>
                  <a:cubicBezTo>
                    <a:pt x="71" y="0"/>
                    <a:pt x="55" y="21"/>
                    <a:pt x="38" y="54"/>
                  </a:cubicBezTo>
                  <a:cubicBezTo>
                    <a:pt x="17" y="87"/>
                    <a:pt x="1" y="124"/>
                    <a:pt x="1" y="157"/>
                  </a:cubicBezTo>
                  <a:cubicBezTo>
                    <a:pt x="17" y="190"/>
                    <a:pt x="38" y="227"/>
                    <a:pt x="55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3"/>
                    <a:pt x="244" y="190"/>
                    <a:pt x="224" y="103"/>
                  </a:cubicBezTo>
                  <a:cubicBezTo>
                    <a:pt x="224" y="70"/>
                    <a:pt x="207" y="54"/>
                    <a:pt x="191" y="21"/>
                  </a:cubicBezTo>
                  <a:lnTo>
                    <a:pt x="158" y="21"/>
                  </a:lnTo>
                  <a:cubicBezTo>
                    <a:pt x="141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9" name="Google Shape;20669;p55"/>
            <p:cNvSpPr/>
            <p:nvPr/>
          </p:nvSpPr>
          <p:spPr>
            <a:xfrm>
              <a:off x="5143150" y="25142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4" y="1"/>
                    <a:pt x="87" y="1"/>
                    <a:pt x="50" y="22"/>
                  </a:cubicBezTo>
                  <a:cubicBezTo>
                    <a:pt x="17" y="71"/>
                    <a:pt x="0" y="158"/>
                    <a:pt x="33" y="207"/>
                  </a:cubicBezTo>
                  <a:cubicBezTo>
                    <a:pt x="50" y="244"/>
                    <a:pt x="87" y="261"/>
                    <a:pt x="120" y="261"/>
                  </a:cubicBezTo>
                  <a:cubicBezTo>
                    <a:pt x="136" y="261"/>
                    <a:pt x="174" y="244"/>
                    <a:pt x="190" y="228"/>
                  </a:cubicBezTo>
                  <a:cubicBezTo>
                    <a:pt x="223" y="207"/>
                    <a:pt x="240" y="174"/>
                    <a:pt x="240" y="141"/>
                  </a:cubicBezTo>
                  <a:cubicBezTo>
                    <a:pt x="240" y="104"/>
                    <a:pt x="240" y="71"/>
                    <a:pt x="207" y="55"/>
                  </a:cubicBezTo>
                  <a:cubicBezTo>
                    <a:pt x="207" y="22"/>
                    <a:pt x="190" y="22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0" name="Google Shape;20670;p55"/>
            <p:cNvSpPr/>
            <p:nvPr/>
          </p:nvSpPr>
          <p:spPr>
            <a:xfrm>
              <a:off x="5139750" y="2561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07"/>
                    <a:pt x="66" y="240"/>
                  </a:cubicBezTo>
                  <a:cubicBezTo>
                    <a:pt x="83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86" y="17"/>
                    <a:pt x="169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1" name="Google Shape;20671;p55"/>
            <p:cNvSpPr/>
            <p:nvPr/>
          </p:nvSpPr>
          <p:spPr>
            <a:xfrm>
              <a:off x="5081300" y="26174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0" y="1"/>
                  </a:moveTo>
                  <a:cubicBezTo>
                    <a:pt x="70" y="1"/>
                    <a:pt x="29" y="33"/>
                    <a:pt x="17" y="81"/>
                  </a:cubicBezTo>
                  <a:cubicBezTo>
                    <a:pt x="1" y="98"/>
                    <a:pt x="1" y="119"/>
                    <a:pt x="1" y="152"/>
                  </a:cubicBezTo>
                  <a:cubicBezTo>
                    <a:pt x="17" y="185"/>
                    <a:pt x="34" y="238"/>
                    <a:pt x="87" y="255"/>
                  </a:cubicBezTo>
                  <a:cubicBezTo>
                    <a:pt x="96" y="259"/>
                    <a:pt x="105" y="261"/>
                    <a:pt x="114" y="261"/>
                  </a:cubicBezTo>
                  <a:cubicBezTo>
                    <a:pt x="138" y="261"/>
                    <a:pt x="163" y="246"/>
                    <a:pt x="190" y="222"/>
                  </a:cubicBezTo>
                  <a:cubicBezTo>
                    <a:pt x="207" y="222"/>
                    <a:pt x="207" y="201"/>
                    <a:pt x="223" y="185"/>
                  </a:cubicBezTo>
                  <a:cubicBezTo>
                    <a:pt x="240" y="119"/>
                    <a:pt x="207" y="32"/>
                    <a:pt x="153" y="15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2" name="Google Shape;20672;p55"/>
            <p:cNvSpPr/>
            <p:nvPr/>
          </p:nvSpPr>
          <p:spPr>
            <a:xfrm>
              <a:off x="5166350" y="2483825"/>
              <a:ext cx="2175" cy="1275"/>
            </a:xfrm>
            <a:custGeom>
              <a:avLst/>
              <a:gdLst/>
              <a:ahLst/>
              <a:cxnLst/>
              <a:rect l="l" t="t" r="r" b="b"/>
              <a:pathLst>
                <a:path w="87" h="51" extrusionOk="0">
                  <a:moveTo>
                    <a:pt x="0" y="1"/>
                  </a:moveTo>
                  <a:cubicBezTo>
                    <a:pt x="0" y="17"/>
                    <a:pt x="0" y="17"/>
                    <a:pt x="17" y="17"/>
                  </a:cubicBezTo>
                  <a:cubicBezTo>
                    <a:pt x="33" y="34"/>
                    <a:pt x="50" y="50"/>
                    <a:pt x="87" y="50"/>
                  </a:cubicBezTo>
                  <a:cubicBezTo>
                    <a:pt x="50" y="3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3" name="Google Shape;20673;p55"/>
            <p:cNvSpPr/>
            <p:nvPr/>
          </p:nvSpPr>
          <p:spPr>
            <a:xfrm>
              <a:off x="5118625" y="26279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0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70" y="249"/>
                    <a:pt x="103" y="265"/>
                    <a:pt x="140" y="265"/>
                  </a:cubicBezTo>
                  <a:cubicBezTo>
                    <a:pt x="190" y="249"/>
                    <a:pt x="243" y="179"/>
                    <a:pt x="227" y="113"/>
                  </a:cubicBezTo>
                  <a:cubicBezTo>
                    <a:pt x="227" y="76"/>
                    <a:pt x="206" y="43"/>
                    <a:pt x="190" y="26"/>
                  </a:cubicBezTo>
                  <a:cubicBezTo>
                    <a:pt x="173" y="26"/>
                    <a:pt x="173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4" name="Google Shape;20674;p55"/>
            <p:cNvSpPr/>
            <p:nvPr/>
          </p:nvSpPr>
          <p:spPr>
            <a:xfrm>
              <a:off x="5223025" y="25322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74" y="21"/>
                    <a:pt x="174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5" name="Google Shape;20675;p55"/>
            <p:cNvSpPr/>
            <p:nvPr/>
          </p:nvSpPr>
          <p:spPr>
            <a:xfrm>
              <a:off x="5122950" y="27036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70" y="17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23"/>
                    <a:pt x="54" y="240"/>
                  </a:cubicBezTo>
                  <a:cubicBezTo>
                    <a:pt x="66" y="252"/>
                    <a:pt x="85" y="265"/>
                    <a:pt x="107" y="265"/>
                  </a:cubicBezTo>
                  <a:cubicBezTo>
                    <a:pt x="117" y="265"/>
                    <a:pt x="127" y="263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6" name="Google Shape;20676;p55"/>
            <p:cNvSpPr/>
            <p:nvPr/>
          </p:nvSpPr>
          <p:spPr>
            <a:xfrm>
              <a:off x="5231575" y="2544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74" y="260"/>
                    <a:pt x="191" y="244"/>
                    <a:pt x="207" y="206"/>
                  </a:cubicBezTo>
                  <a:cubicBezTo>
                    <a:pt x="224" y="174"/>
                    <a:pt x="224" y="141"/>
                    <a:pt x="224" y="103"/>
                  </a:cubicBezTo>
                  <a:cubicBezTo>
                    <a:pt x="224" y="70"/>
                    <a:pt x="207" y="54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7" name="Google Shape;20677;p55"/>
            <p:cNvSpPr/>
            <p:nvPr/>
          </p:nvSpPr>
          <p:spPr>
            <a:xfrm>
              <a:off x="5224275" y="25619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3"/>
                    <a:pt x="54" y="240"/>
                  </a:cubicBezTo>
                  <a:cubicBezTo>
                    <a:pt x="87" y="256"/>
                    <a:pt x="124" y="256"/>
                    <a:pt x="140" y="256"/>
                  </a:cubicBezTo>
                  <a:cubicBezTo>
                    <a:pt x="206" y="256"/>
                    <a:pt x="243" y="191"/>
                    <a:pt x="243" y="104"/>
                  </a:cubicBezTo>
                  <a:cubicBezTo>
                    <a:pt x="227" y="87"/>
                    <a:pt x="206" y="50"/>
                    <a:pt x="190" y="34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8" name="Google Shape;20678;p55"/>
            <p:cNvSpPr/>
            <p:nvPr/>
          </p:nvSpPr>
          <p:spPr>
            <a:xfrm>
              <a:off x="5110475" y="2613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87" y="0"/>
                    <a:pt x="54" y="33"/>
                  </a:cubicBezTo>
                  <a:cubicBezTo>
                    <a:pt x="0" y="70"/>
                    <a:pt x="0" y="153"/>
                    <a:pt x="38" y="206"/>
                  </a:cubicBezTo>
                  <a:cubicBezTo>
                    <a:pt x="54" y="239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6"/>
                    <a:pt x="223" y="173"/>
                    <a:pt x="244" y="136"/>
                  </a:cubicBezTo>
                  <a:cubicBezTo>
                    <a:pt x="244" y="103"/>
                    <a:pt x="223" y="70"/>
                    <a:pt x="207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9" name="Google Shape;20679;p55"/>
            <p:cNvSpPr/>
            <p:nvPr/>
          </p:nvSpPr>
          <p:spPr>
            <a:xfrm>
              <a:off x="5112225" y="2568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21"/>
                    <a:pt x="1" y="71"/>
                    <a:pt x="17" y="157"/>
                  </a:cubicBezTo>
                  <a:cubicBezTo>
                    <a:pt x="17" y="190"/>
                    <a:pt x="34" y="20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0" name="Google Shape;20680;p55"/>
            <p:cNvSpPr/>
            <p:nvPr/>
          </p:nvSpPr>
          <p:spPr>
            <a:xfrm>
              <a:off x="5113475" y="26436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3"/>
                    <a:pt x="0" y="153"/>
                    <a:pt x="37" y="223"/>
                  </a:cubicBezTo>
                  <a:cubicBezTo>
                    <a:pt x="54" y="239"/>
                    <a:pt x="87" y="256"/>
                    <a:pt x="103" y="256"/>
                  </a:cubicBezTo>
                  <a:cubicBezTo>
                    <a:pt x="114" y="261"/>
                    <a:pt x="124" y="263"/>
                    <a:pt x="134" y="263"/>
                  </a:cubicBezTo>
                  <a:cubicBezTo>
                    <a:pt x="158" y="263"/>
                    <a:pt x="178" y="251"/>
                    <a:pt x="190" y="239"/>
                  </a:cubicBezTo>
                  <a:cubicBezTo>
                    <a:pt x="243" y="186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1" name="Google Shape;20681;p55"/>
            <p:cNvSpPr/>
            <p:nvPr/>
          </p:nvSpPr>
          <p:spPr>
            <a:xfrm>
              <a:off x="5122525" y="26610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8" y="0"/>
                  </a:moveTo>
                  <a:cubicBezTo>
                    <a:pt x="83" y="0"/>
                    <a:pt x="31" y="35"/>
                    <a:pt x="17" y="91"/>
                  </a:cubicBezTo>
                  <a:cubicBezTo>
                    <a:pt x="1" y="161"/>
                    <a:pt x="17" y="231"/>
                    <a:pt x="71" y="264"/>
                  </a:cubicBezTo>
                  <a:cubicBezTo>
                    <a:pt x="82" y="267"/>
                    <a:pt x="94" y="268"/>
                    <a:pt x="105" y="268"/>
                  </a:cubicBezTo>
                  <a:cubicBezTo>
                    <a:pt x="159" y="268"/>
                    <a:pt x="210" y="235"/>
                    <a:pt x="223" y="177"/>
                  </a:cubicBezTo>
                  <a:cubicBezTo>
                    <a:pt x="240" y="107"/>
                    <a:pt x="207" y="41"/>
                    <a:pt x="153" y="4"/>
                  </a:cubicBezTo>
                  <a:cubicBezTo>
                    <a:pt x="146" y="1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2" name="Google Shape;20682;p55"/>
            <p:cNvSpPr/>
            <p:nvPr/>
          </p:nvSpPr>
          <p:spPr>
            <a:xfrm>
              <a:off x="5114400" y="2518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4" y="0"/>
                  </a:moveTo>
                  <a:cubicBezTo>
                    <a:pt x="53" y="0"/>
                    <a:pt x="12" y="32"/>
                    <a:pt x="0" y="83"/>
                  </a:cubicBezTo>
                  <a:lnTo>
                    <a:pt x="0" y="133"/>
                  </a:lnTo>
                  <a:cubicBezTo>
                    <a:pt x="0" y="186"/>
                    <a:pt x="17" y="236"/>
                    <a:pt x="66" y="252"/>
                  </a:cubicBezTo>
                  <a:cubicBezTo>
                    <a:pt x="76" y="258"/>
                    <a:pt x="88" y="261"/>
                    <a:pt x="99" y="261"/>
                  </a:cubicBezTo>
                  <a:cubicBezTo>
                    <a:pt x="128" y="261"/>
                    <a:pt x="157" y="243"/>
                    <a:pt x="169" y="219"/>
                  </a:cubicBezTo>
                  <a:cubicBezTo>
                    <a:pt x="190" y="219"/>
                    <a:pt x="206" y="203"/>
                    <a:pt x="206" y="170"/>
                  </a:cubicBezTo>
                  <a:cubicBezTo>
                    <a:pt x="223" y="116"/>
                    <a:pt x="206" y="30"/>
                    <a:pt x="136" y="13"/>
                  </a:cubicBezTo>
                  <a:cubicBezTo>
                    <a:pt x="123" y="4"/>
                    <a:pt x="108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3" name="Google Shape;20683;p55"/>
            <p:cNvSpPr/>
            <p:nvPr/>
          </p:nvSpPr>
          <p:spPr>
            <a:xfrm>
              <a:off x="5116975" y="254810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34" y="1"/>
                  </a:moveTo>
                  <a:cubicBezTo>
                    <a:pt x="84" y="1"/>
                    <a:pt x="44" y="35"/>
                    <a:pt x="17" y="89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5"/>
                    <a:pt x="104" y="266"/>
                    <a:pt x="114" y="266"/>
                  </a:cubicBezTo>
                  <a:cubicBezTo>
                    <a:pt x="159" y="266"/>
                    <a:pt x="209" y="234"/>
                    <a:pt x="223" y="176"/>
                  </a:cubicBezTo>
                  <a:cubicBezTo>
                    <a:pt x="256" y="110"/>
                    <a:pt x="223" y="40"/>
                    <a:pt x="169" y="7"/>
                  </a:cubicBezTo>
                  <a:cubicBezTo>
                    <a:pt x="157" y="3"/>
                    <a:pt x="145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4" name="Google Shape;20684;p55"/>
            <p:cNvSpPr/>
            <p:nvPr/>
          </p:nvSpPr>
          <p:spPr>
            <a:xfrm>
              <a:off x="5118625" y="25829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"/>
                    <a:pt x="0" y="71"/>
                    <a:pt x="21" y="137"/>
                  </a:cubicBezTo>
                  <a:cubicBezTo>
                    <a:pt x="21" y="224"/>
                    <a:pt x="87" y="261"/>
                    <a:pt x="140" y="261"/>
                  </a:cubicBezTo>
                  <a:cubicBezTo>
                    <a:pt x="173" y="240"/>
                    <a:pt x="190" y="224"/>
                    <a:pt x="206" y="207"/>
                  </a:cubicBezTo>
                  <a:cubicBezTo>
                    <a:pt x="227" y="174"/>
                    <a:pt x="243" y="137"/>
                    <a:pt x="243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90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5" name="Google Shape;20685;p55"/>
            <p:cNvSpPr/>
            <p:nvPr/>
          </p:nvSpPr>
          <p:spPr>
            <a:xfrm>
              <a:off x="5117375" y="25984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7" y="174"/>
                    <a:pt x="17" y="207"/>
                    <a:pt x="50" y="223"/>
                  </a:cubicBezTo>
                  <a:cubicBezTo>
                    <a:pt x="71" y="260"/>
                    <a:pt x="104" y="260"/>
                    <a:pt x="137" y="260"/>
                  </a:cubicBezTo>
                  <a:cubicBezTo>
                    <a:pt x="153" y="239"/>
                    <a:pt x="190" y="223"/>
                    <a:pt x="207" y="207"/>
                  </a:cubicBezTo>
                  <a:cubicBezTo>
                    <a:pt x="223" y="174"/>
                    <a:pt x="223" y="136"/>
                    <a:pt x="223" y="103"/>
                  </a:cubicBezTo>
                  <a:cubicBezTo>
                    <a:pt x="223" y="70"/>
                    <a:pt x="207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6" name="Google Shape;20686;p55"/>
            <p:cNvSpPr/>
            <p:nvPr/>
          </p:nvSpPr>
          <p:spPr>
            <a:xfrm>
              <a:off x="5093375" y="2493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17"/>
                    <a:pt x="50" y="38"/>
                    <a:pt x="33" y="54"/>
                  </a:cubicBezTo>
                  <a:cubicBezTo>
                    <a:pt x="17" y="87"/>
                    <a:pt x="0" y="120"/>
                    <a:pt x="0" y="158"/>
                  </a:cubicBezTo>
                  <a:cubicBezTo>
                    <a:pt x="17" y="191"/>
                    <a:pt x="33" y="224"/>
                    <a:pt x="50" y="244"/>
                  </a:cubicBezTo>
                  <a:cubicBezTo>
                    <a:pt x="61" y="256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1"/>
                  </a:cubicBezTo>
                  <a:cubicBezTo>
                    <a:pt x="186" y="261"/>
                    <a:pt x="239" y="191"/>
                    <a:pt x="223" y="120"/>
                  </a:cubicBezTo>
                  <a:cubicBezTo>
                    <a:pt x="223" y="87"/>
                    <a:pt x="206" y="54"/>
                    <a:pt x="186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7" name="Google Shape;20687;p55"/>
            <p:cNvSpPr/>
            <p:nvPr/>
          </p:nvSpPr>
          <p:spPr>
            <a:xfrm>
              <a:off x="5078325" y="24953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3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8" name="Google Shape;20688;p55"/>
            <p:cNvSpPr/>
            <p:nvPr/>
          </p:nvSpPr>
          <p:spPr>
            <a:xfrm>
              <a:off x="5085625" y="24781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34" y="1"/>
                    <a:pt x="1" y="71"/>
                    <a:pt x="1" y="141"/>
                  </a:cubicBezTo>
                  <a:cubicBezTo>
                    <a:pt x="1" y="174"/>
                    <a:pt x="17" y="207"/>
                    <a:pt x="50" y="228"/>
                  </a:cubicBezTo>
                  <a:cubicBezTo>
                    <a:pt x="67" y="261"/>
                    <a:pt x="104" y="261"/>
                    <a:pt x="120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70" y="22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9" name="Google Shape;20689;p55"/>
            <p:cNvSpPr/>
            <p:nvPr/>
          </p:nvSpPr>
          <p:spPr>
            <a:xfrm>
              <a:off x="5088625" y="25106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lnTo>
                    <a:pt x="66" y="8"/>
                  </a:lnTo>
                  <a:cubicBezTo>
                    <a:pt x="33" y="41"/>
                    <a:pt x="0" y="94"/>
                    <a:pt x="17" y="144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66" y="268"/>
                    <a:pt x="103" y="268"/>
                    <a:pt x="136" y="268"/>
                  </a:cubicBezTo>
                  <a:cubicBezTo>
                    <a:pt x="190" y="247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1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0" name="Google Shape;20690;p55"/>
            <p:cNvSpPr/>
            <p:nvPr/>
          </p:nvSpPr>
          <p:spPr>
            <a:xfrm>
              <a:off x="5064100" y="24529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7" y="223"/>
                  </a:cubicBezTo>
                  <a:cubicBezTo>
                    <a:pt x="54" y="240"/>
                    <a:pt x="70" y="256"/>
                    <a:pt x="103" y="256"/>
                  </a:cubicBezTo>
                  <a:cubicBezTo>
                    <a:pt x="114" y="261"/>
                    <a:pt x="123" y="263"/>
                    <a:pt x="131" y="263"/>
                  </a:cubicBezTo>
                  <a:cubicBezTo>
                    <a:pt x="151" y="263"/>
                    <a:pt x="167" y="252"/>
                    <a:pt x="190" y="240"/>
                  </a:cubicBezTo>
                  <a:cubicBezTo>
                    <a:pt x="223" y="186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1" name="Google Shape;20691;p55"/>
            <p:cNvSpPr/>
            <p:nvPr/>
          </p:nvSpPr>
          <p:spPr>
            <a:xfrm>
              <a:off x="5082125" y="25285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49"/>
                    <a:pt x="17" y="220"/>
                    <a:pt x="87" y="253"/>
                  </a:cubicBezTo>
                  <a:cubicBezTo>
                    <a:pt x="97" y="256"/>
                    <a:pt x="108" y="258"/>
                    <a:pt x="118" y="258"/>
                  </a:cubicBezTo>
                  <a:cubicBezTo>
                    <a:pt x="164" y="258"/>
                    <a:pt x="210" y="224"/>
                    <a:pt x="223" y="170"/>
                  </a:cubicBezTo>
                  <a:cubicBezTo>
                    <a:pt x="244" y="116"/>
                    <a:pt x="207" y="30"/>
                    <a:pt x="157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2" name="Google Shape;20692;p55"/>
            <p:cNvSpPr/>
            <p:nvPr/>
          </p:nvSpPr>
          <p:spPr>
            <a:xfrm>
              <a:off x="5097600" y="25697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7" y="0"/>
                    <a:pt x="0" y="70"/>
                    <a:pt x="0" y="136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7" y="239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73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3" name="Google Shape;20693;p55"/>
            <p:cNvSpPr/>
            <p:nvPr/>
          </p:nvSpPr>
          <p:spPr>
            <a:xfrm>
              <a:off x="5219125" y="2577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0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21" y="71"/>
                    <a:pt x="0" y="157"/>
                    <a:pt x="37" y="207"/>
                  </a:cubicBezTo>
                  <a:cubicBezTo>
                    <a:pt x="54" y="240"/>
                    <a:pt x="87" y="261"/>
                    <a:pt x="124" y="261"/>
                  </a:cubicBezTo>
                  <a:cubicBezTo>
                    <a:pt x="140" y="261"/>
                    <a:pt x="173" y="261"/>
                    <a:pt x="190" y="223"/>
                  </a:cubicBezTo>
                  <a:cubicBezTo>
                    <a:pt x="243" y="190"/>
                    <a:pt x="260" y="104"/>
                    <a:pt x="206" y="54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4" name="Google Shape;20694;p55"/>
            <p:cNvSpPr/>
            <p:nvPr/>
          </p:nvSpPr>
          <p:spPr>
            <a:xfrm>
              <a:off x="5091600" y="246147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7" y="0"/>
                  </a:moveTo>
                  <a:cubicBezTo>
                    <a:pt x="121" y="0"/>
                    <a:pt x="88" y="0"/>
                    <a:pt x="71" y="17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71" y="239"/>
                    <a:pt x="88" y="256"/>
                    <a:pt x="121" y="256"/>
                  </a:cubicBezTo>
                  <a:cubicBezTo>
                    <a:pt x="154" y="256"/>
                    <a:pt x="174" y="239"/>
                    <a:pt x="207" y="223"/>
                  </a:cubicBezTo>
                  <a:cubicBezTo>
                    <a:pt x="240" y="190"/>
                    <a:pt x="257" y="103"/>
                    <a:pt x="224" y="50"/>
                  </a:cubicBezTo>
                  <a:cubicBezTo>
                    <a:pt x="207" y="33"/>
                    <a:pt x="191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5" name="Google Shape;20695;p55"/>
            <p:cNvSpPr/>
            <p:nvPr/>
          </p:nvSpPr>
          <p:spPr>
            <a:xfrm>
              <a:off x="5094200" y="2540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4" y="256"/>
                    <a:pt x="85" y="267"/>
                    <a:pt x="107" y="267"/>
                  </a:cubicBezTo>
                  <a:cubicBezTo>
                    <a:pt x="117" y="267"/>
                    <a:pt x="126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21"/>
                    <a:pt x="173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6" name="Google Shape;20696;p55"/>
            <p:cNvSpPr/>
            <p:nvPr/>
          </p:nvSpPr>
          <p:spPr>
            <a:xfrm>
              <a:off x="5082550" y="25709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70" y="21"/>
                    <a:pt x="37" y="38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21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29" y="265"/>
                    <a:pt x="140" y="260"/>
                  </a:cubicBezTo>
                  <a:cubicBezTo>
                    <a:pt x="190" y="260"/>
                    <a:pt x="243" y="190"/>
                    <a:pt x="227" y="124"/>
                  </a:cubicBezTo>
                  <a:cubicBezTo>
                    <a:pt x="227" y="87"/>
                    <a:pt x="206" y="54"/>
                    <a:pt x="173" y="38"/>
                  </a:cubicBezTo>
                  <a:cubicBezTo>
                    <a:pt x="173" y="21"/>
                    <a:pt x="173" y="21"/>
                    <a:pt x="157" y="21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7" name="Google Shape;20697;p55"/>
            <p:cNvSpPr/>
            <p:nvPr/>
          </p:nvSpPr>
          <p:spPr>
            <a:xfrm>
              <a:off x="5072225" y="25576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1" y="244"/>
                    <a:pt x="244" y="190"/>
                    <a:pt x="228" y="104"/>
                  </a:cubicBezTo>
                  <a:cubicBezTo>
                    <a:pt x="228" y="71"/>
                    <a:pt x="207" y="54"/>
                    <a:pt x="191" y="17"/>
                  </a:cubicBezTo>
                  <a:lnTo>
                    <a:pt x="158" y="17"/>
                  </a:ln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8" name="Google Shape;20698;p55"/>
            <p:cNvSpPr/>
            <p:nvPr/>
          </p:nvSpPr>
          <p:spPr>
            <a:xfrm>
              <a:off x="5073575" y="25416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5" y="1"/>
                  </a:moveTo>
                  <a:cubicBezTo>
                    <a:pt x="98" y="1"/>
                    <a:pt x="47" y="33"/>
                    <a:pt x="33" y="91"/>
                  </a:cubicBezTo>
                  <a:cubicBezTo>
                    <a:pt x="0" y="161"/>
                    <a:pt x="33" y="227"/>
                    <a:pt x="87" y="244"/>
                  </a:cubicBezTo>
                  <a:cubicBezTo>
                    <a:pt x="105" y="254"/>
                    <a:pt x="122" y="259"/>
                    <a:pt x="138" y="259"/>
                  </a:cubicBezTo>
                  <a:cubicBezTo>
                    <a:pt x="181" y="259"/>
                    <a:pt x="216" y="226"/>
                    <a:pt x="240" y="178"/>
                  </a:cubicBezTo>
                  <a:cubicBezTo>
                    <a:pt x="256" y="108"/>
                    <a:pt x="223" y="38"/>
                    <a:pt x="174" y="5"/>
                  </a:cubicBezTo>
                  <a:cubicBezTo>
                    <a:pt x="165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9" name="Google Shape;20699;p55"/>
            <p:cNvSpPr/>
            <p:nvPr/>
          </p:nvSpPr>
          <p:spPr>
            <a:xfrm>
              <a:off x="5071400" y="2604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1" y="83"/>
                    <a:pt x="1" y="153"/>
                    <a:pt x="34" y="223"/>
                  </a:cubicBezTo>
                  <a:cubicBezTo>
                    <a:pt x="54" y="239"/>
                    <a:pt x="71" y="256"/>
                    <a:pt x="104" y="256"/>
                  </a:cubicBezTo>
                  <a:cubicBezTo>
                    <a:pt x="114" y="261"/>
                    <a:pt x="122" y="263"/>
                    <a:pt x="130" y="263"/>
                  </a:cubicBezTo>
                  <a:cubicBezTo>
                    <a:pt x="150" y="263"/>
                    <a:pt x="167" y="251"/>
                    <a:pt x="191" y="239"/>
                  </a:cubicBezTo>
                  <a:cubicBezTo>
                    <a:pt x="207" y="206"/>
                    <a:pt x="224" y="186"/>
                    <a:pt x="224" y="153"/>
                  </a:cubicBezTo>
                  <a:cubicBezTo>
                    <a:pt x="224" y="120"/>
                    <a:pt x="224" y="83"/>
                    <a:pt x="207" y="50"/>
                  </a:cubicBezTo>
                  <a:cubicBezTo>
                    <a:pt x="191" y="33"/>
                    <a:pt x="174" y="17"/>
                    <a:pt x="158" y="17"/>
                  </a:cubicBezTo>
                  <a:cubicBezTo>
                    <a:pt x="158" y="17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0" name="Google Shape;20700;p55"/>
            <p:cNvSpPr/>
            <p:nvPr/>
          </p:nvSpPr>
          <p:spPr>
            <a:xfrm>
              <a:off x="5078325" y="2589900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1" y="251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6"/>
                  </a:cubicBezTo>
                  <a:cubicBezTo>
                    <a:pt x="153" y="256"/>
                    <a:pt x="190" y="239"/>
                    <a:pt x="206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1" name="Google Shape;20701;p55"/>
            <p:cNvSpPr/>
            <p:nvPr/>
          </p:nvSpPr>
          <p:spPr>
            <a:xfrm>
              <a:off x="5070175" y="25774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0"/>
                  </a:moveTo>
                  <a:cubicBezTo>
                    <a:pt x="83" y="0"/>
                    <a:pt x="50" y="17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23"/>
                  </a:cubicBezTo>
                  <a:cubicBezTo>
                    <a:pt x="35" y="252"/>
                    <a:pt x="64" y="265"/>
                    <a:pt x="95" y="265"/>
                  </a:cubicBezTo>
                  <a:cubicBezTo>
                    <a:pt x="120" y="265"/>
                    <a:pt x="147" y="256"/>
                    <a:pt x="169" y="239"/>
                  </a:cubicBezTo>
                  <a:cubicBezTo>
                    <a:pt x="223" y="190"/>
                    <a:pt x="223" y="103"/>
                    <a:pt x="186" y="50"/>
                  </a:cubicBezTo>
                  <a:cubicBezTo>
                    <a:pt x="169" y="33"/>
                    <a:pt x="153" y="17"/>
                    <a:pt x="136" y="17"/>
                  </a:cubicBezTo>
                  <a:cubicBezTo>
                    <a:pt x="136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2" name="Google Shape;20702;p55"/>
            <p:cNvSpPr/>
            <p:nvPr/>
          </p:nvSpPr>
          <p:spPr>
            <a:xfrm>
              <a:off x="5073150" y="25110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8" y="1"/>
                  </a:moveTo>
                  <a:cubicBezTo>
                    <a:pt x="84" y="1"/>
                    <a:pt x="62" y="12"/>
                    <a:pt x="50" y="24"/>
                  </a:cubicBezTo>
                  <a:cubicBezTo>
                    <a:pt x="1" y="77"/>
                    <a:pt x="1" y="164"/>
                    <a:pt x="34" y="214"/>
                  </a:cubicBezTo>
                  <a:cubicBezTo>
                    <a:pt x="50" y="230"/>
                    <a:pt x="88" y="251"/>
                    <a:pt x="104" y="267"/>
                  </a:cubicBezTo>
                  <a:cubicBezTo>
                    <a:pt x="137" y="267"/>
                    <a:pt x="170" y="251"/>
                    <a:pt x="191" y="230"/>
                  </a:cubicBezTo>
                  <a:cubicBezTo>
                    <a:pt x="240" y="181"/>
                    <a:pt x="240" y="110"/>
                    <a:pt x="207" y="45"/>
                  </a:cubicBezTo>
                  <a:cubicBezTo>
                    <a:pt x="191" y="24"/>
                    <a:pt x="170" y="7"/>
                    <a:pt x="154" y="7"/>
                  </a:cubicBezTo>
                  <a:lnTo>
                    <a:pt x="137" y="7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3" name="Google Shape;20703;p55"/>
            <p:cNvSpPr/>
            <p:nvPr/>
          </p:nvSpPr>
          <p:spPr>
            <a:xfrm>
              <a:off x="5076975" y="2465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38" y="17"/>
                    <a:pt x="1" y="66"/>
                    <a:pt x="1" y="153"/>
                  </a:cubicBezTo>
                  <a:cubicBezTo>
                    <a:pt x="17" y="186"/>
                    <a:pt x="17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7" y="256"/>
                    <a:pt x="190" y="239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4" name="Google Shape;20704;p55"/>
            <p:cNvSpPr/>
            <p:nvPr/>
          </p:nvSpPr>
          <p:spPr>
            <a:xfrm>
              <a:off x="5070175" y="2480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43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43"/>
                  </a:cubicBezTo>
                  <a:cubicBezTo>
                    <a:pt x="223" y="206"/>
                    <a:pt x="223" y="173"/>
                    <a:pt x="240" y="140"/>
                  </a:cubicBezTo>
                  <a:cubicBezTo>
                    <a:pt x="240" y="103"/>
                    <a:pt x="223" y="70"/>
                    <a:pt x="207" y="54"/>
                  </a:cubicBezTo>
                  <a:cubicBezTo>
                    <a:pt x="207" y="37"/>
                    <a:pt x="186" y="21"/>
                    <a:pt x="169" y="21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5" name="Google Shape;20705;p55"/>
            <p:cNvSpPr/>
            <p:nvPr/>
          </p:nvSpPr>
          <p:spPr>
            <a:xfrm>
              <a:off x="5060700" y="2592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70" y="8"/>
                    <a:pt x="33" y="24"/>
                    <a:pt x="17" y="57"/>
                  </a:cubicBezTo>
                  <a:cubicBezTo>
                    <a:pt x="0" y="78"/>
                    <a:pt x="0" y="111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6" name="Google Shape;20706;p55"/>
            <p:cNvSpPr/>
            <p:nvPr/>
          </p:nvSpPr>
          <p:spPr>
            <a:xfrm>
              <a:off x="5058950" y="2560625"/>
              <a:ext cx="6500" cy="6500"/>
            </a:xfrm>
            <a:custGeom>
              <a:avLst/>
              <a:gdLst/>
              <a:ahLst/>
              <a:cxnLst/>
              <a:rect l="l" t="t" r="r" b="b"/>
              <a:pathLst>
                <a:path w="260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7"/>
                  </a:cubicBezTo>
                  <a:cubicBezTo>
                    <a:pt x="17" y="70"/>
                    <a:pt x="0" y="157"/>
                    <a:pt x="37" y="206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43" y="190"/>
                    <a:pt x="260" y="103"/>
                    <a:pt x="206" y="54"/>
                  </a:cubicBezTo>
                  <a:cubicBezTo>
                    <a:pt x="206" y="37"/>
                    <a:pt x="190" y="21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7" name="Google Shape;20707;p55"/>
            <p:cNvSpPr/>
            <p:nvPr/>
          </p:nvSpPr>
          <p:spPr>
            <a:xfrm>
              <a:off x="5060700" y="24678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71"/>
                    <a:pt x="190" y="38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8" name="Google Shape;20708;p55"/>
            <p:cNvSpPr/>
            <p:nvPr/>
          </p:nvSpPr>
          <p:spPr>
            <a:xfrm>
              <a:off x="5055525" y="2483325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21"/>
                    <a:pt x="34" y="37"/>
                    <a:pt x="17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17" y="227"/>
                    <a:pt x="50" y="243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1" y="260"/>
                    <a:pt x="224" y="190"/>
                    <a:pt x="224" y="124"/>
                  </a:cubicBezTo>
                  <a:cubicBezTo>
                    <a:pt x="224" y="87"/>
                    <a:pt x="207" y="54"/>
                    <a:pt x="174" y="37"/>
                  </a:cubicBezTo>
                  <a:cubicBezTo>
                    <a:pt x="174" y="21"/>
                    <a:pt x="154" y="21"/>
                    <a:pt x="154" y="21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9" name="Google Shape;20709;p55"/>
            <p:cNvSpPr/>
            <p:nvPr/>
          </p:nvSpPr>
          <p:spPr>
            <a:xfrm>
              <a:off x="5059350" y="25443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4" y="1"/>
                  </a:moveTo>
                  <a:cubicBezTo>
                    <a:pt x="54" y="17"/>
                    <a:pt x="1" y="87"/>
                    <a:pt x="21" y="158"/>
                  </a:cubicBezTo>
                  <a:cubicBezTo>
                    <a:pt x="21" y="191"/>
                    <a:pt x="38" y="223"/>
                    <a:pt x="54" y="240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1"/>
                  </a:cubicBezTo>
                  <a:cubicBezTo>
                    <a:pt x="207" y="261"/>
                    <a:pt x="244" y="191"/>
                    <a:pt x="227" y="120"/>
                  </a:cubicBezTo>
                  <a:cubicBezTo>
                    <a:pt x="227" y="87"/>
                    <a:pt x="207" y="54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0" name="Google Shape;20710;p55"/>
            <p:cNvSpPr/>
            <p:nvPr/>
          </p:nvSpPr>
          <p:spPr>
            <a:xfrm>
              <a:off x="5052950" y="2670600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0"/>
                  </a:moveTo>
                  <a:lnTo>
                    <a:pt x="1" y="260"/>
                  </a:lnTo>
                  <a:cubicBezTo>
                    <a:pt x="71" y="240"/>
                    <a:pt x="104" y="174"/>
                    <a:pt x="104" y="103"/>
                  </a:cubicBezTo>
                  <a:cubicBezTo>
                    <a:pt x="104" y="70"/>
                    <a:pt x="87" y="33"/>
                    <a:pt x="50" y="17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1" name="Google Shape;20711;p55"/>
            <p:cNvSpPr/>
            <p:nvPr/>
          </p:nvSpPr>
          <p:spPr>
            <a:xfrm>
              <a:off x="5095950" y="261607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0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2" name="Google Shape;20712;p55"/>
            <p:cNvSpPr/>
            <p:nvPr/>
          </p:nvSpPr>
          <p:spPr>
            <a:xfrm>
              <a:off x="5079550" y="26676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38" y="17"/>
                    <a:pt x="1" y="87"/>
                    <a:pt x="17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40"/>
                    <a:pt x="244" y="190"/>
                    <a:pt x="223" y="104"/>
                  </a:cubicBezTo>
                  <a:cubicBezTo>
                    <a:pt x="223" y="71"/>
                    <a:pt x="207" y="50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3" name="Google Shape;20713;p55"/>
            <p:cNvSpPr/>
            <p:nvPr/>
          </p:nvSpPr>
          <p:spPr>
            <a:xfrm>
              <a:off x="5066675" y="25276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3" y="1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4"/>
                    <a:pt x="54" y="240"/>
                  </a:cubicBezTo>
                  <a:cubicBezTo>
                    <a:pt x="77" y="252"/>
                    <a:pt x="92" y="263"/>
                    <a:pt x="112" y="263"/>
                  </a:cubicBezTo>
                  <a:cubicBezTo>
                    <a:pt x="120" y="263"/>
                    <a:pt x="130" y="261"/>
                    <a:pt x="140" y="257"/>
                  </a:cubicBezTo>
                  <a:cubicBezTo>
                    <a:pt x="206" y="257"/>
                    <a:pt x="243" y="186"/>
                    <a:pt x="243" y="121"/>
                  </a:cubicBezTo>
                  <a:cubicBezTo>
                    <a:pt x="223" y="83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4" name="Google Shape;20714;p55"/>
            <p:cNvSpPr/>
            <p:nvPr/>
          </p:nvSpPr>
          <p:spPr>
            <a:xfrm>
              <a:off x="5059350" y="2513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1" y="153"/>
                    <a:pt x="21" y="219"/>
                    <a:pt x="87" y="256"/>
                  </a:cubicBezTo>
                  <a:cubicBezTo>
                    <a:pt x="96" y="259"/>
                    <a:pt x="106" y="260"/>
                    <a:pt x="115" y="260"/>
                  </a:cubicBezTo>
                  <a:cubicBezTo>
                    <a:pt x="162" y="260"/>
                    <a:pt x="210" y="228"/>
                    <a:pt x="227" y="170"/>
                  </a:cubicBezTo>
                  <a:cubicBezTo>
                    <a:pt x="244" y="116"/>
                    <a:pt x="207" y="34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5" name="Google Shape;20715;p55"/>
            <p:cNvSpPr/>
            <p:nvPr/>
          </p:nvSpPr>
          <p:spPr>
            <a:xfrm>
              <a:off x="5052950" y="2628125"/>
              <a:ext cx="2600" cy="6000"/>
            </a:xfrm>
            <a:custGeom>
              <a:avLst/>
              <a:gdLst/>
              <a:ahLst/>
              <a:cxnLst/>
              <a:rect l="l" t="t" r="r" b="b"/>
              <a:pathLst>
                <a:path w="104" h="240" extrusionOk="0">
                  <a:moveTo>
                    <a:pt x="1" y="1"/>
                  </a:moveTo>
                  <a:lnTo>
                    <a:pt x="1" y="240"/>
                  </a:lnTo>
                  <a:cubicBezTo>
                    <a:pt x="34" y="240"/>
                    <a:pt x="71" y="207"/>
                    <a:pt x="87" y="170"/>
                  </a:cubicBezTo>
                  <a:cubicBezTo>
                    <a:pt x="104" y="104"/>
                    <a:pt x="71" y="17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6" name="Google Shape;20716;p55"/>
            <p:cNvSpPr/>
            <p:nvPr/>
          </p:nvSpPr>
          <p:spPr>
            <a:xfrm>
              <a:off x="5055950" y="2610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71" y="0"/>
                  </a:moveTo>
                  <a:cubicBezTo>
                    <a:pt x="33" y="33"/>
                    <a:pt x="0" y="83"/>
                    <a:pt x="0" y="136"/>
                  </a:cubicBezTo>
                  <a:cubicBezTo>
                    <a:pt x="17" y="169"/>
                    <a:pt x="17" y="206"/>
                    <a:pt x="54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40" y="169"/>
                    <a:pt x="223" y="103"/>
                  </a:cubicBezTo>
                  <a:lnTo>
                    <a:pt x="223" y="66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7" name="Google Shape;20717;p55"/>
            <p:cNvSpPr/>
            <p:nvPr/>
          </p:nvSpPr>
          <p:spPr>
            <a:xfrm>
              <a:off x="5052950" y="25774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50" y="0"/>
                    <a:pt x="17" y="33"/>
                    <a:pt x="1" y="87"/>
                  </a:cubicBezTo>
                  <a:lnTo>
                    <a:pt x="1" y="173"/>
                  </a:lnTo>
                  <a:cubicBezTo>
                    <a:pt x="17" y="190"/>
                    <a:pt x="17" y="223"/>
                    <a:pt x="3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3" y="256"/>
                    <a:pt x="174" y="223"/>
                    <a:pt x="191" y="206"/>
                  </a:cubicBezTo>
                  <a:cubicBezTo>
                    <a:pt x="224" y="173"/>
                    <a:pt x="224" y="136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8" name="Google Shape;20718;p55"/>
            <p:cNvSpPr/>
            <p:nvPr/>
          </p:nvSpPr>
          <p:spPr>
            <a:xfrm>
              <a:off x="5099750" y="26464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57"/>
                    <a:pt x="17" y="227"/>
                    <a:pt x="71" y="260"/>
                  </a:cubicBezTo>
                  <a:cubicBezTo>
                    <a:pt x="82" y="263"/>
                    <a:pt x="93" y="265"/>
                    <a:pt x="105" y="265"/>
                  </a:cubicBezTo>
                  <a:cubicBezTo>
                    <a:pt x="159" y="265"/>
                    <a:pt x="210" y="232"/>
                    <a:pt x="223" y="174"/>
                  </a:cubicBezTo>
                  <a:cubicBezTo>
                    <a:pt x="240" y="108"/>
                    <a:pt x="207" y="38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9" name="Google Shape;20719;p55"/>
            <p:cNvSpPr/>
            <p:nvPr/>
          </p:nvSpPr>
          <p:spPr>
            <a:xfrm>
              <a:off x="5052950" y="2500525"/>
              <a:ext cx="1275" cy="5600"/>
            </a:xfrm>
            <a:custGeom>
              <a:avLst/>
              <a:gdLst/>
              <a:ahLst/>
              <a:cxnLst/>
              <a:rect l="l" t="t" r="r" b="b"/>
              <a:pathLst>
                <a:path w="51" h="224" extrusionOk="0">
                  <a:moveTo>
                    <a:pt x="1" y="1"/>
                  </a:moveTo>
                  <a:lnTo>
                    <a:pt x="1" y="223"/>
                  </a:lnTo>
                  <a:lnTo>
                    <a:pt x="17" y="207"/>
                  </a:lnTo>
                  <a:cubicBezTo>
                    <a:pt x="34" y="190"/>
                    <a:pt x="50" y="157"/>
                    <a:pt x="50" y="120"/>
                  </a:cubicBezTo>
                  <a:cubicBezTo>
                    <a:pt x="50" y="87"/>
                    <a:pt x="50" y="54"/>
                    <a:pt x="34" y="34"/>
                  </a:cubicBezTo>
                  <a:cubicBezTo>
                    <a:pt x="17" y="17"/>
                    <a:pt x="17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0" name="Google Shape;20720;p55"/>
            <p:cNvSpPr/>
            <p:nvPr/>
          </p:nvSpPr>
          <p:spPr>
            <a:xfrm>
              <a:off x="5052950" y="2717400"/>
              <a:ext cx="1775" cy="5175"/>
            </a:xfrm>
            <a:custGeom>
              <a:avLst/>
              <a:gdLst/>
              <a:ahLst/>
              <a:cxnLst/>
              <a:rect l="l" t="t" r="r" b="b"/>
              <a:pathLst>
                <a:path w="71" h="207" extrusionOk="0">
                  <a:moveTo>
                    <a:pt x="1" y="0"/>
                  </a:moveTo>
                  <a:lnTo>
                    <a:pt x="1" y="206"/>
                  </a:lnTo>
                  <a:lnTo>
                    <a:pt x="17" y="206"/>
                  </a:lnTo>
                  <a:cubicBezTo>
                    <a:pt x="34" y="190"/>
                    <a:pt x="34" y="173"/>
                    <a:pt x="50" y="157"/>
                  </a:cubicBezTo>
                  <a:cubicBezTo>
                    <a:pt x="71" y="87"/>
                    <a:pt x="50" y="3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1" name="Google Shape;20721;p55"/>
            <p:cNvSpPr/>
            <p:nvPr/>
          </p:nvSpPr>
          <p:spPr>
            <a:xfrm>
              <a:off x="5052950" y="2529550"/>
              <a:ext cx="5200" cy="6575"/>
            </a:xfrm>
            <a:custGeom>
              <a:avLst/>
              <a:gdLst/>
              <a:ahLst/>
              <a:cxnLst/>
              <a:rect l="l" t="t" r="r" b="b"/>
              <a:pathLst>
                <a:path w="208" h="263" extrusionOk="0">
                  <a:moveTo>
                    <a:pt x="91" y="0"/>
                  </a:moveTo>
                  <a:cubicBezTo>
                    <a:pt x="61" y="0"/>
                    <a:pt x="25" y="16"/>
                    <a:pt x="1" y="44"/>
                  </a:cubicBezTo>
                  <a:lnTo>
                    <a:pt x="1" y="233"/>
                  </a:lnTo>
                  <a:cubicBezTo>
                    <a:pt x="17" y="233"/>
                    <a:pt x="17" y="250"/>
                    <a:pt x="34" y="250"/>
                  </a:cubicBezTo>
                  <a:cubicBezTo>
                    <a:pt x="52" y="258"/>
                    <a:pt x="70" y="263"/>
                    <a:pt x="85" y="263"/>
                  </a:cubicBezTo>
                  <a:cubicBezTo>
                    <a:pt x="129" y="263"/>
                    <a:pt x="163" y="231"/>
                    <a:pt x="191" y="180"/>
                  </a:cubicBezTo>
                  <a:cubicBezTo>
                    <a:pt x="207" y="109"/>
                    <a:pt x="174" y="44"/>
                    <a:pt x="120" y="6"/>
                  </a:cubicBezTo>
                  <a:cubicBezTo>
                    <a:pt x="112" y="2"/>
                    <a:pt x="102" y="0"/>
                    <a:pt x="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2" name="Google Shape;20722;p55"/>
            <p:cNvSpPr/>
            <p:nvPr/>
          </p:nvSpPr>
          <p:spPr>
            <a:xfrm>
              <a:off x="5061100" y="2497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87" y="1"/>
                    <a:pt x="54" y="17"/>
                    <a:pt x="54" y="34"/>
                  </a:cubicBezTo>
                  <a:cubicBezTo>
                    <a:pt x="17" y="67"/>
                    <a:pt x="1" y="104"/>
                    <a:pt x="17" y="153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90" y="240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67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3" name="Google Shape;20723;p55"/>
            <p:cNvSpPr/>
            <p:nvPr/>
          </p:nvSpPr>
          <p:spPr>
            <a:xfrm>
              <a:off x="5137175" y="24864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17" y="50"/>
                    <a:pt x="17" y="83"/>
                    <a:pt x="0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86"/>
                    <a:pt x="239" y="104"/>
                    <a:pt x="206" y="50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4" name="Google Shape;20724;p55"/>
            <p:cNvSpPr/>
            <p:nvPr/>
          </p:nvSpPr>
          <p:spPr>
            <a:xfrm>
              <a:off x="5185200" y="26016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5" y="0"/>
                  </a:moveTo>
                  <a:cubicBezTo>
                    <a:pt x="117" y="0"/>
                    <a:pt x="109" y="2"/>
                    <a:pt x="104" y="7"/>
                  </a:cubicBezTo>
                  <a:cubicBezTo>
                    <a:pt x="54" y="7"/>
                    <a:pt x="1" y="78"/>
                    <a:pt x="17" y="148"/>
                  </a:cubicBezTo>
                  <a:cubicBezTo>
                    <a:pt x="17" y="181"/>
                    <a:pt x="38" y="214"/>
                    <a:pt x="54" y="234"/>
                  </a:cubicBezTo>
                  <a:cubicBezTo>
                    <a:pt x="87" y="251"/>
                    <a:pt x="120" y="267"/>
                    <a:pt x="141" y="267"/>
                  </a:cubicBezTo>
                  <a:cubicBezTo>
                    <a:pt x="207" y="251"/>
                    <a:pt x="244" y="181"/>
                    <a:pt x="244" y="110"/>
                  </a:cubicBezTo>
                  <a:cubicBezTo>
                    <a:pt x="223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5" name="Google Shape;20725;p55"/>
            <p:cNvSpPr/>
            <p:nvPr/>
          </p:nvSpPr>
          <p:spPr>
            <a:xfrm>
              <a:off x="5228175" y="2595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1" y="150"/>
                    <a:pt x="34" y="236"/>
                    <a:pt x="87" y="253"/>
                  </a:cubicBezTo>
                  <a:cubicBezTo>
                    <a:pt x="101" y="263"/>
                    <a:pt x="116" y="268"/>
                    <a:pt x="131" y="268"/>
                  </a:cubicBezTo>
                  <a:cubicBezTo>
                    <a:pt x="171" y="268"/>
                    <a:pt x="211" y="235"/>
                    <a:pt x="223" y="187"/>
                  </a:cubicBezTo>
                  <a:cubicBezTo>
                    <a:pt x="240" y="117"/>
                    <a:pt x="223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6" name="Google Shape;20726;p55"/>
            <p:cNvSpPr/>
            <p:nvPr/>
          </p:nvSpPr>
          <p:spPr>
            <a:xfrm>
              <a:off x="5177875" y="249197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0"/>
                  </a:moveTo>
                  <a:cubicBezTo>
                    <a:pt x="38" y="17"/>
                    <a:pt x="1" y="66"/>
                    <a:pt x="21" y="136"/>
                  </a:cubicBezTo>
                  <a:cubicBezTo>
                    <a:pt x="21" y="169"/>
                    <a:pt x="38" y="207"/>
                    <a:pt x="54" y="223"/>
                  </a:cubicBezTo>
                  <a:cubicBezTo>
                    <a:pt x="87" y="240"/>
                    <a:pt x="104" y="256"/>
                    <a:pt x="141" y="256"/>
                  </a:cubicBezTo>
                  <a:cubicBezTo>
                    <a:pt x="207" y="240"/>
                    <a:pt x="244" y="169"/>
                    <a:pt x="228" y="103"/>
                  </a:cubicBezTo>
                  <a:lnTo>
                    <a:pt x="228" y="66"/>
                  </a:lnTo>
                  <a:cubicBezTo>
                    <a:pt x="191" y="50"/>
                    <a:pt x="141" y="17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7" name="Google Shape;20727;p55"/>
            <p:cNvSpPr/>
            <p:nvPr/>
          </p:nvSpPr>
          <p:spPr>
            <a:xfrm>
              <a:off x="5228600" y="26379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54" y="21"/>
                    <a:pt x="33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4" y="227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21"/>
                  </a:cubicBezTo>
                  <a:cubicBezTo>
                    <a:pt x="173" y="21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8" name="Google Shape;20728;p55"/>
            <p:cNvSpPr/>
            <p:nvPr/>
          </p:nvSpPr>
          <p:spPr>
            <a:xfrm>
              <a:off x="5152625" y="2701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9" name="Google Shape;20729;p55"/>
            <p:cNvSpPr/>
            <p:nvPr/>
          </p:nvSpPr>
          <p:spPr>
            <a:xfrm>
              <a:off x="5138000" y="2701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6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73" y="17"/>
                    <a:pt x="173" y="17"/>
                    <a:pt x="153" y="17"/>
                  </a:cubicBezTo>
                  <a:lnTo>
                    <a:pt x="136" y="17"/>
                  </a:lnTo>
                  <a:cubicBezTo>
                    <a:pt x="12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0" name="Google Shape;20730;p55"/>
            <p:cNvSpPr/>
            <p:nvPr/>
          </p:nvSpPr>
          <p:spPr>
            <a:xfrm>
              <a:off x="5107075" y="26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207" y="239"/>
                    <a:pt x="240" y="19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1" name="Google Shape;20731;p55"/>
            <p:cNvSpPr/>
            <p:nvPr/>
          </p:nvSpPr>
          <p:spPr>
            <a:xfrm>
              <a:off x="5170675" y="2602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66" y="240"/>
                  </a:cubicBezTo>
                  <a:cubicBezTo>
                    <a:pt x="78" y="251"/>
                    <a:pt x="92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lnTo>
                    <a:pt x="1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2" name="Google Shape;20732;p55"/>
            <p:cNvSpPr/>
            <p:nvPr/>
          </p:nvSpPr>
          <p:spPr>
            <a:xfrm>
              <a:off x="5115225" y="2471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70" y="17"/>
                    <a:pt x="54" y="33"/>
                    <a:pt x="33" y="50"/>
                  </a:cubicBezTo>
                  <a:cubicBezTo>
                    <a:pt x="17" y="87"/>
                    <a:pt x="0" y="120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65" y="251"/>
                    <a:pt x="85" y="265"/>
                    <a:pt x="107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3" name="Google Shape;20733;p55"/>
            <p:cNvSpPr/>
            <p:nvPr/>
          </p:nvSpPr>
          <p:spPr>
            <a:xfrm>
              <a:off x="5065025" y="26688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83" y="260"/>
                    <a:pt x="103" y="260"/>
                    <a:pt x="136" y="260"/>
                  </a:cubicBezTo>
                  <a:cubicBezTo>
                    <a:pt x="153" y="244"/>
                    <a:pt x="186" y="227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69" y="21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4" name="Google Shape;20734;p55"/>
            <p:cNvSpPr/>
            <p:nvPr/>
          </p:nvSpPr>
          <p:spPr>
            <a:xfrm>
              <a:off x="5165000" y="2494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0" y="87"/>
                    <a:pt x="0" y="153"/>
                    <a:pt x="38" y="223"/>
                  </a:cubicBezTo>
                  <a:cubicBezTo>
                    <a:pt x="54" y="240"/>
                    <a:pt x="71" y="256"/>
                    <a:pt x="104" y="256"/>
                  </a:cubicBezTo>
                  <a:cubicBezTo>
                    <a:pt x="114" y="261"/>
                    <a:pt x="124" y="263"/>
                    <a:pt x="132" y="263"/>
                  </a:cubicBezTo>
                  <a:cubicBezTo>
                    <a:pt x="152" y="263"/>
                    <a:pt x="167" y="251"/>
                    <a:pt x="190" y="240"/>
                  </a:cubicBezTo>
                  <a:cubicBezTo>
                    <a:pt x="244" y="190"/>
                    <a:pt x="244" y="104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5" name="Google Shape;20735;p55"/>
            <p:cNvSpPr/>
            <p:nvPr/>
          </p:nvSpPr>
          <p:spPr>
            <a:xfrm>
              <a:off x="5166350" y="25267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70" y="1"/>
                    <a:pt x="50" y="38"/>
                    <a:pt x="33" y="54"/>
                  </a:cubicBezTo>
                  <a:cubicBezTo>
                    <a:pt x="17" y="87"/>
                    <a:pt x="0" y="120"/>
                    <a:pt x="17" y="158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0" y="261"/>
                    <a:pt x="103" y="261"/>
                    <a:pt x="136" y="261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6" name="Google Shape;20736;p55"/>
            <p:cNvSpPr/>
            <p:nvPr/>
          </p:nvSpPr>
          <p:spPr>
            <a:xfrm>
              <a:off x="5161600" y="25439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lnTo>
                    <a:pt x="87" y="17"/>
                  </a:lnTo>
                  <a:cubicBezTo>
                    <a:pt x="33" y="33"/>
                    <a:pt x="0" y="103"/>
                    <a:pt x="17" y="153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1"/>
                    <a:pt x="92" y="265"/>
                    <a:pt x="110" y="265"/>
                  </a:cubicBezTo>
                  <a:cubicBezTo>
                    <a:pt x="118" y="265"/>
                    <a:pt x="127" y="262"/>
                    <a:pt x="136" y="256"/>
                  </a:cubicBezTo>
                  <a:cubicBezTo>
                    <a:pt x="207" y="256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7" name="Google Shape;20737;p55"/>
            <p:cNvSpPr/>
            <p:nvPr/>
          </p:nvSpPr>
          <p:spPr>
            <a:xfrm>
              <a:off x="5158600" y="251125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34" y="17"/>
                    <a:pt x="1" y="87"/>
                    <a:pt x="1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5" y="255"/>
                    <a:pt x="86" y="267"/>
                    <a:pt x="108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53" y="260"/>
                    <a:pt x="191" y="244"/>
                    <a:pt x="207" y="207"/>
                  </a:cubicBezTo>
                  <a:cubicBezTo>
                    <a:pt x="224" y="190"/>
                    <a:pt x="224" y="157"/>
                    <a:pt x="224" y="120"/>
                  </a:cubicBezTo>
                  <a:cubicBezTo>
                    <a:pt x="224" y="87"/>
                    <a:pt x="207" y="54"/>
                    <a:pt x="174" y="38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8" name="Google Shape;20738;p55"/>
            <p:cNvSpPr/>
            <p:nvPr/>
          </p:nvSpPr>
          <p:spPr>
            <a:xfrm>
              <a:off x="5145325" y="2591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41"/>
                  </a:cubicBezTo>
                  <a:cubicBezTo>
                    <a:pt x="17" y="174"/>
                    <a:pt x="33" y="207"/>
                    <a:pt x="49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9" name="Google Shape;20739;p55"/>
            <p:cNvSpPr/>
            <p:nvPr/>
          </p:nvSpPr>
          <p:spPr>
            <a:xfrm>
              <a:off x="5144375" y="263845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1" y="0"/>
                  </a:moveTo>
                  <a:cubicBezTo>
                    <a:pt x="104" y="0"/>
                    <a:pt x="71" y="0"/>
                    <a:pt x="55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5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1" y="223"/>
                  </a:cubicBezTo>
                  <a:cubicBezTo>
                    <a:pt x="207" y="206"/>
                    <a:pt x="228" y="169"/>
                    <a:pt x="228" y="136"/>
                  </a:cubicBezTo>
                  <a:cubicBezTo>
                    <a:pt x="244" y="103"/>
                    <a:pt x="228" y="66"/>
                    <a:pt x="207" y="50"/>
                  </a:cubicBezTo>
                  <a:cubicBezTo>
                    <a:pt x="191" y="33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0" name="Google Shape;20740;p55"/>
            <p:cNvSpPr/>
            <p:nvPr/>
          </p:nvSpPr>
          <p:spPr>
            <a:xfrm>
              <a:off x="5143150" y="26109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0" y="0"/>
                  </a:moveTo>
                  <a:cubicBezTo>
                    <a:pt x="87" y="0"/>
                    <a:pt x="71" y="0"/>
                    <a:pt x="33" y="33"/>
                  </a:cubicBezTo>
                  <a:cubicBezTo>
                    <a:pt x="17" y="50"/>
                    <a:pt x="0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6" y="235"/>
                    <a:pt x="74" y="255"/>
                    <a:pt x="110" y="255"/>
                  </a:cubicBezTo>
                  <a:cubicBezTo>
                    <a:pt x="134" y="255"/>
                    <a:pt x="158" y="245"/>
                    <a:pt x="174" y="223"/>
                  </a:cubicBezTo>
                  <a:cubicBezTo>
                    <a:pt x="223" y="190"/>
                    <a:pt x="240" y="103"/>
                    <a:pt x="190" y="50"/>
                  </a:cubicBezTo>
                  <a:cubicBezTo>
                    <a:pt x="190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1" name="Google Shape;20741;p55"/>
            <p:cNvSpPr/>
            <p:nvPr/>
          </p:nvSpPr>
          <p:spPr>
            <a:xfrm>
              <a:off x="5167175" y="2573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21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90" y="244"/>
                    <a:pt x="243" y="174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cubicBezTo>
                    <a:pt x="173" y="21"/>
                    <a:pt x="173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2" name="Google Shape;20742;p55"/>
            <p:cNvSpPr/>
            <p:nvPr/>
          </p:nvSpPr>
          <p:spPr>
            <a:xfrm>
              <a:off x="5247975" y="26963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3" y="0"/>
                  </a:moveTo>
                  <a:cubicBezTo>
                    <a:pt x="66" y="0"/>
                    <a:pt x="50" y="17"/>
                    <a:pt x="33" y="33"/>
                  </a:cubicBezTo>
                  <a:cubicBezTo>
                    <a:pt x="0" y="70"/>
                    <a:pt x="0" y="103"/>
                    <a:pt x="0" y="157"/>
                  </a:cubicBezTo>
                  <a:cubicBezTo>
                    <a:pt x="0" y="190"/>
                    <a:pt x="17" y="223"/>
                    <a:pt x="33" y="239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70"/>
                    <a:pt x="186" y="33"/>
                    <a:pt x="153" y="17"/>
                  </a:cubicBezTo>
                  <a:cubicBezTo>
                    <a:pt x="136" y="0"/>
                    <a:pt x="104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3" name="Google Shape;20743;p55"/>
            <p:cNvSpPr/>
            <p:nvPr/>
          </p:nvSpPr>
          <p:spPr>
            <a:xfrm>
              <a:off x="5180050" y="269380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0"/>
                    <a:pt x="0" y="70"/>
                    <a:pt x="17" y="136"/>
                  </a:cubicBezTo>
                  <a:cubicBezTo>
                    <a:pt x="17" y="173"/>
                    <a:pt x="38" y="206"/>
                    <a:pt x="54" y="223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3" y="70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4" name="Google Shape;20744;p55"/>
            <p:cNvSpPr/>
            <p:nvPr/>
          </p:nvSpPr>
          <p:spPr>
            <a:xfrm>
              <a:off x="5225600" y="27342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39"/>
                  </a:cubicBezTo>
                  <a:cubicBezTo>
                    <a:pt x="76" y="251"/>
                    <a:pt x="101" y="263"/>
                    <a:pt x="118" y="263"/>
                  </a:cubicBezTo>
                  <a:cubicBezTo>
                    <a:pt x="126" y="263"/>
                    <a:pt x="132" y="261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5" name="Google Shape;20745;p55"/>
            <p:cNvSpPr/>
            <p:nvPr/>
          </p:nvSpPr>
          <p:spPr>
            <a:xfrm>
              <a:off x="5147475" y="27930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50" y="17"/>
                    <a:pt x="1" y="66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40"/>
                    <a:pt x="240" y="169"/>
                    <a:pt x="223" y="103"/>
                  </a:cubicBezTo>
                  <a:cubicBezTo>
                    <a:pt x="223" y="66"/>
                    <a:pt x="207" y="33"/>
                    <a:pt x="186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6" name="Google Shape;20746;p55"/>
            <p:cNvSpPr/>
            <p:nvPr/>
          </p:nvSpPr>
          <p:spPr>
            <a:xfrm>
              <a:off x="5119950" y="2800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34" y="22"/>
                    <a:pt x="1" y="71"/>
                    <a:pt x="1" y="158"/>
                  </a:cubicBezTo>
                  <a:cubicBezTo>
                    <a:pt x="17" y="191"/>
                    <a:pt x="34" y="207"/>
                    <a:pt x="50" y="228"/>
                  </a:cubicBezTo>
                  <a:cubicBezTo>
                    <a:pt x="71" y="261"/>
                    <a:pt x="104" y="261"/>
                    <a:pt x="137" y="261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90" y="22"/>
                  </a:cubicBezTo>
                  <a:cubicBezTo>
                    <a:pt x="174" y="22"/>
                    <a:pt x="174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7" name="Google Shape;20747;p55"/>
            <p:cNvSpPr/>
            <p:nvPr/>
          </p:nvSpPr>
          <p:spPr>
            <a:xfrm>
              <a:off x="5105325" y="2801425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08" y="0"/>
                  </a:moveTo>
                  <a:cubicBezTo>
                    <a:pt x="105" y="0"/>
                    <a:pt x="103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97"/>
                    <a:pt x="37" y="214"/>
                    <a:pt x="54" y="247"/>
                  </a:cubicBezTo>
                  <a:cubicBezTo>
                    <a:pt x="87" y="247"/>
                    <a:pt x="103" y="263"/>
                    <a:pt x="141" y="263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lnTo>
                    <a:pt x="141" y="8"/>
                  </a:lnTo>
                  <a:cubicBezTo>
                    <a:pt x="127" y="8"/>
                    <a:pt x="115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8" name="Google Shape;20748;p55"/>
            <p:cNvSpPr/>
            <p:nvPr/>
          </p:nvSpPr>
          <p:spPr>
            <a:xfrm>
              <a:off x="5258700" y="26349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1" y="256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1"/>
                  </a:cubicBezTo>
                  <a:cubicBezTo>
                    <a:pt x="190" y="261"/>
                    <a:pt x="223" y="191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9" name="Google Shape;20749;p55"/>
            <p:cNvSpPr/>
            <p:nvPr/>
          </p:nvSpPr>
          <p:spPr>
            <a:xfrm>
              <a:off x="5155200" y="25618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7" y="1"/>
                  </a:moveTo>
                  <a:cubicBezTo>
                    <a:pt x="82" y="1"/>
                    <a:pt x="31" y="33"/>
                    <a:pt x="17" y="91"/>
                  </a:cubicBezTo>
                  <a:cubicBezTo>
                    <a:pt x="1" y="157"/>
                    <a:pt x="17" y="227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0" name="Google Shape;20750;p55"/>
            <p:cNvSpPr/>
            <p:nvPr/>
          </p:nvSpPr>
          <p:spPr>
            <a:xfrm>
              <a:off x="5241900" y="26827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30" y="1"/>
                  </a:moveTo>
                  <a:cubicBezTo>
                    <a:pt x="121" y="1"/>
                    <a:pt x="111" y="5"/>
                    <a:pt x="103" y="13"/>
                  </a:cubicBezTo>
                  <a:cubicBezTo>
                    <a:pt x="70" y="13"/>
                    <a:pt x="54" y="30"/>
                    <a:pt x="37" y="63"/>
                  </a:cubicBezTo>
                  <a:cubicBezTo>
                    <a:pt x="17" y="83"/>
                    <a:pt x="0" y="116"/>
                    <a:pt x="0" y="149"/>
                  </a:cubicBezTo>
                  <a:cubicBezTo>
                    <a:pt x="17" y="186"/>
                    <a:pt x="37" y="219"/>
                    <a:pt x="54" y="236"/>
                  </a:cubicBezTo>
                  <a:cubicBezTo>
                    <a:pt x="65" y="248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30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5"/>
                    <a:pt x="139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1" name="Google Shape;20751;p55"/>
            <p:cNvSpPr/>
            <p:nvPr/>
          </p:nvSpPr>
          <p:spPr>
            <a:xfrm>
              <a:off x="5074400" y="27595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38" y="17"/>
                    <a:pt x="0" y="83"/>
                    <a:pt x="17" y="153"/>
                  </a:cubicBezTo>
                  <a:cubicBezTo>
                    <a:pt x="17" y="186"/>
                    <a:pt x="38" y="223"/>
                    <a:pt x="54" y="240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cubicBezTo>
                    <a:pt x="223" y="83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2" name="Google Shape;20752;p55"/>
            <p:cNvSpPr/>
            <p:nvPr/>
          </p:nvSpPr>
          <p:spPr>
            <a:xfrm>
              <a:off x="5172325" y="2726475"/>
              <a:ext cx="6500" cy="6575"/>
            </a:xfrm>
            <a:custGeom>
              <a:avLst/>
              <a:gdLst/>
              <a:ahLst/>
              <a:cxnLst/>
              <a:rect l="l" t="t" r="r" b="b"/>
              <a:pathLst>
                <a:path w="260" h="263" extrusionOk="0">
                  <a:moveTo>
                    <a:pt x="140" y="0"/>
                  </a:moveTo>
                  <a:cubicBezTo>
                    <a:pt x="120" y="0"/>
                    <a:pt x="87" y="16"/>
                    <a:pt x="54" y="33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0"/>
                    <a:pt x="140" y="262"/>
                    <a:pt x="148" y="262"/>
                  </a:cubicBezTo>
                  <a:cubicBezTo>
                    <a:pt x="168" y="262"/>
                    <a:pt x="183" y="251"/>
                    <a:pt x="206" y="239"/>
                  </a:cubicBezTo>
                  <a:cubicBezTo>
                    <a:pt x="243" y="190"/>
                    <a:pt x="260" y="103"/>
                    <a:pt x="223" y="49"/>
                  </a:cubicBezTo>
                  <a:cubicBezTo>
                    <a:pt x="206" y="33"/>
                    <a:pt x="190" y="16"/>
                    <a:pt x="173" y="16"/>
                  </a:cubicBezTo>
                  <a:cubicBezTo>
                    <a:pt x="157" y="16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3" name="Google Shape;20753;p55"/>
            <p:cNvSpPr/>
            <p:nvPr/>
          </p:nvSpPr>
          <p:spPr>
            <a:xfrm>
              <a:off x="5090275" y="2802850"/>
              <a:ext cx="5700" cy="6675"/>
            </a:xfrm>
            <a:custGeom>
              <a:avLst/>
              <a:gdLst/>
              <a:ahLst/>
              <a:cxnLst/>
              <a:rect l="l" t="t" r="r" b="b"/>
              <a:pathLst>
                <a:path w="228" h="267" extrusionOk="0">
                  <a:moveTo>
                    <a:pt x="87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6" y="255"/>
                    <a:pt x="86" y="267"/>
                    <a:pt x="104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7" y="54"/>
                    <a:pt x="174" y="37"/>
                  </a:cubicBezTo>
                  <a:cubicBezTo>
                    <a:pt x="174" y="21"/>
                    <a:pt x="157" y="21"/>
                    <a:pt x="157" y="21"/>
                  </a:cubicBezTo>
                  <a:cubicBezTo>
                    <a:pt x="141" y="0"/>
                    <a:pt x="12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4" name="Google Shape;20754;p55"/>
            <p:cNvSpPr/>
            <p:nvPr/>
          </p:nvSpPr>
          <p:spPr>
            <a:xfrm>
              <a:off x="5172725" y="26799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8" y="1"/>
                  </a:moveTo>
                  <a:cubicBezTo>
                    <a:pt x="75" y="1"/>
                    <a:pt x="34" y="22"/>
                    <a:pt x="21" y="73"/>
                  </a:cubicBezTo>
                  <a:cubicBezTo>
                    <a:pt x="1" y="143"/>
                    <a:pt x="21" y="229"/>
                    <a:pt x="87" y="246"/>
                  </a:cubicBezTo>
                  <a:cubicBezTo>
                    <a:pt x="102" y="255"/>
                    <a:pt x="117" y="259"/>
                    <a:pt x="132" y="259"/>
                  </a:cubicBezTo>
                  <a:cubicBezTo>
                    <a:pt x="173" y="259"/>
                    <a:pt x="212" y="227"/>
                    <a:pt x="227" y="176"/>
                  </a:cubicBezTo>
                  <a:cubicBezTo>
                    <a:pt x="244" y="110"/>
                    <a:pt x="227" y="40"/>
                    <a:pt x="157" y="7"/>
                  </a:cubicBezTo>
                  <a:cubicBezTo>
                    <a:pt x="145" y="3"/>
                    <a:pt x="131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5" name="Google Shape;20755;p55"/>
            <p:cNvSpPr/>
            <p:nvPr/>
          </p:nvSpPr>
          <p:spPr>
            <a:xfrm>
              <a:off x="5240250" y="26068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4"/>
                  </a:cubicBezTo>
                  <a:cubicBezTo>
                    <a:pt x="83" y="251"/>
                    <a:pt x="103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78"/>
                    <a:pt x="206" y="45"/>
                    <a:pt x="186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6" name="Google Shape;20756;p55"/>
            <p:cNvSpPr/>
            <p:nvPr/>
          </p:nvSpPr>
          <p:spPr>
            <a:xfrm>
              <a:off x="5172725" y="27106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0"/>
                    <a:pt x="1" y="66"/>
                    <a:pt x="21" y="136"/>
                  </a:cubicBezTo>
                  <a:cubicBezTo>
                    <a:pt x="21" y="169"/>
                    <a:pt x="38" y="206"/>
                    <a:pt x="54" y="223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69"/>
                    <a:pt x="244" y="103"/>
                  </a:cubicBezTo>
                  <a:cubicBezTo>
                    <a:pt x="227" y="66"/>
                    <a:pt x="207" y="33"/>
                    <a:pt x="190" y="17"/>
                  </a:cubicBezTo>
                  <a:lnTo>
                    <a:pt x="1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7" name="Google Shape;20757;p55"/>
            <p:cNvSpPr/>
            <p:nvPr/>
          </p:nvSpPr>
          <p:spPr>
            <a:xfrm>
              <a:off x="5243650" y="26362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23"/>
                    <a:pt x="7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70"/>
                    <a:pt x="239" y="137"/>
                    <a:pt x="223" y="104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8" name="Google Shape;20758;p55"/>
            <p:cNvSpPr/>
            <p:nvPr/>
          </p:nvSpPr>
          <p:spPr>
            <a:xfrm>
              <a:off x="5168925" y="26495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17" y="190"/>
                    <a:pt x="17" y="206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33"/>
                    <a:pt x="173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9" name="Google Shape;20759;p55"/>
            <p:cNvSpPr/>
            <p:nvPr/>
          </p:nvSpPr>
          <p:spPr>
            <a:xfrm>
              <a:off x="5265075" y="2649575"/>
              <a:ext cx="1775" cy="6000"/>
            </a:xfrm>
            <a:custGeom>
              <a:avLst/>
              <a:gdLst/>
              <a:ahLst/>
              <a:cxnLst/>
              <a:rect l="l" t="t" r="r" b="b"/>
              <a:pathLst>
                <a:path w="71" h="240" extrusionOk="0">
                  <a:moveTo>
                    <a:pt x="71" y="0"/>
                  </a:moveTo>
                  <a:cubicBezTo>
                    <a:pt x="17" y="33"/>
                    <a:pt x="1" y="87"/>
                    <a:pt x="1" y="153"/>
                  </a:cubicBezTo>
                  <a:cubicBezTo>
                    <a:pt x="1" y="190"/>
                    <a:pt x="38" y="223"/>
                    <a:pt x="54" y="239"/>
                  </a:cubicBezTo>
                  <a:cubicBezTo>
                    <a:pt x="71" y="173"/>
                    <a:pt x="71" y="87"/>
                    <a:pt x="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0" name="Google Shape;20760;p55"/>
            <p:cNvSpPr/>
            <p:nvPr/>
          </p:nvSpPr>
          <p:spPr>
            <a:xfrm>
              <a:off x="5201600" y="2550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86" y="244"/>
                    <a:pt x="239" y="174"/>
                    <a:pt x="223" y="104"/>
                  </a:cubicBezTo>
                  <a:cubicBezTo>
                    <a:pt x="223" y="71"/>
                    <a:pt x="206" y="38"/>
                    <a:pt x="186" y="22"/>
                  </a:cubicBezTo>
                  <a:cubicBezTo>
                    <a:pt x="169" y="22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1" name="Google Shape;20761;p55"/>
            <p:cNvSpPr/>
            <p:nvPr/>
          </p:nvSpPr>
          <p:spPr>
            <a:xfrm>
              <a:off x="5187375" y="25515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1" y="0"/>
                  </a:moveTo>
                  <a:cubicBezTo>
                    <a:pt x="64" y="0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33" y="227"/>
                    <a:pt x="70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1" y="255"/>
                    <a:pt x="164" y="247"/>
                    <a:pt x="173" y="227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39" y="108"/>
                    <a:pt x="206" y="38"/>
                    <a:pt x="157" y="5"/>
                  </a:cubicBezTo>
                  <a:cubicBezTo>
                    <a:pt x="145" y="2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2" name="Google Shape;20762;p55"/>
            <p:cNvSpPr/>
            <p:nvPr/>
          </p:nvSpPr>
          <p:spPr>
            <a:xfrm>
              <a:off x="5190350" y="25377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6" y="1"/>
                  </a:moveTo>
                  <a:cubicBezTo>
                    <a:pt x="74" y="1"/>
                    <a:pt x="33" y="25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87" y="264"/>
                    <a:pt x="104" y="264"/>
                    <a:pt x="120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4" y="128"/>
                    <a:pt x="223" y="74"/>
                    <a:pt x="207" y="41"/>
                  </a:cubicBezTo>
                  <a:cubicBezTo>
                    <a:pt x="190" y="25"/>
                    <a:pt x="174" y="8"/>
                    <a:pt x="157" y="8"/>
                  </a:cubicBezTo>
                  <a:cubicBezTo>
                    <a:pt x="144" y="3"/>
                    <a:pt x="130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3" name="Google Shape;20763;p55"/>
            <p:cNvSpPr/>
            <p:nvPr/>
          </p:nvSpPr>
          <p:spPr>
            <a:xfrm>
              <a:off x="5155625" y="26044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66" y="0"/>
                    <a:pt x="50" y="21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4"/>
                    <a:pt x="239" y="190"/>
                    <a:pt x="223" y="104"/>
                  </a:cubicBezTo>
                  <a:cubicBezTo>
                    <a:pt x="223" y="71"/>
                    <a:pt x="206" y="54"/>
                    <a:pt x="190" y="21"/>
                  </a:cubicBezTo>
                  <a:lnTo>
                    <a:pt x="153" y="21"/>
                  </a:ln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4" name="Google Shape;20764;p55"/>
            <p:cNvSpPr/>
            <p:nvPr/>
          </p:nvSpPr>
          <p:spPr>
            <a:xfrm>
              <a:off x="5190350" y="2631525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04" y="1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17" y="190"/>
                    <a:pt x="38" y="223"/>
                    <a:pt x="54" y="240"/>
                  </a:cubicBezTo>
                  <a:cubicBezTo>
                    <a:pt x="66" y="252"/>
                    <a:pt x="86" y="265"/>
                    <a:pt x="109" y="265"/>
                  </a:cubicBezTo>
                  <a:cubicBezTo>
                    <a:pt x="119" y="265"/>
                    <a:pt x="130" y="263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5" name="Google Shape;20765;p55"/>
            <p:cNvSpPr/>
            <p:nvPr/>
          </p:nvSpPr>
          <p:spPr>
            <a:xfrm>
              <a:off x="5188200" y="25052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6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39"/>
                    <a:pt x="243" y="173"/>
                    <a:pt x="227" y="103"/>
                  </a:cubicBezTo>
                  <a:cubicBezTo>
                    <a:pt x="227" y="70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6" name="Google Shape;20766;p55"/>
            <p:cNvSpPr/>
            <p:nvPr/>
          </p:nvSpPr>
          <p:spPr>
            <a:xfrm>
              <a:off x="5195925" y="25202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2" y="0"/>
                    <a:pt x="35" y="33"/>
                    <a:pt x="21" y="91"/>
                  </a:cubicBezTo>
                  <a:cubicBezTo>
                    <a:pt x="0" y="157"/>
                    <a:pt x="21" y="227"/>
                    <a:pt x="87" y="243"/>
                  </a:cubicBezTo>
                  <a:cubicBezTo>
                    <a:pt x="103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3"/>
                  </a:cubicBezTo>
                  <a:cubicBezTo>
                    <a:pt x="244" y="124"/>
                    <a:pt x="227" y="70"/>
                    <a:pt x="207" y="37"/>
                  </a:cubicBezTo>
                  <a:cubicBezTo>
                    <a:pt x="190" y="37"/>
                    <a:pt x="174" y="21"/>
                    <a:pt x="157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7" name="Google Shape;20767;p55"/>
            <p:cNvSpPr/>
            <p:nvPr/>
          </p:nvSpPr>
          <p:spPr>
            <a:xfrm>
              <a:off x="5205400" y="2580500"/>
              <a:ext cx="6000" cy="6750"/>
            </a:xfrm>
            <a:custGeom>
              <a:avLst/>
              <a:gdLst/>
              <a:ahLst/>
              <a:cxnLst/>
              <a:rect l="l" t="t" r="r" b="b"/>
              <a:pathLst>
                <a:path w="240" h="270" extrusionOk="0">
                  <a:moveTo>
                    <a:pt x="119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4"/>
                    <a:pt x="34" y="236"/>
                    <a:pt x="87" y="257"/>
                  </a:cubicBezTo>
                  <a:cubicBezTo>
                    <a:pt x="100" y="265"/>
                    <a:pt x="115" y="269"/>
                    <a:pt x="130" y="269"/>
                  </a:cubicBezTo>
                  <a:cubicBezTo>
                    <a:pt x="170" y="269"/>
                    <a:pt x="211" y="238"/>
                    <a:pt x="223" y="187"/>
                  </a:cubicBezTo>
                  <a:cubicBezTo>
                    <a:pt x="240" y="116"/>
                    <a:pt x="223" y="30"/>
                    <a:pt x="174" y="13"/>
                  </a:cubicBezTo>
                  <a:cubicBezTo>
                    <a:pt x="155" y="5"/>
                    <a:pt x="137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8" name="Google Shape;20768;p55"/>
            <p:cNvSpPr/>
            <p:nvPr/>
          </p:nvSpPr>
          <p:spPr>
            <a:xfrm>
              <a:off x="5191700" y="2616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31" y="213"/>
                    <a:pt x="72" y="260"/>
                    <a:pt x="114" y="260"/>
                  </a:cubicBezTo>
                  <a:cubicBezTo>
                    <a:pt x="122" y="260"/>
                    <a:pt x="129" y="259"/>
                    <a:pt x="136" y="256"/>
                  </a:cubicBezTo>
                  <a:cubicBezTo>
                    <a:pt x="169" y="256"/>
                    <a:pt x="206" y="240"/>
                    <a:pt x="223" y="207"/>
                  </a:cubicBezTo>
                  <a:cubicBezTo>
                    <a:pt x="239" y="190"/>
                    <a:pt x="239" y="153"/>
                    <a:pt x="239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69" y="17"/>
                    <a:pt x="169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9" name="Google Shape;20769;p55"/>
            <p:cNvSpPr/>
            <p:nvPr/>
          </p:nvSpPr>
          <p:spPr>
            <a:xfrm>
              <a:off x="5189950" y="2581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41" y="1"/>
                  </a:moveTo>
                  <a:cubicBezTo>
                    <a:pt x="96" y="1"/>
                    <a:pt x="50" y="33"/>
                    <a:pt x="33" y="72"/>
                  </a:cubicBezTo>
                  <a:cubicBezTo>
                    <a:pt x="0" y="143"/>
                    <a:pt x="33" y="229"/>
                    <a:pt x="87" y="246"/>
                  </a:cubicBezTo>
                  <a:cubicBezTo>
                    <a:pt x="105" y="254"/>
                    <a:pt x="123" y="258"/>
                    <a:pt x="138" y="258"/>
                  </a:cubicBezTo>
                  <a:cubicBezTo>
                    <a:pt x="182" y="258"/>
                    <a:pt x="215" y="227"/>
                    <a:pt x="239" y="175"/>
                  </a:cubicBezTo>
                  <a:cubicBezTo>
                    <a:pt x="260" y="110"/>
                    <a:pt x="223" y="39"/>
                    <a:pt x="173" y="6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0" name="Google Shape;20770;p55"/>
            <p:cNvSpPr/>
            <p:nvPr/>
          </p:nvSpPr>
          <p:spPr>
            <a:xfrm>
              <a:off x="5206750" y="26594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66" y="0"/>
                    <a:pt x="50" y="17"/>
                    <a:pt x="33" y="50"/>
                  </a:cubicBezTo>
                  <a:cubicBezTo>
                    <a:pt x="17" y="87"/>
                    <a:pt x="0" y="120"/>
                    <a:pt x="0" y="153"/>
                  </a:cubicBezTo>
                  <a:cubicBezTo>
                    <a:pt x="17" y="190"/>
                    <a:pt x="33" y="206"/>
                    <a:pt x="50" y="239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39" y="169"/>
                    <a:pt x="223" y="103"/>
                  </a:cubicBezTo>
                  <a:cubicBezTo>
                    <a:pt x="223" y="66"/>
                    <a:pt x="206" y="33"/>
                    <a:pt x="186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1" name="Google Shape;20771;p55"/>
            <p:cNvSpPr/>
            <p:nvPr/>
          </p:nvSpPr>
          <p:spPr>
            <a:xfrm>
              <a:off x="5210150" y="25197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7" y="0"/>
                  </a:moveTo>
                  <a:cubicBezTo>
                    <a:pt x="85" y="0"/>
                    <a:pt x="64" y="14"/>
                    <a:pt x="50" y="25"/>
                  </a:cubicBezTo>
                  <a:cubicBezTo>
                    <a:pt x="33" y="42"/>
                    <a:pt x="17" y="75"/>
                    <a:pt x="17" y="112"/>
                  </a:cubicBezTo>
                  <a:cubicBezTo>
                    <a:pt x="0" y="145"/>
                    <a:pt x="17" y="178"/>
                    <a:pt x="33" y="215"/>
                  </a:cubicBezTo>
                  <a:cubicBezTo>
                    <a:pt x="50" y="231"/>
                    <a:pt x="87" y="248"/>
                    <a:pt x="103" y="264"/>
                  </a:cubicBezTo>
                  <a:cubicBezTo>
                    <a:pt x="136" y="264"/>
                    <a:pt x="173" y="248"/>
                    <a:pt x="190" y="231"/>
                  </a:cubicBezTo>
                  <a:cubicBezTo>
                    <a:pt x="239" y="178"/>
                    <a:pt x="239" y="112"/>
                    <a:pt x="206" y="42"/>
                  </a:cubicBezTo>
                  <a:cubicBezTo>
                    <a:pt x="190" y="25"/>
                    <a:pt x="173" y="9"/>
                    <a:pt x="153" y="9"/>
                  </a:cubicBezTo>
                  <a:lnTo>
                    <a:pt x="136" y="9"/>
                  </a:lnTo>
                  <a:cubicBezTo>
                    <a:pt x="127" y="3"/>
                    <a:pt x="117" y="0"/>
                    <a:pt x="1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2" name="Google Shape;20772;p55"/>
            <p:cNvSpPr/>
            <p:nvPr/>
          </p:nvSpPr>
          <p:spPr>
            <a:xfrm>
              <a:off x="5207575" y="256370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87" y="1"/>
                  </a:moveTo>
                  <a:cubicBezTo>
                    <a:pt x="70" y="17"/>
                    <a:pt x="50" y="17"/>
                    <a:pt x="33" y="34"/>
                  </a:cubicBezTo>
                  <a:cubicBezTo>
                    <a:pt x="0" y="67"/>
                    <a:pt x="0" y="121"/>
                    <a:pt x="0" y="153"/>
                  </a:cubicBezTo>
                  <a:cubicBezTo>
                    <a:pt x="0" y="186"/>
                    <a:pt x="17" y="224"/>
                    <a:pt x="50" y="240"/>
                  </a:cubicBezTo>
                  <a:cubicBezTo>
                    <a:pt x="64" y="252"/>
                    <a:pt x="85" y="263"/>
                    <a:pt x="102" y="263"/>
                  </a:cubicBezTo>
                  <a:cubicBezTo>
                    <a:pt x="109" y="263"/>
                    <a:pt x="115" y="261"/>
                    <a:pt x="120" y="257"/>
                  </a:cubicBezTo>
                  <a:cubicBezTo>
                    <a:pt x="190" y="257"/>
                    <a:pt x="223" y="186"/>
                    <a:pt x="223" y="121"/>
                  </a:cubicBezTo>
                  <a:cubicBezTo>
                    <a:pt x="206" y="67"/>
                    <a:pt x="190" y="34"/>
                    <a:pt x="153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3" name="Google Shape;20773;p55"/>
            <p:cNvSpPr/>
            <p:nvPr/>
          </p:nvSpPr>
          <p:spPr>
            <a:xfrm>
              <a:off x="5203650" y="2507850"/>
              <a:ext cx="2600" cy="2175"/>
            </a:xfrm>
            <a:custGeom>
              <a:avLst/>
              <a:gdLst/>
              <a:ahLst/>
              <a:cxnLst/>
              <a:rect l="l" t="t" r="r" b="b"/>
              <a:pathLst>
                <a:path w="104" h="87" extrusionOk="0">
                  <a:moveTo>
                    <a:pt x="1" y="0"/>
                  </a:moveTo>
                  <a:lnTo>
                    <a:pt x="1" y="0"/>
                  </a:lnTo>
                  <a:cubicBezTo>
                    <a:pt x="21" y="33"/>
                    <a:pt x="38" y="50"/>
                    <a:pt x="54" y="70"/>
                  </a:cubicBezTo>
                  <a:cubicBezTo>
                    <a:pt x="71" y="87"/>
                    <a:pt x="87" y="87"/>
                    <a:pt x="104" y="87"/>
                  </a:cubicBezTo>
                  <a:cubicBezTo>
                    <a:pt x="71" y="70"/>
                    <a:pt x="38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4" name="Google Shape;20774;p55"/>
            <p:cNvSpPr/>
            <p:nvPr/>
          </p:nvSpPr>
          <p:spPr>
            <a:xfrm>
              <a:off x="5198075" y="25961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9" y="1"/>
                  </a:moveTo>
                  <a:cubicBezTo>
                    <a:pt x="83" y="1"/>
                    <a:pt x="35" y="33"/>
                    <a:pt x="17" y="91"/>
                  </a:cubicBezTo>
                  <a:cubicBezTo>
                    <a:pt x="1" y="161"/>
                    <a:pt x="17" y="227"/>
                    <a:pt x="88" y="248"/>
                  </a:cubicBezTo>
                  <a:cubicBezTo>
                    <a:pt x="102" y="257"/>
                    <a:pt x="117" y="261"/>
                    <a:pt x="132" y="261"/>
                  </a:cubicBezTo>
                  <a:cubicBezTo>
                    <a:pt x="173" y="261"/>
                    <a:pt x="211" y="229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5" name="Google Shape;20775;p55"/>
            <p:cNvSpPr/>
            <p:nvPr/>
          </p:nvSpPr>
          <p:spPr>
            <a:xfrm>
              <a:off x="5194675" y="25667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37" y="1"/>
                  </a:moveTo>
                  <a:cubicBezTo>
                    <a:pt x="104" y="1"/>
                    <a:pt x="71" y="1"/>
                    <a:pt x="50" y="33"/>
                  </a:cubicBezTo>
                  <a:cubicBezTo>
                    <a:pt x="1" y="66"/>
                    <a:pt x="1" y="153"/>
                    <a:pt x="34" y="207"/>
                  </a:cubicBezTo>
                  <a:cubicBezTo>
                    <a:pt x="50" y="240"/>
                    <a:pt x="87" y="256"/>
                    <a:pt x="104" y="256"/>
                  </a:cubicBezTo>
                  <a:cubicBezTo>
                    <a:pt x="137" y="256"/>
                    <a:pt x="174" y="256"/>
                    <a:pt x="191" y="223"/>
                  </a:cubicBezTo>
                  <a:cubicBezTo>
                    <a:pt x="207" y="207"/>
                    <a:pt x="224" y="170"/>
                    <a:pt x="224" y="137"/>
                  </a:cubicBezTo>
                  <a:cubicBezTo>
                    <a:pt x="240" y="104"/>
                    <a:pt x="224" y="66"/>
                    <a:pt x="207" y="50"/>
                  </a:cubicBezTo>
                  <a:cubicBezTo>
                    <a:pt x="191" y="33"/>
                    <a:pt x="174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6" name="Google Shape;20776;p55"/>
            <p:cNvSpPr/>
            <p:nvPr/>
          </p:nvSpPr>
          <p:spPr>
            <a:xfrm>
              <a:off x="5199025" y="26440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53" y="256"/>
                    <a:pt x="186" y="240"/>
                    <a:pt x="206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6" y="50"/>
                    <a:pt x="169" y="17"/>
                  </a:cubicBezTo>
                  <a:lnTo>
                    <a:pt x="153" y="17"/>
                  </a:ln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7" name="Google Shape;20777;p55"/>
            <p:cNvSpPr/>
            <p:nvPr/>
          </p:nvSpPr>
          <p:spPr>
            <a:xfrm>
              <a:off x="5202000" y="2676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87" y="1"/>
                    <a:pt x="67" y="21"/>
                  </a:cubicBezTo>
                  <a:cubicBezTo>
                    <a:pt x="34" y="38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04"/>
                  </a:cubicBezTo>
                  <a:lnTo>
                    <a:pt x="223" y="71"/>
                  </a:lnTo>
                  <a:cubicBezTo>
                    <a:pt x="207" y="54"/>
                    <a:pt x="190" y="21"/>
                    <a:pt x="153" y="21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8" name="Google Shape;20778;p55"/>
            <p:cNvSpPr/>
            <p:nvPr/>
          </p:nvSpPr>
          <p:spPr>
            <a:xfrm>
              <a:off x="5183975" y="2524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50" y="17"/>
                    <a:pt x="0" y="71"/>
                    <a:pt x="17" y="157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23"/>
                    <a:pt x="206" y="207"/>
                  </a:cubicBezTo>
                  <a:cubicBezTo>
                    <a:pt x="223" y="174"/>
                    <a:pt x="239" y="141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9" name="Google Shape;20779;p55"/>
            <p:cNvSpPr/>
            <p:nvPr/>
          </p:nvSpPr>
          <p:spPr>
            <a:xfrm>
              <a:off x="5157275" y="268080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39" y="1"/>
                  </a:moveTo>
                  <a:cubicBezTo>
                    <a:pt x="87" y="1"/>
                    <a:pt x="48" y="33"/>
                    <a:pt x="21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1" y="254"/>
                    <a:pt x="117" y="259"/>
                    <a:pt x="132" y="259"/>
                  </a:cubicBezTo>
                  <a:cubicBezTo>
                    <a:pt x="173" y="259"/>
                    <a:pt x="212" y="226"/>
                    <a:pt x="227" y="178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2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0" name="Google Shape;20780;p55"/>
            <p:cNvSpPr/>
            <p:nvPr/>
          </p:nvSpPr>
          <p:spPr>
            <a:xfrm>
              <a:off x="5146950" y="257492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14" y="1"/>
                  </a:moveTo>
                  <a:cubicBezTo>
                    <a:pt x="73" y="1"/>
                    <a:pt x="34" y="32"/>
                    <a:pt x="22" y="84"/>
                  </a:cubicBezTo>
                  <a:cubicBezTo>
                    <a:pt x="1" y="150"/>
                    <a:pt x="22" y="236"/>
                    <a:pt x="88" y="253"/>
                  </a:cubicBezTo>
                  <a:cubicBezTo>
                    <a:pt x="102" y="263"/>
                    <a:pt x="118" y="268"/>
                    <a:pt x="133" y="268"/>
                  </a:cubicBezTo>
                  <a:cubicBezTo>
                    <a:pt x="174" y="268"/>
                    <a:pt x="213" y="235"/>
                    <a:pt x="228" y="187"/>
                  </a:cubicBezTo>
                  <a:cubicBezTo>
                    <a:pt x="244" y="117"/>
                    <a:pt x="207" y="30"/>
                    <a:pt x="158" y="14"/>
                  </a:cubicBezTo>
                  <a:cubicBezTo>
                    <a:pt x="143" y="5"/>
                    <a:pt x="128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1" name="Google Shape;20781;p55"/>
            <p:cNvSpPr/>
            <p:nvPr/>
          </p:nvSpPr>
          <p:spPr>
            <a:xfrm>
              <a:off x="5151300" y="262340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06"/>
                    <a:pt x="54" y="239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57" y="256"/>
                    <a:pt x="190" y="239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2" name="Google Shape;20782;p55"/>
            <p:cNvSpPr/>
            <p:nvPr/>
          </p:nvSpPr>
          <p:spPr>
            <a:xfrm>
              <a:off x="5154700" y="2650700"/>
              <a:ext cx="5675" cy="6775"/>
            </a:xfrm>
            <a:custGeom>
              <a:avLst/>
              <a:gdLst/>
              <a:ahLst/>
              <a:cxnLst/>
              <a:rect l="l" t="t" r="r" b="b"/>
              <a:pathLst>
                <a:path w="227" h="271" extrusionOk="0">
                  <a:moveTo>
                    <a:pt x="114" y="1"/>
                  </a:moveTo>
                  <a:cubicBezTo>
                    <a:pt x="67" y="1"/>
                    <a:pt x="18" y="36"/>
                    <a:pt x="0" y="91"/>
                  </a:cubicBezTo>
                  <a:lnTo>
                    <a:pt x="0" y="145"/>
                  </a:lnTo>
                  <a:cubicBezTo>
                    <a:pt x="0" y="194"/>
                    <a:pt x="21" y="232"/>
                    <a:pt x="70" y="265"/>
                  </a:cubicBezTo>
                  <a:cubicBezTo>
                    <a:pt x="79" y="269"/>
                    <a:pt x="89" y="271"/>
                    <a:pt x="100" y="271"/>
                  </a:cubicBezTo>
                  <a:cubicBezTo>
                    <a:pt x="129" y="271"/>
                    <a:pt x="161" y="256"/>
                    <a:pt x="173" y="232"/>
                  </a:cubicBezTo>
                  <a:cubicBezTo>
                    <a:pt x="190" y="211"/>
                    <a:pt x="206" y="194"/>
                    <a:pt x="206" y="178"/>
                  </a:cubicBezTo>
                  <a:cubicBezTo>
                    <a:pt x="227" y="108"/>
                    <a:pt x="206" y="42"/>
                    <a:pt x="140" y="5"/>
                  </a:cubicBezTo>
                  <a:cubicBezTo>
                    <a:pt x="132" y="2"/>
                    <a:pt x="123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3" name="Google Shape;20783;p55"/>
            <p:cNvSpPr/>
            <p:nvPr/>
          </p:nvSpPr>
          <p:spPr>
            <a:xfrm>
              <a:off x="5146150" y="2544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4" y="240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0"/>
                  </a:cubicBezTo>
                  <a:cubicBezTo>
                    <a:pt x="239" y="191"/>
                    <a:pt x="239" y="104"/>
                    <a:pt x="206" y="54"/>
                  </a:cubicBezTo>
                  <a:cubicBezTo>
                    <a:pt x="190" y="34"/>
                    <a:pt x="190" y="17"/>
                    <a:pt x="173" y="17"/>
                  </a:cubicBezTo>
                  <a:cubicBezTo>
                    <a:pt x="157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4" name="Google Shape;20784;p55"/>
            <p:cNvSpPr/>
            <p:nvPr/>
          </p:nvSpPr>
          <p:spPr>
            <a:xfrm>
              <a:off x="5151300" y="25285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8" y="0"/>
                  </a:moveTo>
                  <a:cubicBezTo>
                    <a:pt x="120" y="0"/>
                    <a:pt x="111" y="4"/>
                    <a:pt x="103" y="12"/>
                  </a:cubicBezTo>
                  <a:cubicBezTo>
                    <a:pt x="54" y="12"/>
                    <a:pt x="0" y="83"/>
                    <a:pt x="17" y="148"/>
                  </a:cubicBezTo>
                  <a:cubicBezTo>
                    <a:pt x="17" y="186"/>
                    <a:pt x="33" y="219"/>
                    <a:pt x="54" y="235"/>
                  </a:cubicBezTo>
                  <a:cubicBezTo>
                    <a:pt x="87" y="252"/>
                    <a:pt x="103" y="272"/>
                    <a:pt x="136" y="272"/>
                  </a:cubicBezTo>
                  <a:cubicBezTo>
                    <a:pt x="206" y="252"/>
                    <a:pt x="239" y="186"/>
                    <a:pt x="223" y="115"/>
                  </a:cubicBezTo>
                  <a:cubicBezTo>
                    <a:pt x="223" y="83"/>
                    <a:pt x="206" y="45"/>
                    <a:pt x="190" y="29"/>
                  </a:cubicBezTo>
                  <a:cubicBezTo>
                    <a:pt x="173" y="29"/>
                    <a:pt x="173" y="12"/>
                    <a:pt x="157" y="12"/>
                  </a:cubicBezTo>
                  <a:cubicBezTo>
                    <a:pt x="147" y="4"/>
                    <a:pt x="137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5" name="Google Shape;20785;p55"/>
            <p:cNvSpPr/>
            <p:nvPr/>
          </p:nvSpPr>
          <p:spPr>
            <a:xfrm>
              <a:off x="5151300" y="24836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1"/>
                  </a:moveTo>
                  <a:cubicBezTo>
                    <a:pt x="124" y="1"/>
                    <a:pt x="114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33" y="216"/>
                    <a:pt x="87" y="265"/>
                    <a:pt x="136" y="265"/>
                  </a:cubicBezTo>
                  <a:cubicBezTo>
                    <a:pt x="173" y="249"/>
                    <a:pt x="206" y="232"/>
                    <a:pt x="223" y="216"/>
                  </a:cubicBezTo>
                  <a:cubicBezTo>
                    <a:pt x="239" y="179"/>
                    <a:pt x="239" y="146"/>
                    <a:pt x="239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3" y="10"/>
                  </a:lnTo>
                  <a:cubicBezTo>
                    <a:pt x="162" y="10"/>
                    <a:pt x="149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6" name="Google Shape;20786;p55"/>
            <p:cNvSpPr/>
            <p:nvPr/>
          </p:nvSpPr>
          <p:spPr>
            <a:xfrm>
              <a:off x="5150050" y="249905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7" y="179"/>
                    <a:pt x="34" y="216"/>
                    <a:pt x="50" y="233"/>
                  </a:cubicBezTo>
                  <a:cubicBezTo>
                    <a:pt x="67" y="249"/>
                    <a:pt x="104" y="266"/>
                    <a:pt x="137" y="266"/>
                  </a:cubicBezTo>
                  <a:cubicBezTo>
                    <a:pt x="170" y="249"/>
                    <a:pt x="186" y="233"/>
                    <a:pt x="207" y="216"/>
                  </a:cubicBezTo>
                  <a:cubicBezTo>
                    <a:pt x="223" y="179"/>
                    <a:pt x="223" y="146"/>
                    <a:pt x="223" y="113"/>
                  </a:cubicBezTo>
                  <a:cubicBezTo>
                    <a:pt x="223" y="76"/>
                    <a:pt x="207" y="43"/>
                    <a:pt x="186" y="27"/>
                  </a:cubicBezTo>
                  <a:cubicBezTo>
                    <a:pt x="170" y="27"/>
                    <a:pt x="170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7" name="Google Shape;20787;p55"/>
            <p:cNvSpPr/>
            <p:nvPr/>
          </p:nvSpPr>
          <p:spPr>
            <a:xfrm>
              <a:off x="5206750" y="253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1" y="0"/>
                  </a:moveTo>
                  <a:cubicBezTo>
                    <a:pt x="123" y="0"/>
                    <a:pt x="114" y="2"/>
                    <a:pt x="103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66" y="234"/>
                  </a:cubicBezTo>
                  <a:cubicBezTo>
                    <a:pt x="83" y="251"/>
                    <a:pt x="120" y="267"/>
                    <a:pt x="136" y="267"/>
                  </a:cubicBezTo>
                  <a:cubicBezTo>
                    <a:pt x="206" y="251"/>
                    <a:pt x="239" y="181"/>
                    <a:pt x="239" y="111"/>
                  </a:cubicBezTo>
                  <a:cubicBezTo>
                    <a:pt x="223" y="61"/>
                    <a:pt x="206" y="28"/>
                    <a:pt x="169" y="8"/>
                  </a:cubicBezTo>
                  <a:cubicBezTo>
                    <a:pt x="158" y="8"/>
                    <a:pt x="147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8" name="Google Shape;20788;p55"/>
            <p:cNvSpPr/>
            <p:nvPr/>
          </p:nvSpPr>
          <p:spPr>
            <a:xfrm>
              <a:off x="5177050" y="2539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1" y="223"/>
                  </a:cubicBezTo>
                  <a:cubicBezTo>
                    <a:pt x="224" y="207"/>
                    <a:pt x="224" y="174"/>
                    <a:pt x="240" y="137"/>
                  </a:cubicBezTo>
                  <a:cubicBezTo>
                    <a:pt x="240" y="104"/>
                    <a:pt x="224" y="71"/>
                    <a:pt x="207" y="54"/>
                  </a:cubicBezTo>
                  <a:cubicBezTo>
                    <a:pt x="191" y="34"/>
                    <a:pt x="191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9" name="Google Shape;20789;p55"/>
            <p:cNvSpPr/>
            <p:nvPr/>
          </p:nvSpPr>
          <p:spPr>
            <a:xfrm>
              <a:off x="5216125" y="25473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20" y="0"/>
                    <a:pt x="87" y="17"/>
                    <a:pt x="71" y="38"/>
                  </a:cubicBezTo>
                  <a:cubicBezTo>
                    <a:pt x="17" y="87"/>
                    <a:pt x="0" y="157"/>
                    <a:pt x="54" y="223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31" y="265"/>
                    <a:pt x="140" y="267"/>
                    <a:pt x="148" y="267"/>
                  </a:cubicBezTo>
                  <a:cubicBezTo>
                    <a:pt x="168" y="267"/>
                    <a:pt x="183" y="255"/>
                    <a:pt x="207" y="244"/>
                  </a:cubicBezTo>
                  <a:cubicBezTo>
                    <a:pt x="223" y="223"/>
                    <a:pt x="244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0" name="Google Shape;20790;p55"/>
            <p:cNvSpPr/>
            <p:nvPr/>
          </p:nvSpPr>
          <p:spPr>
            <a:xfrm>
              <a:off x="5205000" y="26272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7"/>
                    <a:pt x="70" y="38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4"/>
                    <a:pt x="87" y="260"/>
                    <a:pt x="120" y="260"/>
                  </a:cubicBezTo>
                  <a:cubicBezTo>
                    <a:pt x="153" y="260"/>
                    <a:pt x="173" y="260"/>
                    <a:pt x="206" y="244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1" name="Google Shape;20791;p55"/>
            <p:cNvSpPr/>
            <p:nvPr/>
          </p:nvSpPr>
          <p:spPr>
            <a:xfrm>
              <a:off x="5205825" y="2611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16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0" y="181"/>
                    <a:pt x="17" y="214"/>
                    <a:pt x="54" y="230"/>
                  </a:cubicBezTo>
                  <a:cubicBezTo>
                    <a:pt x="70" y="247"/>
                    <a:pt x="103" y="267"/>
                    <a:pt x="120" y="267"/>
                  </a:cubicBezTo>
                  <a:cubicBezTo>
                    <a:pt x="190" y="247"/>
                    <a:pt x="223" y="181"/>
                    <a:pt x="223" y="111"/>
                  </a:cubicBezTo>
                  <a:cubicBezTo>
                    <a:pt x="223" y="78"/>
                    <a:pt x="206" y="41"/>
                    <a:pt x="173" y="24"/>
                  </a:cubicBezTo>
                  <a:lnTo>
                    <a:pt x="157" y="8"/>
                  </a:lnTo>
                  <a:cubicBezTo>
                    <a:pt x="146" y="8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2" name="Google Shape;20792;p55"/>
            <p:cNvSpPr/>
            <p:nvPr/>
          </p:nvSpPr>
          <p:spPr>
            <a:xfrm>
              <a:off x="5159850" y="2587325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1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21" y="66"/>
                    <a:pt x="0" y="153"/>
                    <a:pt x="37" y="206"/>
                  </a:cubicBezTo>
                  <a:cubicBezTo>
                    <a:pt x="66" y="245"/>
                    <a:pt x="102" y="261"/>
                    <a:pt x="134" y="261"/>
                  </a:cubicBezTo>
                  <a:cubicBezTo>
                    <a:pt x="156" y="261"/>
                    <a:pt x="176" y="253"/>
                    <a:pt x="190" y="239"/>
                  </a:cubicBezTo>
                  <a:cubicBezTo>
                    <a:pt x="244" y="190"/>
                    <a:pt x="260" y="103"/>
                    <a:pt x="206" y="50"/>
                  </a:cubicBezTo>
                  <a:cubicBezTo>
                    <a:pt x="206" y="33"/>
                    <a:pt x="190" y="17"/>
                    <a:pt x="174" y="17"/>
                  </a:cubicBezTo>
                  <a:cubicBezTo>
                    <a:pt x="157" y="0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3" name="Google Shape;20793;p55"/>
            <p:cNvSpPr/>
            <p:nvPr/>
          </p:nvSpPr>
          <p:spPr>
            <a:xfrm>
              <a:off x="5157275" y="26370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0"/>
                  </a:moveTo>
                  <a:cubicBezTo>
                    <a:pt x="102" y="0"/>
                    <a:pt x="51" y="33"/>
                    <a:pt x="37" y="91"/>
                  </a:cubicBezTo>
                  <a:cubicBezTo>
                    <a:pt x="0" y="141"/>
                    <a:pt x="37" y="227"/>
                    <a:pt x="87" y="244"/>
                  </a:cubicBezTo>
                  <a:cubicBezTo>
                    <a:pt x="103" y="264"/>
                    <a:pt x="124" y="264"/>
                    <a:pt x="140" y="264"/>
                  </a:cubicBezTo>
                  <a:cubicBezTo>
                    <a:pt x="190" y="264"/>
                    <a:pt x="227" y="227"/>
                    <a:pt x="244" y="178"/>
                  </a:cubicBezTo>
                  <a:cubicBezTo>
                    <a:pt x="260" y="124"/>
                    <a:pt x="244" y="75"/>
                    <a:pt x="206" y="37"/>
                  </a:cubicBezTo>
                  <a:cubicBezTo>
                    <a:pt x="206" y="21"/>
                    <a:pt x="190" y="21"/>
                    <a:pt x="173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4" name="Google Shape;20794;p55"/>
            <p:cNvSpPr/>
            <p:nvPr/>
          </p:nvSpPr>
          <p:spPr>
            <a:xfrm>
              <a:off x="5163350" y="2619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6" y="0"/>
                  </a:moveTo>
                  <a:cubicBezTo>
                    <a:pt x="81" y="0"/>
                    <a:pt x="31" y="33"/>
                    <a:pt x="17" y="91"/>
                  </a:cubicBezTo>
                  <a:cubicBezTo>
                    <a:pt x="1" y="161"/>
                    <a:pt x="17" y="227"/>
                    <a:pt x="87" y="264"/>
                  </a:cubicBezTo>
                  <a:lnTo>
                    <a:pt x="137" y="264"/>
                  </a:lnTo>
                  <a:cubicBezTo>
                    <a:pt x="170" y="264"/>
                    <a:pt x="207" y="227"/>
                    <a:pt x="223" y="178"/>
                  </a:cubicBezTo>
                  <a:cubicBezTo>
                    <a:pt x="240" y="145"/>
                    <a:pt x="223" y="91"/>
                    <a:pt x="207" y="58"/>
                  </a:cubicBezTo>
                  <a:lnTo>
                    <a:pt x="153" y="4"/>
                  </a:lnTo>
                  <a:cubicBezTo>
                    <a:pt x="145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5" name="Google Shape;20795;p55"/>
            <p:cNvSpPr/>
            <p:nvPr/>
          </p:nvSpPr>
          <p:spPr>
            <a:xfrm>
              <a:off x="5175825" y="25116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20" y="1"/>
                  </a:moveTo>
                  <a:cubicBezTo>
                    <a:pt x="83" y="1"/>
                    <a:pt x="66" y="1"/>
                    <a:pt x="33" y="22"/>
                  </a:cubicBezTo>
                  <a:cubicBezTo>
                    <a:pt x="17" y="54"/>
                    <a:pt x="0" y="71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46" y="239"/>
                    <a:pt x="82" y="257"/>
                    <a:pt x="117" y="257"/>
                  </a:cubicBezTo>
                  <a:cubicBezTo>
                    <a:pt x="142" y="257"/>
                    <a:pt x="166" y="248"/>
                    <a:pt x="186" y="228"/>
                  </a:cubicBezTo>
                  <a:cubicBezTo>
                    <a:pt x="223" y="191"/>
                    <a:pt x="240" y="104"/>
                    <a:pt x="207" y="54"/>
                  </a:cubicBezTo>
                  <a:cubicBezTo>
                    <a:pt x="186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6" name="Google Shape;20796;p55"/>
            <p:cNvSpPr/>
            <p:nvPr/>
          </p:nvSpPr>
          <p:spPr>
            <a:xfrm>
              <a:off x="5128925" y="27651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1" y="0"/>
                  </a:moveTo>
                  <a:cubicBezTo>
                    <a:pt x="124" y="0"/>
                    <a:pt x="87" y="17"/>
                    <a:pt x="71" y="33"/>
                  </a:cubicBezTo>
                  <a:cubicBezTo>
                    <a:pt x="21" y="87"/>
                    <a:pt x="0" y="153"/>
                    <a:pt x="54" y="223"/>
                  </a:cubicBezTo>
                  <a:cubicBezTo>
                    <a:pt x="71" y="239"/>
                    <a:pt x="87" y="256"/>
                    <a:pt x="124" y="256"/>
                  </a:cubicBezTo>
                  <a:cubicBezTo>
                    <a:pt x="134" y="261"/>
                    <a:pt x="142" y="263"/>
                    <a:pt x="150" y="263"/>
                  </a:cubicBezTo>
                  <a:cubicBezTo>
                    <a:pt x="168" y="263"/>
                    <a:pt x="183" y="251"/>
                    <a:pt x="207" y="239"/>
                  </a:cubicBezTo>
                  <a:cubicBezTo>
                    <a:pt x="227" y="206"/>
                    <a:pt x="244" y="190"/>
                    <a:pt x="244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57" y="17"/>
                    <a:pt x="157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7" name="Google Shape;20797;p55"/>
            <p:cNvSpPr/>
            <p:nvPr/>
          </p:nvSpPr>
          <p:spPr>
            <a:xfrm>
              <a:off x="5262925" y="2614725"/>
              <a:ext cx="3525" cy="6525"/>
            </a:xfrm>
            <a:custGeom>
              <a:avLst/>
              <a:gdLst/>
              <a:ahLst/>
              <a:cxnLst/>
              <a:rect l="l" t="t" r="r" b="b"/>
              <a:pathLst>
                <a:path w="141" h="261" extrusionOk="0">
                  <a:moveTo>
                    <a:pt x="103" y="1"/>
                  </a:moveTo>
                  <a:cubicBezTo>
                    <a:pt x="70" y="21"/>
                    <a:pt x="54" y="54"/>
                    <a:pt x="37" y="87"/>
                  </a:cubicBezTo>
                  <a:cubicBezTo>
                    <a:pt x="0" y="157"/>
                    <a:pt x="37" y="228"/>
                    <a:pt x="87" y="261"/>
                  </a:cubicBezTo>
                  <a:lnTo>
                    <a:pt x="140" y="261"/>
                  </a:lnTo>
                  <a:cubicBezTo>
                    <a:pt x="140" y="174"/>
                    <a:pt x="124" y="8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8" name="Google Shape;20798;p55"/>
            <p:cNvSpPr/>
            <p:nvPr/>
          </p:nvSpPr>
          <p:spPr>
            <a:xfrm>
              <a:off x="5114400" y="27675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5" y="0"/>
                  </a:moveTo>
                  <a:cubicBezTo>
                    <a:pt x="79" y="0"/>
                    <a:pt x="42" y="2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190" y="23"/>
                    <a:pt x="190" y="23"/>
                    <a:pt x="169" y="6"/>
                  </a:cubicBezTo>
                  <a:cubicBezTo>
                    <a:pt x="154" y="2"/>
                    <a:pt x="139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9" name="Google Shape;20799;p55"/>
            <p:cNvSpPr/>
            <p:nvPr/>
          </p:nvSpPr>
          <p:spPr>
            <a:xfrm>
              <a:off x="5169325" y="27758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87" y="1"/>
                    <a:pt x="87" y="17"/>
                    <a:pt x="71" y="17"/>
                  </a:cubicBezTo>
                  <a:cubicBezTo>
                    <a:pt x="34" y="34"/>
                    <a:pt x="1" y="87"/>
                    <a:pt x="1" y="153"/>
                  </a:cubicBezTo>
                  <a:cubicBezTo>
                    <a:pt x="17" y="191"/>
                    <a:pt x="34" y="224"/>
                    <a:pt x="54" y="240"/>
                  </a:cubicBezTo>
                  <a:cubicBezTo>
                    <a:pt x="66" y="252"/>
                    <a:pt x="85" y="265"/>
                    <a:pt x="108" y="265"/>
                  </a:cubicBezTo>
                  <a:cubicBezTo>
                    <a:pt x="117" y="265"/>
                    <a:pt x="127" y="263"/>
                    <a:pt x="137" y="256"/>
                  </a:cubicBezTo>
                  <a:cubicBezTo>
                    <a:pt x="190" y="256"/>
                    <a:pt x="240" y="191"/>
                    <a:pt x="223" y="120"/>
                  </a:cubicBezTo>
                  <a:lnTo>
                    <a:pt x="223" y="87"/>
                  </a:lnTo>
                  <a:cubicBezTo>
                    <a:pt x="207" y="50"/>
                    <a:pt x="190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0" name="Google Shape;20800;p55"/>
            <p:cNvSpPr/>
            <p:nvPr/>
          </p:nvSpPr>
          <p:spPr>
            <a:xfrm>
              <a:off x="5132425" y="27947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96" y="260"/>
                    <a:pt x="105" y="261"/>
                    <a:pt x="114" y="261"/>
                  </a:cubicBezTo>
                  <a:cubicBezTo>
                    <a:pt x="160" y="261"/>
                    <a:pt x="212" y="229"/>
                    <a:pt x="240" y="171"/>
                  </a:cubicBezTo>
                  <a:cubicBezTo>
                    <a:pt x="256" y="117"/>
                    <a:pt x="223" y="34"/>
                    <a:pt x="170" y="14"/>
                  </a:cubicBezTo>
                  <a:cubicBezTo>
                    <a:pt x="157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1" name="Google Shape;20801;p55"/>
            <p:cNvSpPr/>
            <p:nvPr/>
          </p:nvSpPr>
          <p:spPr>
            <a:xfrm>
              <a:off x="5094600" y="2785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4" y="251"/>
                    <a:pt x="83" y="263"/>
                    <a:pt x="114" y="263"/>
                  </a:cubicBezTo>
                  <a:cubicBezTo>
                    <a:pt x="140" y="263"/>
                    <a:pt x="166" y="255"/>
                    <a:pt x="190" y="240"/>
                  </a:cubicBezTo>
                  <a:cubicBezTo>
                    <a:pt x="240" y="190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2" name="Google Shape;20802;p55"/>
            <p:cNvSpPr/>
            <p:nvPr/>
          </p:nvSpPr>
          <p:spPr>
            <a:xfrm>
              <a:off x="5089450" y="2760475"/>
              <a:ext cx="6525" cy="6450"/>
            </a:xfrm>
            <a:custGeom>
              <a:avLst/>
              <a:gdLst/>
              <a:ahLst/>
              <a:cxnLst/>
              <a:rect l="l" t="t" r="r" b="b"/>
              <a:pathLst>
                <a:path w="261" h="258" extrusionOk="0">
                  <a:moveTo>
                    <a:pt x="129" y="0"/>
                  </a:moveTo>
                  <a:cubicBezTo>
                    <a:pt x="88" y="0"/>
                    <a:pt x="49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cubicBezTo>
                    <a:pt x="100" y="256"/>
                    <a:pt x="113" y="258"/>
                    <a:pt x="124" y="258"/>
                  </a:cubicBezTo>
                  <a:cubicBezTo>
                    <a:pt x="175" y="258"/>
                    <a:pt x="213" y="223"/>
                    <a:pt x="240" y="170"/>
                  </a:cubicBezTo>
                  <a:cubicBezTo>
                    <a:pt x="260" y="100"/>
                    <a:pt x="223" y="29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3" name="Google Shape;20803;p55"/>
            <p:cNvSpPr/>
            <p:nvPr/>
          </p:nvSpPr>
          <p:spPr>
            <a:xfrm>
              <a:off x="5107475" y="275440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71" y="17"/>
                    <a:pt x="55" y="33"/>
                    <a:pt x="34" y="50"/>
                  </a:cubicBezTo>
                  <a:cubicBezTo>
                    <a:pt x="17" y="83"/>
                    <a:pt x="1" y="120"/>
                    <a:pt x="1" y="153"/>
                  </a:cubicBezTo>
                  <a:cubicBezTo>
                    <a:pt x="17" y="186"/>
                    <a:pt x="34" y="223"/>
                    <a:pt x="55" y="239"/>
                  </a:cubicBezTo>
                  <a:cubicBezTo>
                    <a:pt x="66" y="251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6"/>
                  </a:cubicBezTo>
                  <a:cubicBezTo>
                    <a:pt x="191" y="256"/>
                    <a:pt x="240" y="186"/>
                    <a:pt x="224" y="120"/>
                  </a:cubicBezTo>
                  <a:cubicBezTo>
                    <a:pt x="224" y="83"/>
                    <a:pt x="207" y="50"/>
                    <a:pt x="191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4" name="Google Shape;20804;p55"/>
            <p:cNvSpPr/>
            <p:nvPr/>
          </p:nvSpPr>
          <p:spPr>
            <a:xfrm>
              <a:off x="5136250" y="27487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70" y="1"/>
                    <a:pt x="37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5" name="Google Shape;20805;p55"/>
            <p:cNvSpPr/>
            <p:nvPr/>
          </p:nvSpPr>
          <p:spPr>
            <a:xfrm>
              <a:off x="5101925" y="27719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23" y="87"/>
                    <a:pt x="206" y="54"/>
                    <a:pt x="173" y="37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6" name="Google Shape;20806;p55"/>
            <p:cNvSpPr/>
            <p:nvPr/>
          </p:nvSpPr>
          <p:spPr>
            <a:xfrm>
              <a:off x="5097600" y="28179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9" y="1"/>
                  </a:moveTo>
                  <a:cubicBezTo>
                    <a:pt x="87" y="1"/>
                    <a:pt x="44" y="32"/>
                    <a:pt x="17" y="84"/>
                  </a:cubicBezTo>
                  <a:cubicBezTo>
                    <a:pt x="0" y="154"/>
                    <a:pt x="37" y="220"/>
                    <a:pt x="87" y="257"/>
                  </a:cubicBezTo>
                  <a:lnTo>
                    <a:pt x="140" y="257"/>
                  </a:lnTo>
                  <a:cubicBezTo>
                    <a:pt x="173" y="257"/>
                    <a:pt x="223" y="220"/>
                    <a:pt x="243" y="187"/>
                  </a:cubicBezTo>
                  <a:cubicBezTo>
                    <a:pt x="243" y="137"/>
                    <a:pt x="243" y="84"/>
                    <a:pt x="206" y="51"/>
                  </a:cubicBezTo>
                  <a:cubicBezTo>
                    <a:pt x="206" y="34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7" name="Google Shape;20807;p55"/>
            <p:cNvSpPr/>
            <p:nvPr/>
          </p:nvSpPr>
          <p:spPr>
            <a:xfrm>
              <a:off x="5139750" y="27791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42" y="1"/>
                  </a:moveTo>
                  <a:cubicBezTo>
                    <a:pt x="97" y="1"/>
                    <a:pt x="47" y="31"/>
                    <a:pt x="33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101" y="257"/>
                    <a:pt x="119" y="261"/>
                    <a:pt x="135" y="261"/>
                  </a:cubicBezTo>
                  <a:cubicBezTo>
                    <a:pt x="180" y="261"/>
                    <a:pt x="215" y="230"/>
                    <a:pt x="240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61" y="2"/>
                    <a:pt x="151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8" name="Google Shape;20808;p55"/>
            <p:cNvSpPr/>
            <p:nvPr/>
          </p:nvSpPr>
          <p:spPr>
            <a:xfrm>
              <a:off x="5162425" y="279377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7" y="0"/>
                  </a:moveTo>
                  <a:cubicBezTo>
                    <a:pt x="102" y="0"/>
                    <a:pt x="51" y="33"/>
                    <a:pt x="38" y="91"/>
                  </a:cubicBezTo>
                  <a:cubicBezTo>
                    <a:pt x="0" y="140"/>
                    <a:pt x="38" y="227"/>
                    <a:pt x="87" y="244"/>
                  </a:cubicBezTo>
                  <a:cubicBezTo>
                    <a:pt x="106" y="254"/>
                    <a:pt x="124" y="258"/>
                    <a:pt x="140" y="258"/>
                  </a:cubicBezTo>
                  <a:cubicBezTo>
                    <a:pt x="183" y="258"/>
                    <a:pt x="217" y="226"/>
                    <a:pt x="244" y="178"/>
                  </a:cubicBezTo>
                  <a:cubicBezTo>
                    <a:pt x="260" y="107"/>
                    <a:pt x="227" y="37"/>
                    <a:pt x="174" y="4"/>
                  </a:cubicBezTo>
                  <a:cubicBezTo>
                    <a:pt x="165" y="2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9" name="Google Shape;20809;p55"/>
            <p:cNvSpPr/>
            <p:nvPr/>
          </p:nvSpPr>
          <p:spPr>
            <a:xfrm>
              <a:off x="5166350" y="274315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17"/>
                    <a:pt x="0" y="87"/>
                    <a:pt x="0" y="158"/>
                  </a:cubicBezTo>
                  <a:cubicBezTo>
                    <a:pt x="0" y="191"/>
                    <a:pt x="17" y="224"/>
                    <a:pt x="50" y="244"/>
                  </a:cubicBezTo>
                  <a:cubicBezTo>
                    <a:pt x="64" y="256"/>
                    <a:pt x="85" y="267"/>
                    <a:pt x="102" y="267"/>
                  </a:cubicBezTo>
                  <a:cubicBezTo>
                    <a:pt x="109" y="267"/>
                    <a:pt x="115" y="265"/>
                    <a:pt x="120" y="261"/>
                  </a:cubicBezTo>
                  <a:cubicBezTo>
                    <a:pt x="153" y="261"/>
                    <a:pt x="190" y="244"/>
                    <a:pt x="206" y="207"/>
                  </a:cubicBezTo>
                  <a:cubicBezTo>
                    <a:pt x="223" y="191"/>
                    <a:pt x="223" y="158"/>
                    <a:pt x="223" y="120"/>
                  </a:cubicBezTo>
                  <a:cubicBezTo>
                    <a:pt x="223" y="87"/>
                    <a:pt x="206" y="55"/>
                    <a:pt x="173" y="38"/>
                  </a:cubicBezTo>
                  <a:cubicBezTo>
                    <a:pt x="173" y="17"/>
                    <a:pt x="153" y="17"/>
                    <a:pt x="153" y="17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0" name="Google Shape;20810;p55"/>
            <p:cNvSpPr/>
            <p:nvPr/>
          </p:nvSpPr>
          <p:spPr>
            <a:xfrm>
              <a:off x="5153875" y="27762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70"/>
                    <a:pt x="0" y="157"/>
                    <a:pt x="33" y="207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36" y="260"/>
                    <a:pt x="173" y="260"/>
                    <a:pt x="190" y="239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36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1" name="Google Shape;20811;p55"/>
            <p:cNvSpPr/>
            <p:nvPr/>
          </p:nvSpPr>
          <p:spPr>
            <a:xfrm>
              <a:off x="5159025" y="27603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66" y="251"/>
                    <a:pt x="85" y="265"/>
                    <a:pt x="107" y="265"/>
                  </a:cubicBezTo>
                  <a:cubicBezTo>
                    <a:pt x="117" y="265"/>
                    <a:pt x="127" y="262"/>
                    <a:pt x="136" y="256"/>
                  </a:cubicBezTo>
                  <a:cubicBezTo>
                    <a:pt x="190" y="256"/>
                    <a:pt x="239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2" name="Google Shape;20812;p55"/>
            <p:cNvSpPr/>
            <p:nvPr/>
          </p:nvSpPr>
          <p:spPr>
            <a:xfrm>
              <a:off x="5150875" y="2745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9" y="1"/>
                  </a:moveTo>
                  <a:cubicBezTo>
                    <a:pt x="86" y="1"/>
                    <a:pt x="65" y="13"/>
                    <a:pt x="50" y="28"/>
                  </a:cubicBezTo>
                  <a:cubicBezTo>
                    <a:pt x="1" y="78"/>
                    <a:pt x="1" y="164"/>
                    <a:pt x="34" y="214"/>
                  </a:cubicBezTo>
                  <a:cubicBezTo>
                    <a:pt x="50" y="251"/>
                    <a:pt x="87" y="267"/>
                    <a:pt x="104" y="267"/>
                  </a:cubicBezTo>
                  <a:cubicBezTo>
                    <a:pt x="137" y="267"/>
                    <a:pt x="174" y="251"/>
                    <a:pt x="190" y="234"/>
                  </a:cubicBezTo>
                  <a:cubicBezTo>
                    <a:pt x="223" y="214"/>
                    <a:pt x="223" y="181"/>
                    <a:pt x="240" y="148"/>
                  </a:cubicBezTo>
                  <a:cubicBezTo>
                    <a:pt x="240" y="111"/>
                    <a:pt x="223" y="78"/>
                    <a:pt x="207" y="45"/>
                  </a:cubicBezTo>
                  <a:cubicBezTo>
                    <a:pt x="190" y="28"/>
                    <a:pt x="190" y="28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3" name="Google Shape;20813;p55"/>
            <p:cNvSpPr/>
            <p:nvPr/>
          </p:nvSpPr>
          <p:spPr>
            <a:xfrm>
              <a:off x="5141800" y="2762350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23" y="1"/>
                  </a:moveTo>
                  <a:cubicBezTo>
                    <a:pt x="117" y="1"/>
                    <a:pt x="111" y="3"/>
                    <a:pt x="104" y="8"/>
                  </a:cubicBezTo>
                  <a:cubicBezTo>
                    <a:pt x="87" y="8"/>
                    <a:pt x="54" y="25"/>
                    <a:pt x="38" y="41"/>
                  </a:cubicBezTo>
                  <a:cubicBezTo>
                    <a:pt x="21" y="57"/>
                    <a:pt x="1" y="111"/>
                    <a:pt x="21" y="144"/>
                  </a:cubicBezTo>
                  <a:cubicBezTo>
                    <a:pt x="21" y="177"/>
                    <a:pt x="38" y="214"/>
                    <a:pt x="54" y="231"/>
                  </a:cubicBezTo>
                  <a:cubicBezTo>
                    <a:pt x="87" y="247"/>
                    <a:pt x="104" y="264"/>
                    <a:pt x="141" y="264"/>
                  </a:cubicBezTo>
                  <a:cubicBezTo>
                    <a:pt x="190" y="247"/>
                    <a:pt x="228" y="198"/>
                    <a:pt x="228" y="128"/>
                  </a:cubicBezTo>
                  <a:lnTo>
                    <a:pt x="228" y="111"/>
                  </a:lnTo>
                  <a:cubicBezTo>
                    <a:pt x="228" y="57"/>
                    <a:pt x="190" y="25"/>
                    <a:pt x="158" y="8"/>
                  </a:cubicBezTo>
                  <a:cubicBezTo>
                    <a:pt x="147" y="8"/>
                    <a:pt x="136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4" name="Google Shape;20814;p55"/>
            <p:cNvSpPr/>
            <p:nvPr/>
          </p:nvSpPr>
          <p:spPr>
            <a:xfrm>
              <a:off x="5144900" y="2718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104" y="0"/>
                    <a:pt x="66" y="0"/>
                    <a:pt x="50" y="17"/>
                  </a:cubicBezTo>
                  <a:cubicBezTo>
                    <a:pt x="17" y="50"/>
                    <a:pt x="1" y="66"/>
                    <a:pt x="1" y="103"/>
                  </a:cubicBezTo>
                  <a:cubicBezTo>
                    <a:pt x="1" y="153"/>
                    <a:pt x="17" y="169"/>
                    <a:pt x="34" y="206"/>
                  </a:cubicBezTo>
                  <a:cubicBezTo>
                    <a:pt x="50" y="239"/>
                    <a:pt x="66" y="256"/>
                    <a:pt x="104" y="256"/>
                  </a:cubicBezTo>
                  <a:cubicBezTo>
                    <a:pt x="137" y="256"/>
                    <a:pt x="153" y="239"/>
                    <a:pt x="186" y="223"/>
                  </a:cubicBezTo>
                  <a:cubicBezTo>
                    <a:pt x="223" y="186"/>
                    <a:pt x="240" y="103"/>
                    <a:pt x="207" y="50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5" name="Google Shape;20815;p55"/>
            <p:cNvSpPr/>
            <p:nvPr/>
          </p:nvSpPr>
          <p:spPr>
            <a:xfrm>
              <a:off x="5112650" y="27849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04" y="1"/>
                  </a:moveTo>
                  <a:cubicBezTo>
                    <a:pt x="87" y="1"/>
                    <a:pt x="70" y="6"/>
                    <a:pt x="54" y="16"/>
                  </a:cubicBezTo>
                  <a:cubicBezTo>
                    <a:pt x="33" y="33"/>
                    <a:pt x="17" y="66"/>
                    <a:pt x="0" y="82"/>
                  </a:cubicBezTo>
                  <a:lnTo>
                    <a:pt x="0" y="169"/>
                  </a:lnTo>
                  <a:cubicBezTo>
                    <a:pt x="17" y="202"/>
                    <a:pt x="33" y="239"/>
                    <a:pt x="70" y="255"/>
                  </a:cubicBezTo>
                  <a:cubicBezTo>
                    <a:pt x="83" y="264"/>
                    <a:pt x="98" y="268"/>
                    <a:pt x="113" y="268"/>
                  </a:cubicBezTo>
                  <a:cubicBezTo>
                    <a:pt x="153" y="268"/>
                    <a:pt x="194" y="237"/>
                    <a:pt x="206" y="185"/>
                  </a:cubicBezTo>
                  <a:cubicBezTo>
                    <a:pt x="239" y="119"/>
                    <a:pt x="206" y="33"/>
                    <a:pt x="157" y="16"/>
                  </a:cubicBezTo>
                  <a:cubicBezTo>
                    <a:pt x="138" y="6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6" name="Google Shape;20816;p55"/>
            <p:cNvSpPr/>
            <p:nvPr/>
          </p:nvSpPr>
          <p:spPr>
            <a:xfrm>
              <a:off x="5059350" y="2761300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22" y="0"/>
                  </a:moveTo>
                  <a:cubicBezTo>
                    <a:pt x="78" y="0"/>
                    <a:pt x="45" y="32"/>
                    <a:pt x="21" y="83"/>
                  </a:cubicBezTo>
                  <a:cubicBezTo>
                    <a:pt x="1" y="153"/>
                    <a:pt x="38" y="240"/>
                    <a:pt x="87" y="256"/>
                  </a:cubicBezTo>
                  <a:cubicBezTo>
                    <a:pt x="101" y="265"/>
                    <a:pt x="116" y="269"/>
                    <a:pt x="131" y="269"/>
                  </a:cubicBezTo>
                  <a:cubicBezTo>
                    <a:pt x="173" y="269"/>
                    <a:pt x="212" y="238"/>
                    <a:pt x="227" y="186"/>
                  </a:cubicBezTo>
                  <a:cubicBezTo>
                    <a:pt x="260" y="116"/>
                    <a:pt x="227" y="34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7" name="Google Shape;20817;p55"/>
            <p:cNvSpPr/>
            <p:nvPr/>
          </p:nvSpPr>
          <p:spPr>
            <a:xfrm>
              <a:off x="5055950" y="27318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17" y="78"/>
                    <a:pt x="0" y="160"/>
                    <a:pt x="33" y="214"/>
                  </a:cubicBezTo>
                  <a:cubicBezTo>
                    <a:pt x="71" y="247"/>
                    <a:pt x="87" y="263"/>
                    <a:pt x="120" y="263"/>
                  </a:cubicBezTo>
                  <a:cubicBezTo>
                    <a:pt x="157" y="263"/>
                    <a:pt x="174" y="247"/>
                    <a:pt x="207" y="230"/>
                  </a:cubicBezTo>
                  <a:cubicBezTo>
                    <a:pt x="223" y="214"/>
                    <a:pt x="240" y="181"/>
                    <a:pt x="240" y="144"/>
                  </a:cubicBezTo>
                  <a:cubicBezTo>
                    <a:pt x="240" y="111"/>
                    <a:pt x="240" y="78"/>
                    <a:pt x="223" y="41"/>
                  </a:cubicBezTo>
                  <a:cubicBezTo>
                    <a:pt x="207" y="24"/>
                    <a:pt x="190" y="24"/>
                    <a:pt x="174" y="8"/>
                  </a:cubicBezTo>
                  <a:lnTo>
                    <a:pt x="137" y="8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8" name="Google Shape;20818;p55"/>
            <p:cNvSpPr/>
            <p:nvPr/>
          </p:nvSpPr>
          <p:spPr>
            <a:xfrm>
              <a:off x="5060275" y="2809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40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9" name="Google Shape;20819;p55"/>
            <p:cNvSpPr/>
            <p:nvPr/>
          </p:nvSpPr>
          <p:spPr>
            <a:xfrm>
              <a:off x="5063275" y="271522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70" y="21"/>
                    <a:pt x="33" y="38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27"/>
                    <a:pt x="33" y="244"/>
                  </a:cubicBezTo>
                  <a:cubicBezTo>
                    <a:pt x="59" y="256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90" y="260"/>
                    <a:pt x="223" y="190"/>
                    <a:pt x="223" y="124"/>
                  </a:cubicBezTo>
                  <a:cubicBezTo>
                    <a:pt x="206" y="87"/>
                    <a:pt x="190" y="54"/>
                    <a:pt x="173" y="38"/>
                  </a:cubicBezTo>
                  <a:cubicBezTo>
                    <a:pt x="173" y="21"/>
                    <a:pt x="153" y="21"/>
                    <a:pt x="153" y="21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0" name="Google Shape;20820;p55"/>
            <p:cNvSpPr/>
            <p:nvPr/>
          </p:nvSpPr>
          <p:spPr>
            <a:xfrm>
              <a:off x="5053375" y="2781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6" y="260"/>
                  </a:cubicBezTo>
                  <a:cubicBezTo>
                    <a:pt x="157" y="260"/>
                    <a:pt x="190" y="240"/>
                    <a:pt x="207" y="207"/>
                  </a:cubicBezTo>
                  <a:cubicBezTo>
                    <a:pt x="223" y="174"/>
                    <a:pt x="223" y="137"/>
                    <a:pt x="223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1" name="Google Shape;20821;p55"/>
            <p:cNvSpPr/>
            <p:nvPr/>
          </p:nvSpPr>
          <p:spPr>
            <a:xfrm>
              <a:off x="5086050" y="2727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37"/>
                  </a:cubicBezTo>
                  <a:cubicBezTo>
                    <a:pt x="17" y="174"/>
                    <a:pt x="17" y="207"/>
                    <a:pt x="50" y="22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69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2" name="Google Shape;20822;p55"/>
            <p:cNvSpPr/>
            <p:nvPr/>
          </p:nvSpPr>
          <p:spPr>
            <a:xfrm>
              <a:off x="5146150" y="2474750"/>
              <a:ext cx="2175" cy="850"/>
            </a:xfrm>
            <a:custGeom>
              <a:avLst/>
              <a:gdLst/>
              <a:ahLst/>
              <a:cxnLst/>
              <a:rect l="l" t="t" r="r" b="b"/>
              <a:pathLst>
                <a:path w="87" h="34" extrusionOk="0">
                  <a:moveTo>
                    <a:pt x="0" y="1"/>
                  </a:moveTo>
                  <a:cubicBezTo>
                    <a:pt x="5" y="1"/>
                    <a:pt x="11" y="2"/>
                    <a:pt x="18" y="4"/>
                  </a:cubicBezTo>
                  <a:lnTo>
                    <a:pt x="18" y="4"/>
                  </a:lnTo>
                  <a:cubicBezTo>
                    <a:pt x="18" y="3"/>
                    <a:pt x="17" y="2"/>
                    <a:pt x="16" y="1"/>
                  </a:cubicBezTo>
                  <a:close/>
                  <a:moveTo>
                    <a:pt x="18" y="4"/>
                  </a:moveTo>
                  <a:cubicBezTo>
                    <a:pt x="35" y="34"/>
                    <a:pt x="55" y="34"/>
                    <a:pt x="87" y="34"/>
                  </a:cubicBezTo>
                  <a:cubicBezTo>
                    <a:pt x="63" y="22"/>
                    <a:pt x="37" y="10"/>
                    <a:pt x="18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3" name="Google Shape;20823;p55"/>
            <p:cNvSpPr/>
            <p:nvPr/>
          </p:nvSpPr>
          <p:spPr>
            <a:xfrm>
              <a:off x="5104900" y="2460650"/>
              <a:ext cx="5600" cy="4250"/>
            </a:xfrm>
            <a:custGeom>
              <a:avLst/>
              <a:gdLst/>
              <a:ahLst/>
              <a:cxnLst/>
              <a:rect l="l" t="t" r="r" b="b"/>
              <a:pathLst>
                <a:path w="224" h="170" extrusionOk="0">
                  <a:moveTo>
                    <a:pt x="17" y="0"/>
                  </a:moveTo>
                  <a:cubicBezTo>
                    <a:pt x="17" y="17"/>
                    <a:pt x="1" y="33"/>
                    <a:pt x="17" y="66"/>
                  </a:cubicBezTo>
                  <a:cubicBezTo>
                    <a:pt x="17" y="103"/>
                    <a:pt x="34" y="120"/>
                    <a:pt x="54" y="153"/>
                  </a:cubicBezTo>
                  <a:cubicBezTo>
                    <a:pt x="87" y="169"/>
                    <a:pt x="104" y="169"/>
                    <a:pt x="137" y="169"/>
                  </a:cubicBezTo>
                  <a:cubicBezTo>
                    <a:pt x="190" y="153"/>
                    <a:pt x="223" y="120"/>
                    <a:pt x="223" y="50"/>
                  </a:cubicBezTo>
                  <a:cubicBezTo>
                    <a:pt x="158" y="33"/>
                    <a:pt x="87" y="17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4" name="Google Shape;20824;p55"/>
            <p:cNvSpPr/>
            <p:nvPr/>
          </p:nvSpPr>
          <p:spPr>
            <a:xfrm>
              <a:off x="5052950" y="2796850"/>
              <a:ext cx="4775" cy="6525"/>
            </a:xfrm>
            <a:custGeom>
              <a:avLst/>
              <a:gdLst/>
              <a:ahLst/>
              <a:cxnLst/>
              <a:rect l="l" t="t" r="r" b="b"/>
              <a:pathLst>
                <a:path w="191" h="261" extrusionOk="0">
                  <a:moveTo>
                    <a:pt x="50" y="1"/>
                  </a:moveTo>
                  <a:cubicBezTo>
                    <a:pt x="34" y="1"/>
                    <a:pt x="17" y="17"/>
                    <a:pt x="1" y="34"/>
                  </a:cubicBezTo>
                  <a:lnTo>
                    <a:pt x="1" y="224"/>
                  </a:lnTo>
                  <a:lnTo>
                    <a:pt x="1" y="240"/>
                  </a:lnTo>
                  <a:cubicBezTo>
                    <a:pt x="34" y="261"/>
                    <a:pt x="50" y="261"/>
                    <a:pt x="87" y="261"/>
                  </a:cubicBezTo>
                  <a:cubicBezTo>
                    <a:pt x="120" y="261"/>
                    <a:pt x="137" y="240"/>
                    <a:pt x="153" y="207"/>
                  </a:cubicBezTo>
                  <a:cubicBezTo>
                    <a:pt x="174" y="174"/>
                    <a:pt x="191" y="137"/>
                    <a:pt x="191" y="104"/>
                  </a:cubicBezTo>
                  <a:cubicBezTo>
                    <a:pt x="174" y="71"/>
                    <a:pt x="153" y="55"/>
                    <a:pt x="137" y="17"/>
                  </a:cubicBezTo>
                  <a:cubicBezTo>
                    <a:pt x="137" y="17"/>
                    <a:pt x="120" y="1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5" name="Google Shape;20825;p55"/>
            <p:cNvSpPr/>
            <p:nvPr/>
          </p:nvSpPr>
          <p:spPr>
            <a:xfrm>
              <a:off x="5079975" y="2789550"/>
              <a:ext cx="5675" cy="6500"/>
            </a:xfrm>
            <a:custGeom>
              <a:avLst/>
              <a:gdLst/>
              <a:ahLst/>
              <a:cxnLst/>
              <a:rect l="l" t="t" r="r" b="b"/>
              <a:pathLst>
                <a:path w="227" h="260" extrusionOk="0">
                  <a:moveTo>
                    <a:pt x="87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06"/>
                    <a:pt x="54" y="243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43"/>
                    <a:pt x="227" y="173"/>
                    <a:pt x="227" y="103"/>
                  </a:cubicBezTo>
                  <a:cubicBezTo>
                    <a:pt x="227" y="70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6" name="Google Shape;20826;p55"/>
            <p:cNvSpPr/>
            <p:nvPr/>
          </p:nvSpPr>
          <p:spPr>
            <a:xfrm>
              <a:off x="5071825" y="26848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20" y="0"/>
                  </a:moveTo>
                  <a:cubicBezTo>
                    <a:pt x="87" y="0"/>
                    <a:pt x="70" y="17"/>
                    <a:pt x="37" y="33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0" y="186"/>
                    <a:pt x="17" y="206"/>
                  </a:cubicBezTo>
                  <a:cubicBezTo>
                    <a:pt x="37" y="239"/>
                    <a:pt x="70" y="256"/>
                    <a:pt x="103" y="256"/>
                  </a:cubicBezTo>
                  <a:cubicBezTo>
                    <a:pt x="120" y="256"/>
                    <a:pt x="157" y="256"/>
                    <a:pt x="174" y="239"/>
                  </a:cubicBezTo>
                  <a:cubicBezTo>
                    <a:pt x="223" y="186"/>
                    <a:pt x="244" y="103"/>
                    <a:pt x="190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7" name="Google Shape;20827;p55"/>
            <p:cNvSpPr/>
            <p:nvPr/>
          </p:nvSpPr>
          <p:spPr>
            <a:xfrm>
              <a:off x="5077400" y="2809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21" y="50"/>
                    <a:pt x="21" y="87"/>
                    <a:pt x="0" y="120"/>
                  </a:cubicBezTo>
                  <a:cubicBezTo>
                    <a:pt x="0" y="153"/>
                    <a:pt x="21" y="190"/>
                    <a:pt x="37" y="207"/>
                  </a:cubicBezTo>
                  <a:cubicBezTo>
                    <a:pt x="56" y="248"/>
                    <a:pt x="88" y="265"/>
                    <a:pt x="121" y="265"/>
                  </a:cubicBezTo>
                  <a:cubicBezTo>
                    <a:pt x="144" y="265"/>
                    <a:pt x="169" y="256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cubicBezTo>
                    <a:pt x="157" y="1"/>
                    <a:pt x="140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8" name="Google Shape;20828;p55"/>
            <p:cNvSpPr/>
            <p:nvPr/>
          </p:nvSpPr>
          <p:spPr>
            <a:xfrm>
              <a:off x="5081300" y="2773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40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40"/>
                    <a:pt x="34" y="227"/>
                    <a:pt x="87" y="243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1" y="258"/>
                    <a:pt x="211" y="225"/>
                    <a:pt x="223" y="177"/>
                  </a:cubicBezTo>
                  <a:cubicBezTo>
                    <a:pt x="256" y="107"/>
                    <a:pt x="223" y="37"/>
                    <a:pt x="174" y="4"/>
                  </a:cubicBezTo>
                  <a:cubicBezTo>
                    <a:pt x="162" y="1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9" name="Google Shape;20829;p55"/>
            <p:cNvSpPr/>
            <p:nvPr/>
          </p:nvSpPr>
          <p:spPr>
            <a:xfrm>
              <a:off x="5067075" y="27762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39"/>
                  </a:cubicBezTo>
                  <a:cubicBezTo>
                    <a:pt x="66" y="254"/>
                    <a:pt x="86" y="267"/>
                    <a:pt x="110" y="267"/>
                  </a:cubicBezTo>
                  <a:cubicBezTo>
                    <a:pt x="120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0" name="Google Shape;20830;p55"/>
            <p:cNvSpPr/>
            <p:nvPr/>
          </p:nvSpPr>
          <p:spPr>
            <a:xfrm>
              <a:off x="5068825" y="27290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4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90"/>
                    <a:pt x="34" y="206"/>
                    <a:pt x="54" y="239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23" y="66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1" name="Google Shape;20831;p55"/>
            <p:cNvSpPr/>
            <p:nvPr/>
          </p:nvSpPr>
          <p:spPr>
            <a:xfrm>
              <a:off x="5066675" y="2792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21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61"/>
                    <a:pt x="190" y="228"/>
                  </a:cubicBezTo>
                  <a:cubicBezTo>
                    <a:pt x="243" y="190"/>
                    <a:pt x="243" y="104"/>
                    <a:pt x="206" y="54"/>
                  </a:cubicBezTo>
                  <a:cubicBezTo>
                    <a:pt x="190" y="38"/>
                    <a:pt x="190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2" name="Google Shape;20832;p55"/>
            <p:cNvSpPr/>
            <p:nvPr/>
          </p:nvSpPr>
          <p:spPr>
            <a:xfrm>
              <a:off x="5066675" y="274582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20"/>
                    <a:pt x="87" y="257"/>
                  </a:cubicBezTo>
                  <a:cubicBezTo>
                    <a:pt x="99" y="260"/>
                    <a:pt x="110" y="261"/>
                    <a:pt x="121" y="261"/>
                  </a:cubicBezTo>
                  <a:cubicBezTo>
                    <a:pt x="173" y="261"/>
                    <a:pt x="213" y="228"/>
                    <a:pt x="243" y="170"/>
                  </a:cubicBezTo>
                  <a:cubicBezTo>
                    <a:pt x="260" y="100"/>
                    <a:pt x="223" y="34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3" name="Google Shape;20833;p55"/>
            <p:cNvSpPr/>
            <p:nvPr/>
          </p:nvSpPr>
          <p:spPr>
            <a:xfrm>
              <a:off x="5124700" y="27800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32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59"/>
                    <a:pt x="33" y="229"/>
                    <a:pt x="87" y="262"/>
                  </a:cubicBezTo>
                  <a:cubicBezTo>
                    <a:pt x="95" y="264"/>
                    <a:pt x="104" y="266"/>
                    <a:pt x="114" y="266"/>
                  </a:cubicBezTo>
                  <a:cubicBezTo>
                    <a:pt x="159" y="266"/>
                    <a:pt x="209" y="233"/>
                    <a:pt x="223" y="175"/>
                  </a:cubicBezTo>
                  <a:cubicBezTo>
                    <a:pt x="240" y="109"/>
                    <a:pt x="223" y="39"/>
                    <a:pt x="169" y="6"/>
                  </a:cubicBezTo>
                  <a:cubicBezTo>
                    <a:pt x="157" y="2"/>
                    <a:pt x="14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4" name="Google Shape;20834;p55"/>
            <p:cNvSpPr/>
            <p:nvPr/>
          </p:nvSpPr>
          <p:spPr>
            <a:xfrm>
              <a:off x="5068425" y="2824475"/>
              <a:ext cx="5175" cy="2100"/>
            </a:xfrm>
            <a:custGeom>
              <a:avLst/>
              <a:gdLst/>
              <a:ahLst/>
              <a:cxnLst/>
              <a:rect l="l" t="t" r="r" b="b"/>
              <a:pathLst>
                <a:path w="207" h="84" extrusionOk="0">
                  <a:moveTo>
                    <a:pt x="120" y="1"/>
                  </a:moveTo>
                  <a:cubicBezTo>
                    <a:pt x="108" y="1"/>
                    <a:pt x="95" y="5"/>
                    <a:pt x="87" y="13"/>
                  </a:cubicBezTo>
                  <a:cubicBezTo>
                    <a:pt x="70" y="13"/>
                    <a:pt x="33" y="30"/>
                    <a:pt x="17" y="63"/>
                  </a:cubicBezTo>
                  <a:lnTo>
                    <a:pt x="0" y="83"/>
                  </a:lnTo>
                  <a:lnTo>
                    <a:pt x="206" y="83"/>
                  </a:lnTo>
                  <a:cubicBezTo>
                    <a:pt x="206" y="63"/>
                    <a:pt x="190" y="46"/>
                    <a:pt x="173" y="30"/>
                  </a:cubicBezTo>
                  <a:lnTo>
                    <a:pt x="153" y="13"/>
                  </a:lnTo>
                  <a:cubicBezTo>
                    <a:pt x="145" y="5"/>
                    <a:pt x="132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5" name="Google Shape;20835;p55"/>
            <p:cNvSpPr/>
            <p:nvPr/>
          </p:nvSpPr>
          <p:spPr>
            <a:xfrm>
              <a:off x="5263425" y="2665025"/>
              <a:ext cx="2100" cy="5600"/>
            </a:xfrm>
            <a:custGeom>
              <a:avLst/>
              <a:gdLst/>
              <a:ahLst/>
              <a:cxnLst/>
              <a:rect l="l" t="t" r="r" b="b"/>
              <a:pathLst>
                <a:path w="84" h="224" extrusionOk="0">
                  <a:moveTo>
                    <a:pt x="83" y="1"/>
                  </a:moveTo>
                  <a:lnTo>
                    <a:pt x="83" y="1"/>
                  </a:lnTo>
                  <a:cubicBezTo>
                    <a:pt x="34" y="34"/>
                    <a:pt x="1" y="87"/>
                    <a:pt x="17" y="153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50" y="153"/>
                    <a:pt x="67" y="87"/>
                    <a:pt x="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6" name="Google Shape;20836;p55"/>
            <p:cNvSpPr/>
            <p:nvPr/>
          </p:nvSpPr>
          <p:spPr>
            <a:xfrm>
              <a:off x="5085625" y="2821800"/>
              <a:ext cx="6000" cy="4250"/>
            </a:xfrm>
            <a:custGeom>
              <a:avLst/>
              <a:gdLst/>
              <a:ahLst/>
              <a:cxnLst/>
              <a:rect l="l" t="t" r="r" b="b"/>
              <a:pathLst>
                <a:path w="240" h="170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lnTo>
                    <a:pt x="17" y="170"/>
                  </a:lnTo>
                  <a:cubicBezTo>
                    <a:pt x="83" y="170"/>
                    <a:pt x="170" y="153"/>
                    <a:pt x="240" y="153"/>
                  </a:cubicBezTo>
                  <a:lnTo>
                    <a:pt x="240" y="120"/>
                  </a:lnTo>
                  <a:cubicBezTo>
                    <a:pt x="223" y="87"/>
                    <a:pt x="223" y="50"/>
                    <a:pt x="186" y="34"/>
                  </a:cubicBezTo>
                  <a:cubicBezTo>
                    <a:pt x="186" y="17"/>
                    <a:pt x="170" y="17"/>
                    <a:pt x="170" y="17"/>
                  </a:cubicBezTo>
                  <a:cubicBezTo>
                    <a:pt x="153" y="1"/>
                    <a:pt x="137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7" name="Google Shape;20837;p55"/>
            <p:cNvSpPr/>
            <p:nvPr/>
          </p:nvSpPr>
          <p:spPr>
            <a:xfrm>
              <a:off x="5253125" y="2602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4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1" y="159"/>
                    <a:pt x="17" y="229"/>
                    <a:pt x="83" y="262"/>
                  </a:cubicBezTo>
                  <a:lnTo>
                    <a:pt x="137" y="262"/>
                  </a:lnTo>
                  <a:cubicBezTo>
                    <a:pt x="170" y="262"/>
                    <a:pt x="207" y="229"/>
                    <a:pt x="223" y="175"/>
                  </a:cubicBezTo>
                  <a:cubicBezTo>
                    <a:pt x="240" y="126"/>
                    <a:pt x="223" y="72"/>
                    <a:pt x="207" y="39"/>
                  </a:cubicBezTo>
                  <a:cubicBezTo>
                    <a:pt x="186" y="39"/>
                    <a:pt x="170" y="23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8" name="Google Shape;20838;p55"/>
            <p:cNvSpPr/>
            <p:nvPr/>
          </p:nvSpPr>
          <p:spPr>
            <a:xfrm>
              <a:off x="5250950" y="26197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26" y="0"/>
                  </a:moveTo>
                  <a:cubicBezTo>
                    <a:pt x="103" y="0"/>
                    <a:pt x="82" y="13"/>
                    <a:pt x="67" y="28"/>
                  </a:cubicBezTo>
                  <a:cubicBezTo>
                    <a:pt x="34" y="44"/>
                    <a:pt x="17" y="61"/>
                    <a:pt x="17" y="94"/>
                  </a:cubicBezTo>
                  <a:cubicBezTo>
                    <a:pt x="1" y="110"/>
                    <a:pt x="1" y="147"/>
                    <a:pt x="17" y="180"/>
                  </a:cubicBezTo>
                  <a:cubicBezTo>
                    <a:pt x="17" y="213"/>
                    <a:pt x="50" y="234"/>
                    <a:pt x="88" y="250"/>
                  </a:cubicBezTo>
                  <a:cubicBezTo>
                    <a:pt x="101" y="259"/>
                    <a:pt x="115" y="263"/>
                    <a:pt x="130" y="263"/>
                  </a:cubicBezTo>
                  <a:cubicBezTo>
                    <a:pt x="170" y="263"/>
                    <a:pt x="212" y="232"/>
                    <a:pt x="224" y="180"/>
                  </a:cubicBezTo>
                  <a:cubicBezTo>
                    <a:pt x="240" y="110"/>
                    <a:pt x="224" y="44"/>
                    <a:pt x="154" y="7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9" name="Google Shape;20839;p55"/>
            <p:cNvSpPr/>
            <p:nvPr/>
          </p:nvSpPr>
          <p:spPr>
            <a:xfrm>
              <a:off x="5112225" y="2817475"/>
              <a:ext cx="5600" cy="5175"/>
            </a:xfrm>
            <a:custGeom>
              <a:avLst/>
              <a:gdLst/>
              <a:ahLst/>
              <a:cxnLst/>
              <a:rect l="l" t="t" r="r" b="b"/>
              <a:pathLst>
                <a:path w="224" h="207" extrusionOk="0">
                  <a:moveTo>
                    <a:pt x="120" y="1"/>
                  </a:moveTo>
                  <a:cubicBezTo>
                    <a:pt x="87" y="1"/>
                    <a:pt x="71" y="1"/>
                    <a:pt x="34" y="34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87" y="190"/>
                    <a:pt x="153" y="190"/>
                    <a:pt x="207" y="174"/>
                  </a:cubicBezTo>
                  <a:cubicBezTo>
                    <a:pt x="223" y="137"/>
                    <a:pt x="223" y="87"/>
                    <a:pt x="190" y="54"/>
                  </a:cubicBezTo>
                  <a:cubicBezTo>
                    <a:pt x="190" y="34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0" name="Google Shape;20840;p55"/>
            <p:cNvSpPr/>
            <p:nvPr/>
          </p:nvSpPr>
          <p:spPr>
            <a:xfrm>
              <a:off x="5247050" y="26672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7"/>
                    <a:pt x="17" y="153"/>
                  </a:cubicBezTo>
                  <a:cubicBezTo>
                    <a:pt x="17" y="190"/>
                    <a:pt x="37" y="223"/>
                    <a:pt x="70" y="239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1" y="256"/>
                  </a:cubicBezTo>
                  <a:cubicBezTo>
                    <a:pt x="206" y="256"/>
                    <a:pt x="244" y="190"/>
                    <a:pt x="244" y="120"/>
                  </a:cubicBezTo>
                  <a:cubicBezTo>
                    <a:pt x="223" y="66"/>
                    <a:pt x="206" y="33"/>
                    <a:pt x="173" y="17"/>
                  </a:cubicBezTo>
                  <a:cubicBezTo>
                    <a:pt x="157" y="0"/>
                    <a:pt x="141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1" name="Google Shape;20841;p55"/>
            <p:cNvSpPr/>
            <p:nvPr/>
          </p:nvSpPr>
          <p:spPr>
            <a:xfrm>
              <a:off x="5250550" y="2652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104" y="0"/>
                    <a:pt x="66" y="17"/>
                    <a:pt x="50" y="33"/>
                  </a:cubicBezTo>
                  <a:cubicBezTo>
                    <a:pt x="33" y="50"/>
                    <a:pt x="17" y="87"/>
                    <a:pt x="17" y="120"/>
                  </a:cubicBezTo>
                  <a:cubicBezTo>
                    <a:pt x="1" y="153"/>
                    <a:pt x="17" y="190"/>
                    <a:pt x="33" y="223"/>
                  </a:cubicBezTo>
                  <a:cubicBezTo>
                    <a:pt x="50" y="240"/>
                    <a:pt x="83" y="256"/>
                    <a:pt x="104" y="256"/>
                  </a:cubicBezTo>
                  <a:cubicBezTo>
                    <a:pt x="113" y="262"/>
                    <a:pt x="123" y="265"/>
                    <a:pt x="133" y="265"/>
                  </a:cubicBezTo>
                  <a:cubicBezTo>
                    <a:pt x="155" y="265"/>
                    <a:pt x="174" y="251"/>
                    <a:pt x="186" y="240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86" y="33"/>
                    <a:pt x="17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2" name="Google Shape;20842;p55"/>
            <p:cNvSpPr/>
            <p:nvPr/>
          </p:nvSpPr>
          <p:spPr>
            <a:xfrm>
              <a:off x="5236325" y="2652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8" y="0"/>
                  </a:moveTo>
                  <a:cubicBezTo>
                    <a:pt x="81" y="0"/>
                    <a:pt x="31" y="30"/>
                    <a:pt x="17" y="74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8"/>
                    <a:pt x="207" y="227"/>
                    <a:pt x="223" y="178"/>
                  </a:cubicBezTo>
                  <a:cubicBezTo>
                    <a:pt x="240" y="124"/>
                    <a:pt x="223" y="74"/>
                    <a:pt x="207" y="41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1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3" name="Google Shape;20843;p55"/>
            <p:cNvSpPr/>
            <p:nvPr/>
          </p:nvSpPr>
          <p:spPr>
            <a:xfrm>
              <a:off x="5214875" y="2766350"/>
              <a:ext cx="3025" cy="3525"/>
            </a:xfrm>
            <a:custGeom>
              <a:avLst/>
              <a:gdLst/>
              <a:ahLst/>
              <a:cxnLst/>
              <a:rect l="l" t="t" r="r" b="b"/>
              <a:pathLst>
                <a:path w="121" h="141" extrusionOk="0">
                  <a:moveTo>
                    <a:pt x="121" y="1"/>
                  </a:moveTo>
                  <a:cubicBezTo>
                    <a:pt x="104" y="1"/>
                    <a:pt x="104" y="1"/>
                    <a:pt x="88" y="17"/>
                  </a:cubicBezTo>
                  <a:cubicBezTo>
                    <a:pt x="34" y="17"/>
                    <a:pt x="1" y="71"/>
                    <a:pt x="1" y="141"/>
                  </a:cubicBezTo>
                  <a:cubicBezTo>
                    <a:pt x="34" y="87"/>
                    <a:pt x="67" y="54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4" name="Google Shape;20844;p55"/>
            <p:cNvSpPr/>
            <p:nvPr/>
          </p:nvSpPr>
          <p:spPr>
            <a:xfrm>
              <a:off x="5238500" y="2728925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25" y="1"/>
                  </a:moveTo>
                  <a:cubicBezTo>
                    <a:pt x="80" y="1"/>
                    <a:pt x="30" y="30"/>
                    <a:pt x="17" y="71"/>
                  </a:cubicBezTo>
                  <a:cubicBezTo>
                    <a:pt x="0" y="141"/>
                    <a:pt x="17" y="228"/>
                    <a:pt x="87" y="244"/>
                  </a:cubicBezTo>
                  <a:lnTo>
                    <a:pt x="103" y="261"/>
                  </a:lnTo>
                  <a:lnTo>
                    <a:pt x="103" y="228"/>
                  </a:lnTo>
                  <a:cubicBezTo>
                    <a:pt x="136" y="174"/>
                    <a:pt x="173" y="108"/>
                    <a:pt x="206" y="55"/>
                  </a:cubicBezTo>
                  <a:cubicBezTo>
                    <a:pt x="190" y="38"/>
                    <a:pt x="173" y="22"/>
                    <a:pt x="153" y="5"/>
                  </a:cubicBezTo>
                  <a:cubicBezTo>
                    <a:pt x="144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5" name="Google Shape;20845;p55"/>
            <p:cNvSpPr/>
            <p:nvPr/>
          </p:nvSpPr>
          <p:spPr>
            <a:xfrm>
              <a:off x="5245800" y="2713200"/>
              <a:ext cx="5600" cy="6375"/>
            </a:xfrm>
            <a:custGeom>
              <a:avLst/>
              <a:gdLst/>
              <a:ahLst/>
              <a:cxnLst/>
              <a:rect l="l" t="t" r="r" b="b"/>
              <a:pathLst>
                <a:path w="224" h="255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52"/>
                    <a:pt x="17" y="222"/>
                    <a:pt x="87" y="255"/>
                  </a:cubicBezTo>
                  <a:lnTo>
                    <a:pt x="137" y="255"/>
                  </a:lnTo>
                  <a:cubicBezTo>
                    <a:pt x="153" y="205"/>
                    <a:pt x="191" y="135"/>
                    <a:pt x="223" y="65"/>
                  </a:cubicBezTo>
                  <a:cubicBezTo>
                    <a:pt x="207" y="49"/>
                    <a:pt x="191" y="16"/>
                    <a:pt x="153" y="16"/>
                  </a:cubicBezTo>
                  <a:cubicBezTo>
                    <a:pt x="140" y="6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6" name="Google Shape;20846;p55"/>
            <p:cNvSpPr/>
            <p:nvPr/>
          </p:nvSpPr>
          <p:spPr>
            <a:xfrm>
              <a:off x="5256525" y="2680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37" y="1"/>
                  </a:moveTo>
                  <a:cubicBezTo>
                    <a:pt x="120" y="1"/>
                    <a:pt x="87" y="17"/>
                    <a:pt x="50" y="34"/>
                  </a:cubicBezTo>
                  <a:cubicBezTo>
                    <a:pt x="17" y="67"/>
                    <a:pt x="1" y="153"/>
                    <a:pt x="50" y="207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7" y="256"/>
                    <a:pt x="174" y="256"/>
                    <a:pt x="190" y="240"/>
                  </a:cubicBezTo>
                  <a:cubicBezTo>
                    <a:pt x="207" y="190"/>
                    <a:pt x="207" y="137"/>
                    <a:pt x="223" y="67"/>
                  </a:cubicBezTo>
                  <a:lnTo>
                    <a:pt x="223" y="50"/>
                  </a:lnTo>
                  <a:cubicBezTo>
                    <a:pt x="207" y="34"/>
                    <a:pt x="190" y="17"/>
                    <a:pt x="174" y="17"/>
                  </a:cubicBezTo>
                  <a:cubicBezTo>
                    <a:pt x="153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7" name="Google Shape;20847;p55"/>
            <p:cNvSpPr/>
            <p:nvPr/>
          </p:nvSpPr>
          <p:spPr>
            <a:xfrm>
              <a:off x="5140150" y="2809750"/>
              <a:ext cx="5600" cy="5575"/>
            </a:xfrm>
            <a:custGeom>
              <a:avLst/>
              <a:gdLst/>
              <a:ahLst/>
              <a:cxnLst/>
              <a:rect l="l" t="t" r="r" b="b"/>
              <a:pathLst>
                <a:path w="224" h="223" extrusionOk="0">
                  <a:moveTo>
                    <a:pt x="104" y="0"/>
                  </a:moveTo>
                  <a:cubicBezTo>
                    <a:pt x="50" y="17"/>
                    <a:pt x="1" y="70"/>
                    <a:pt x="17" y="157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104" y="206"/>
                    <a:pt x="170" y="173"/>
                    <a:pt x="224" y="157"/>
                  </a:cubicBezTo>
                  <a:lnTo>
                    <a:pt x="224" y="103"/>
                  </a:lnTo>
                  <a:cubicBezTo>
                    <a:pt x="224" y="70"/>
                    <a:pt x="207" y="33"/>
                    <a:pt x="191" y="17"/>
                  </a:cubicBezTo>
                  <a:cubicBezTo>
                    <a:pt x="17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8" name="Google Shape;20848;p55"/>
            <p:cNvSpPr/>
            <p:nvPr/>
          </p:nvSpPr>
          <p:spPr>
            <a:xfrm>
              <a:off x="5194675" y="2783450"/>
              <a:ext cx="4375" cy="3550"/>
            </a:xfrm>
            <a:custGeom>
              <a:avLst/>
              <a:gdLst/>
              <a:ahLst/>
              <a:cxnLst/>
              <a:rect l="l" t="t" r="r" b="b"/>
              <a:pathLst>
                <a:path w="175" h="142" extrusionOk="0">
                  <a:moveTo>
                    <a:pt x="127" y="1"/>
                  </a:moveTo>
                  <a:cubicBezTo>
                    <a:pt x="82" y="1"/>
                    <a:pt x="31" y="34"/>
                    <a:pt x="17" y="92"/>
                  </a:cubicBezTo>
                  <a:cubicBezTo>
                    <a:pt x="17" y="108"/>
                    <a:pt x="1" y="125"/>
                    <a:pt x="17" y="141"/>
                  </a:cubicBezTo>
                  <a:cubicBezTo>
                    <a:pt x="71" y="108"/>
                    <a:pt x="120" y="55"/>
                    <a:pt x="174" y="22"/>
                  </a:cubicBezTo>
                  <a:cubicBezTo>
                    <a:pt x="174" y="22"/>
                    <a:pt x="174" y="5"/>
                    <a:pt x="153" y="5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9" name="Google Shape;20849;p55"/>
            <p:cNvSpPr/>
            <p:nvPr/>
          </p:nvSpPr>
          <p:spPr>
            <a:xfrm>
              <a:off x="5126350" y="2814900"/>
              <a:ext cx="5700" cy="4775"/>
            </a:xfrm>
            <a:custGeom>
              <a:avLst/>
              <a:gdLst/>
              <a:ahLst/>
              <a:cxnLst/>
              <a:rect l="l" t="t" r="r" b="b"/>
              <a:pathLst>
                <a:path w="228" h="191" extrusionOk="0">
                  <a:moveTo>
                    <a:pt x="103" y="0"/>
                  </a:moveTo>
                  <a:cubicBezTo>
                    <a:pt x="38" y="0"/>
                    <a:pt x="0" y="71"/>
                    <a:pt x="21" y="137"/>
                  </a:cubicBezTo>
                  <a:lnTo>
                    <a:pt x="21" y="190"/>
                  </a:lnTo>
                  <a:cubicBezTo>
                    <a:pt x="87" y="174"/>
                    <a:pt x="157" y="157"/>
                    <a:pt x="227" y="120"/>
                  </a:cubicBezTo>
                  <a:lnTo>
                    <a:pt x="227" y="104"/>
                  </a:lnTo>
                  <a:cubicBezTo>
                    <a:pt x="227" y="71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0" name="Google Shape;20850;p55"/>
            <p:cNvSpPr/>
            <p:nvPr/>
          </p:nvSpPr>
          <p:spPr>
            <a:xfrm>
              <a:off x="5154700" y="2806850"/>
              <a:ext cx="4750" cy="3325"/>
            </a:xfrm>
            <a:custGeom>
              <a:avLst/>
              <a:gdLst/>
              <a:ahLst/>
              <a:cxnLst/>
              <a:rect l="l" t="t" r="r" b="b"/>
              <a:pathLst>
                <a:path w="190" h="133" extrusionOk="0">
                  <a:moveTo>
                    <a:pt x="113" y="0"/>
                  </a:moveTo>
                  <a:cubicBezTo>
                    <a:pt x="72" y="0"/>
                    <a:pt x="33" y="32"/>
                    <a:pt x="21" y="83"/>
                  </a:cubicBezTo>
                  <a:cubicBezTo>
                    <a:pt x="0" y="100"/>
                    <a:pt x="0" y="116"/>
                    <a:pt x="0" y="133"/>
                  </a:cubicBezTo>
                  <a:cubicBezTo>
                    <a:pt x="70" y="100"/>
                    <a:pt x="140" y="83"/>
                    <a:pt x="190" y="46"/>
                  </a:cubicBezTo>
                  <a:cubicBezTo>
                    <a:pt x="190" y="30"/>
                    <a:pt x="173" y="13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1" name="Google Shape;20851;p55"/>
            <p:cNvSpPr/>
            <p:nvPr/>
          </p:nvSpPr>
          <p:spPr>
            <a:xfrm>
              <a:off x="5174075" y="27586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06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2" name="Google Shape;20852;p55"/>
            <p:cNvSpPr/>
            <p:nvPr/>
          </p:nvSpPr>
          <p:spPr>
            <a:xfrm>
              <a:off x="5180450" y="2787900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04" y="0"/>
                  </a:moveTo>
                  <a:cubicBezTo>
                    <a:pt x="71" y="0"/>
                    <a:pt x="55" y="17"/>
                    <a:pt x="38" y="50"/>
                  </a:cubicBezTo>
                  <a:cubicBezTo>
                    <a:pt x="22" y="83"/>
                    <a:pt x="1" y="120"/>
                    <a:pt x="22" y="153"/>
                  </a:cubicBezTo>
                  <a:cubicBezTo>
                    <a:pt x="22" y="186"/>
                    <a:pt x="38" y="206"/>
                    <a:pt x="55" y="239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8" y="103"/>
                  </a:cubicBezTo>
                  <a:cubicBezTo>
                    <a:pt x="228" y="66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3" name="Google Shape;20853;p55"/>
            <p:cNvSpPr/>
            <p:nvPr/>
          </p:nvSpPr>
          <p:spPr>
            <a:xfrm>
              <a:off x="5185625" y="27235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1" y="1"/>
                  </a:moveTo>
                  <a:cubicBezTo>
                    <a:pt x="123" y="1"/>
                    <a:pt x="113" y="5"/>
                    <a:pt x="103" y="13"/>
                  </a:cubicBezTo>
                  <a:cubicBezTo>
                    <a:pt x="37" y="13"/>
                    <a:pt x="0" y="79"/>
                    <a:pt x="0" y="149"/>
                  </a:cubicBezTo>
                  <a:cubicBezTo>
                    <a:pt x="21" y="182"/>
                    <a:pt x="37" y="219"/>
                    <a:pt x="54" y="236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7"/>
                    <a:pt x="140" y="252"/>
                  </a:cubicBezTo>
                  <a:cubicBezTo>
                    <a:pt x="190" y="252"/>
                    <a:pt x="243" y="182"/>
                    <a:pt x="227" y="116"/>
                  </a:cubicBezTo>
                  <a:cubicBezTo>
                    <a:pt x="227" y="79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5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4" name="Google Shape;20854;p55"/>
            <p:cNvSpPr/>
            <p:nvPr/>
          </p:nvSpPr>
          <p:spPr>
            <a:xfrm>
              <a:off x="5184800" y="2771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4" y="239"/>
                    <a:pt x="70" y="260"/>
                    <a:pt x="103" y="260"/>
                  </a:cubicBezTo>
                  <a:cubicBezTo>
                    <a:pt x="136" y="260"/>
                    <a:pt x="173" y="239"/>
                    <a:pt x="190" y="223"/>
                  </a:cubicBezTo>
                  <a:cubicBezTo>
                    <a:pt x="206" y="206"/>
                    <a:pt x="223" y="173"/>
                    <a:pt x="223" y="136"/>
                  </a:cubicBezTo>
                  <a:cubicBezTo>
                    <a:pt x="223" y="103"/>
                    <a:pt x="223" y="70"/>
                    <a:pt x="206" y="54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5" name="Google Shape;20855;p55"/>
            <p:cNvSpPr/>
            <p:nvPr/>
          </p:nvSpPr>
          <p:spPr>
            <a:xfrm>
              <a:off x="5187375" y="27076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21"/>
                    <a:pt x="70" y="254"/>
                  </a:cubicBezTo>
                  <a:cubicBezTo>
                    <a:pt x="82" y="257"/>
                    <a:pt x="94" y="258"/>
                    <a:pt x="105" y="258"/>
                  </a:cubicBezTo>
                  <a:cubicBezTo>
                    <a:pt x="159" y="258"/>
                    <a:pt x="209" y="228"/>
                    <a:pt x="223" y="184"/>
                  </a:cubicBezTo>
                  <a:cubicBezTo>
                    <a:pt x="239" y="118"/>
                    <a:pt x="206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6" name="Google Shape;20856;p55"/>
            <p:cNvSpPr/>
            <p:nvPr/>
          </p:nvSpPr>
          <p:spPr>
            <a:xfrm>
              <a:off x="5084300" y="26475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5" y="259"/>
                    <a:pt x="103" y="260"/>
                    <a:pt x="112" y="260"/>
                  </a:cubicBezTo>
                  <a:cubicBezTo>
                    <a:pt x="157" y="260"/>
                    <a:pt x="209" y="225"/>
                    <a:pt x="223" y="170"/>
                  </a:cubicBezTo>
                  <a:cubicBezTo>
                    <a:pt x="260" y="116"/>
                    <a:pt x="223" y="30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7" name="Google Shape;20857;p55"/>
            <p:cNvSpPr/>
            <p:nvPr/>
          </p:nvSpPr>
          <p:spPr>
            <a:xfrm>
              <a:off x="5183550" y="27434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93" y="1"/>
                  </a:moveTo>
                  <a:cubicBezTo>
                    <a:pt x="72" y="1"/>
                    <a:pt x="57" y="13"/>
                    <a:pt x="34" y="28"/>
                  </a:cubicBezTo>
                  <a:cubicBezTo>
                    <a:pt x="17" y="61"/>
                    <a:pt x="1" y="77"/>
                    <a:pt x="1" y="110"/>
                  </a:cubicBezTo>
                  <a:cubicBezTo>
                    <a:pt x="1" y="148"/>
                    <a:pt x="1" y="181"/>
                    <a:pt x="17" y="214"/>
                  </a:cubicBezTo>
                  <a:cubicBezTo>
                    <a:pt x="36" y="245"/>
                    <a:pt x="69" y="264"/>
                    <a:pt x="102" y="264"/>
                  </a:cubicBezTo>
                  <a:cubicBezTo>
                    <a:pt x="125" y="264"/>
                    <a:pt x="149" y="255"/>
                    <a:pt x="170" y="234"/>
                  </a:cubicBezTo>
                  <a:cubicBezTo>
                    <a:pt x="223" y="181"/>
                    <a:pt x="223" y="110"/>
                    <a:pt x="186" y="45"/>
                  </a:cubicBezTo>
                  <a:cubicBezTo>
                    <a:pt x="186" y="28"/>
                    <a:pt x="170" y="28"/>
                    <a:pt x="153" y="7"/>
                  </a:cubicBezTo>
                  <a:lnTo>
                    <a:pt x="120" y="7"/>
                  </a:lnTo>
                  <a:cubicBezTo>
                    <a:pt x="110" y="3"/>
                    <a:pt x="101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8" name="Google Shape;20858;p55"/>
            <p:cNvSpPr/>
            <p:nvPr/>
          </p:nvSpPr>
          <p:spPr>
            <a:xfrm>
              <a:off x="5174475" y="26629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120" y="0"/>
                    <a:pt x="112" y="4"/>
                    <a:pt x="104" y="13"/>
                  </a:cubicBezTo>
                  <a:cubicBezTo>
                    <a:pt x="87" y="13"/>
                    <a:pt x="71" y="29"/>
                    <a:pt x="54" y="50"/>
                  </a:cubicBezTo>
                  <a:cubicBezTo>
                    <a:pt x="17" y="66"/>
                    <a:pt x="1" y="116"/>
                    <a:pt x="17" y="153"/>
                  </a:cubicBezTo>
                  <a:cubicBezTo>
                    <a:pt x="17" y="186"/>
                    <a:pt x="34" y="219"/>
                    <a:pt x="54" y="235"/>
                  </a:cubicBezTo>
                  <a:cubicBezTo>
                    <a:pt x="78" y="250"/>
                    <a:pt x="93" y="263"/>
                    <a:pt x="112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86"/>
                    <a:pt x="240" y="132"/>
                  </a:cubicBezTo>
                  <a:cubicBezTo>
                    <a:pt x="240" y="116"/>
                    <a:pt x="240" y="116"/>
                    <a:pt x="223" y="116"/>
                  </a:cubicBezTo>
                  <a:cubicBezTo>
                    <a:pt x="223" y="66"/>
                    <a:pt x="207" y="29"/>
                    <a:pt x="157" y="13"/>
                  </a:cubicBezTo>
                  <a:cubicBezTo>
                    <a:pt x="147" y="4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9" name="Google Shape;20859;p55"/>
            <p:cNvSpPr/>
            <p:nvPr/>
          </p:nvSpPr>
          <p:spPr>
            <a:xfrm>
              <a:off x="5177475" y="2618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9" y="0"/>
                  </a:moveTo>
                  <a:cubicBezTo>
                    <a:pt x="86" y="0"/>
                    <a:pt x="66" y="12"/>
                    <a:pt x="54" y="23"/>
                  </a:cubicBezTo>
                  <a:cubicBezTo>
                    <a:pt x="17" y="61"/>
                    <a:pt x="17" y="77"/>
                    <a:pt x="0" y="110"/>
                  </a:cubicBezTo>
                  <a:cubicBezTo>
                    <a:pt x="0" y="143"/>
                    <a:pt x="17" y="180"/>
                    <a:pt x="37" y="213"/>
                  </a:cubicBezTo>
                  <a:cubicBezTo>
                    <a:pt x="54" y="230"/>
                    <a:pt x="70" y="246"/>
                    <a:pt x="103" y="267"/>
                  </a:cubicBezTo>
                  <a:cubicBezTo>
                    <a:pt x="141" y="267"/>
                    <a:pt x="174" y="246"/>
                    <a:pt x="190" y="230"/>
                  </a:cubicBezTo>
                  <a:cubicBezTo>
                    <a:pt x="244" y="180"/>
                    <a:pt x="244" y="110"/>
                    <a:pt x="207" y="40"/>
                  </a:cubicBezTo>
                  <a:cubicBezTo>
                    <a:pt x="190" y="23"/>
                    <a:pt x="174" y="23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19" y="0"/>
                    <a:pt x="1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0" name="Google Shape;20860;p55"/>
            <p:cNvSpPr/>
            <p:nvPr/>
          </p:nvSpPr>
          <p:spPr>
            <a:xfrm>
              <a:off x="5213550" y="26886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0" y="1"/>
                    <a:pt x="37" y="17"/>
                    <a:pt x="17" y="54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17" y="207"/>
                    <a:pt x="37" y="224"/>
                  </a:cubicBezTo>
                  <a:cubicBezTo>
                    <a:pt x="70" y="261"/>
                    <a:pt x="103" y="261"/>
                    <a:pt x="120" y="261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07" y="71"/>
                    <a:pt x="190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1" name="Google Shape;20861;p55"/>
            <p:cNvSpPr/>
            <p:nvPr/>
          </p:nvSpPr>
          <p:spPr>
            <a:xfrm>
              <a:off x="5217875" y="2751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04" y="1"/>
                    <a:pt x="71" y="21"/>
                    <a:pt x="50" y="38"/>
                  </a:cubicBezTo>
                  <a:cubicBezTo>
                    <a:pt x="17" y="54"/>
                    <a:pt x="17" y="87"/>
                    <a:pt x="1" y="124"/>
                  </a:cubicBezTo>
                  <a:cubicBezTo>
                    <a:pt x="1" y="157"/>
                    <a:pt x="17" y="190"/>
                    <a:pt x="34" y="227"/>
                  </a:cubicBezTo>
                  <a:cubicBezTo>
                    <a:pt x="50" y="244"/>
                    <a:pt x="71" y="260"/>
                    <a:pt x="104" y="260"/>
                  </a:cubicBezTo>
                  <a:cubicBezTo>
                    <a:pt x="113" y="265"/>
                    <a:pt x="122" y="267"/>
                    <a:pt x="129" y="267"/>
                  </a:cubicBezTo>
                  <a:cubicBezTo>
                    <a:pt x="148" y="267"/>
                    <a:pt x="164" y="256"/>
                    <a:pt x="190" y="244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8"/>
                    <a:pt x="174" y="21"/>
                    <a:pt x="153" y="21"/>
                  </a:cubicBezTo>
                  <a:cubicBezTo>
                    <a:pt x="153" y="2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2" name="Google Shape;20862;p55"/>
            <p:cNvSpPr/>
            <p:nvPr/>
          </p:nvSpPr>
          <p:spPr>
            <a:xfrm>
              <a:off x="5195925" y="27371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0" y="153"/>
                  </a:cubicBezTo>
                  <a:cubicBezTo>
                    <a:pt x="21" y="190"/>
                    <a:pt x="37" y="207"/>
                    <a:pt x="54" y="223"/>
                  </a:cubicBezTo>
                  <a:cubicBezTo>
                    <a:pt x="70" y="256"/>
                    <a:pt x="103" y="256"/>
                    <a:pt x="141" y="256"/>
                  </a:cubicBezTo>
                  <a:cubicBezTo>
                    <a:pt x="190" y="240"/>
                    <a:pt x="244" y="174"/>
                    <a:pt x="227" y="104"/>
                  </a:cubicBezTo>
                  <a:cubicBezTo>
                    <a:pt x="227" y="71"/>
                    <a:pt x="207" y="34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3" name="Google Shape;20863;p55"/>
            <p:cNvSpPr/>
            <p:nvPr/>
          </p:nvSpPr>
          <p:spPr>
            <a:xfrm>
              <a:off x="5220050" y="270160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lnTo>
                    <a:pt x="136" y="257"/>
                  </a:lnTo>
                  <a:cubicBezTo>
                    <a:pt x="190" y="257"/>
                    <a:pt x="223" y="220"/>
                    <a:pt x="239" y="170"/>
                  </a:cubicBezTo>
                  <a:cubicBezTo>
                    <a:pt x="256" y="133"/>
                    <a:pt x="239" y="84"/>
                    <a:pt x="206" y="51"/>
                  </a:cubicBezTo>
                  <a:cubicBezTo>
                    <a:pt x="206" y="30"/>
                    <a:pt x="190" y="14"/>
                    <a:pt x="169" y="14"/>
                  </a:cubicBezTo>
                  <a:cubicBezTo>
                    <a:pt x="156" y="5"/>
                    <a:pt x="14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4" name="Google Shape;20864;p55"/>
            <p:cNvSpPr/>
            <p:nvPr/>
          </p:nvSpPr>
          <p:spPr>
            <a:xfrm>
              <a:off x="5230350" y="2714075"/>
              <a:ext cx="6425" cy="6700"/>
            </a:xfrm>
            <a:custGeom>
              <a:avLst/>
              <a:gdLst/>
              <a:ahLst/>
              <a:cxnLst/>
              <a:rect l="l" t="t" r="r" b="b"/>
              <a:pathLst>
                <a:path w="257" h="268" extrusionOk="0">
                  <a:moveTo>
                    <a:pt x="127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0"/>
                    <a:pt x="33" y="236"/>
                    <a:pt x="87" y="253"/>
                  </a:cubicBezTo>
                  <a:cubicBezTo>
                    <a:pt x="105" y="263"/>
                    <a:pt x="122" y="267"/>
                    <a:pt x="138" y="267"/>
                  </a:cubicBezTo>
                  <a:cubicBezTo>
                    <a:pt x="181" y="267"/>
                    <a:pt x="216" y="235"/>
                    <a:pt x="240" y="187"/>
                  </a:cubicBezTo>
                  <a:cubicBezTo>
                    <a:pt x="256" y="117"/>
                    <a:pt x="223" y="30"/>
                    <a:pt x="169" y="14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5" name="Google Shape;20865;p55"/>
            <p:cNvSpPr/>
            <p:nvPr/>
          </p:nvSpPr>
          <p:spPr>
            <a:xfrm>
              <a:off x="5218300" y="27191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57" y="0"/>
                  </a:moveTo>
                  <a:cubicBezTo>
                    <a:pt x="120" y="0"/>
                    <a:pt x="87" y="0"/>
                    <a:pt x="70" y="17"/>
                  </a:cubicBezTo>
                  <a:cubicBezTo>
                    <a:pt x="33" y="33"/>
                    <a:pt x="17" y="50"/>
                    <a:pt x="17" y="87"/>
                  </a:cubicBezTo>
                  <a:cubicBezTo>
                    <a:pt x="0" y="103"/>
                    <a:pt x="0" y="136"/>
                    <a:pt x="17" y="173"/>
                  </a:cubicBezTo>
                  <a:cubicBezTo>
                    <a:pt x="17" y="206"/>
                    <a:pt x="54" y="239"/>
                    <a:pt x="70" y="239"/>
                  </a:cubicBezTo>
                  <a:cubicBezTo>
                    <a:pt x="88" y="250"/>
                    <a:pt x="105" y="254"/>
                    <a:pt x="121" y="254"/>
                  </a:cubicBezTo>
                  <a:cubicBezTo>
                    <a:pt x="164" y="254"/>
                    <a:pt x="199" y="221"/>
                    <a:pt x="223" y="173"/>
                  </a:cubicBezTo>
                  <a:cubicBezTo>
                    <a:pt x="239" y="103"/>
                    <a:pt x="206" y="33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6" name="Google Shape;20866;p55"/>
            <p:cNvSpPr/>
            <p:nvPr/>
          </p:nvSpPr>
          <p:spPr>
            <a:xfrm>
              <a:off x="5235100" y="269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66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3" y="260"/>
                    <a:pt x="103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7" name="Google Shape;20867;p55"/>
            <p:cNvSpPr/>
            <p:nvPr/>
          </p:nvSpPr>
          <p:spPr>
            <a:xfrm>
              <a:off x="5197675" y="276950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37"/>
                    <a:pt x="87" y="254"/>
                  </a:cubicBezTo>
                  <a:cubicBezTo>
                    <a:pt x="104" y="270"/>
                    <a:pt x="120" y="270"/>
                    <a:pt x="137" y="270"/>
                  </a:cubicBezTo>
                  <a:cubicBezTo>
                    <a:pt x="174" y="254"/>
                    <a:pt x="223" y="237"/>
                    <a:pt x="240" y="184"/>
                  </a:cubicBezTo>
                  <a:cubicBezTo>
                    <a:pt x="240" y="134"/>
                    <a:pt x="240" y="81"/>
                    <a:pt x="207" y="48"/>
                  </a:cubicBezTo>
                  <a:cubicBezTo>
                    <a:pt x="207" y="31"/>
                    <a:pt x="190" y="15"/>
                    <a:pt x="174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8" name="Google Shape;20868;p55"/>
            <p:cNvSpPr/>
            <p:nvPr/>
          </p:nvSpPr>
          <p:spPr>
            <a:xfrm>
              <a:off x="5210975" y="27354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17" y="157"/>
                  </a:cubicBezTo>
                  <a:cubicBezTo>
                    <a:pt x="17" y="190"/>
                    <a:pt x="37" y="223"/>
                    <a:pt x="70" y="244"/>
                  </a:cubicBezTo>
                  <a:cubicBezTo>
                    <a:pt x="87" y="260"/>
                    <a:pt x="103" y="260"/>
                    <a:pt x="140" y="260"/>
                  </a:cubicBezTo>
                  <a:cubicBezTo>
                    <a:pt x="173" y="260"/>
                    <a:pt x="190" y="244"/>
                    <a:pt x="206" y="207"/>
                  </a:cubicBezTo>
                  <a:cubicBezTo>
                    <a:pt x="223" y="174"/>
                    <a:pt x="244" y="141"/>
                    <a:pt x="22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9" name="Google Shape;20869;p55"/>
            <p:cNvSpPr/>
            <p:nvPr/>
          </p:nvSpPr>
          <p:spPr>
            <a:xfrm>
              <a:off x="5191700" y="27560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0"/>
                    <a:pt x="0" y="70"/>
                    <a:pt x="0" y="140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53" y="244"/>
                    <a:pt x="190" y="223"/>
                    <a:pt x="206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0" name="Google Shape;20870;p55"/>
            <p:cNvSpPr/>
            <p:nvPr/>
          </p:nvSpPr>
          <p:spPr>
            <a:xfrm>
              <a:off x="5088625" y="2632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19" y="1"/>
                  </a:moveTo>
                  <a:cubicBezTo>
                    <a:pt x="102" y="1"/>
                    <a:pt x="81" y="13"/>
                    <a:pt x="66" y="28"/>
                  </a:cubicBezTo>
                  <a:cubicBezTo>
                    <a:pt x="17" y="77"/>
                    <a:pt x="0" y="164"/>
                    <a:pt x="50" y="213"/>
                  </a:cubicBezTo>
                  <a:cubicBezTo>
                    <a:pt x="66" y="234"/>
                    <a:pt x="87" y="251"/>
                    <a:pt x="120" y="267"/>
                  </a:cubicBezTo>
                  <a:cubicBezTo>
                    <a:pt x="153" y="267"/>
                    <a:pt x="169" y="251"/>
                    <a:pt x="207" y="234"/>
                  </a:cubicBezTo>
                  <a:cubicBezTo>
                    <a:pt x="223" y="213"/>
                    <a:pt x="240" y="180"/>
                    <a:pt x="240" y="147"/>
                  </a:cubicBezTo>
                  <a:cubicBezTo>
                    <a:pt x="240" y="110"/>
                    <a:pt x="240" y="77"/>
                    <a:pt x="223" y="44"/>
                  </a:cubicBezTo>
                  <a:cubicBezTo>
                    <a:pt x="207" y="28"/>
                    <a:pt x="190" y="28"/>
                    <a:pt x="169" y="7"/>
                  </a:cubicBezTo>
                  <a:lnTo>
                    <a:pt x="136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1" name="Google Shape;20871;p55"/>
            <p:cNvSpPr/>
            <p:nvPr/>
          </p:nvSpPr>
          <p:spPr>
            <a:xfrm>
              <a:off x="5092025" y="26621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9" y="1"/>
                  </a:moveTo>
                  <a:cubicBezTo>
                    <a:pt x="88" y="1"/>
                    <a:pt x="49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cubicBezTo>
                    <a:pt x="104" y="257"/>
                    <a:pt x="119" y="259"/>
                    <a:pt x="133" y="259"/>
                  </a:cubicBezTo>
                  <a:cubicBezTo>
                    <a:pt x="180" y="259"/>
                    <a:pt x="214" y="237"/>
                    <a:pt x="240" y="187"/>
                  </a:cubicBezTo>
                  <a:cubicBezTo>
                    <a:pt x="260" y="117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2" name="Google Shape;20872;p55"/>
            <p:cNvSpPr/>
            <p:nvPr/>
          </p:nvSpPr>
          <p:spPr>
            <a:xfrm>
              <a:off x="5096350" y="27425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5" y="0"/>
                    <a:pt x="109" y="2"/>
                    <a:pt x="104" y="7"/>
                  </a:cubicBezTo>
                  <a:lnTo>
                    <a:pt x="67" y="7"/>
                  </a:lnTo>
                  <a:cubicBezTo>
                    <a:pt x="17" y="24"/>
                    <a:pt x="1" y="94"/>
                    <a:pt x="1" y="143"/>
                  </a:cubicBezTo>
                  <a:cubicBezTo>
                    <a:pt x="17" y="181"/>
                    <a:pt x="17" y="214"/>
                    <a:pt x="50" y="230"/>
                  </a:cubicBezTo>
                  <a:cubicBezTo>
                    <a:pt x="67" y="247"/>
                    <a:pt x="104" y="267"/>
                    <a:pt x="137" y="267"/>
                  </a:cubicBezTo>
                  <a:cubicBezTo>
                    <a:pt x="190" y="247"/>
                    <a:pt x="240" y="181"/>
                    <a:pt x="223" y="110"/>
                  </a:cubicBezTo>
                  <a:cubicBezTo>
                    <a:pt x="223" y="94"/>
                    <a:pt x="223" y="94"/>
                    <a:pt x="207" y="78"/>
                  </a:cubicBezTo>
                  <a:cubicBezTo>
                    <a:pt x="207" y="40"/>
                    <a:pt x="190" y="24"/>
                    <a:pt x="153" y="7"/>
                  </a:cubicBezTo>
                  <a:cubicBezTo>
                    <a:pt x="142" y="7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3" name="Google Shape;20873;p55"/>
            <p:cNvSpPr/>
            <p:nvPr/>
          </p:nvSpPr>
          <p:spPr>
            <a:xfrm>
              <a:off x="5092850" y="270990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7" y="0"/>
                  </a:moveTo>
                  <a:cubicBezTo>
                    <a:pt x="119" y="0"/>
                    <a:pt x="110" y="2"/>
                    <a:pt x="104" y="7"/>
                  </a:cubicBezTo>
                  <a:cubicBezTo>
                    <a:pt x="54" y="7"/>
                    <a:pt x="0" y="78"/>
                    <a:pt x="21" y="148"/>
                  </a:cubicBezTo>
                  <a:cubicBezTo>
                    <a:pt x="21" y="181"/>
                    <a:pt x="38" y="214"/>
                    <a:pt x="54" y="234"/>
                  </a:cubicBezTo>
                  <a:cubicBezTo>
                    <a:pt x="87" y="251"/>
                    <a:pt x="124" y="267"/>
                    <a:pt x="141" y="267"/>
                  </a:cubicBezTo>
                  <a:cubicBezTo>
                    <a:pt x="174" y="251"/>
                    <a:pt x="190" y="234"/>
                    <a:pt x="207" y="214"/>
                  </a:cubicBezTo>
                  <a:cubicBezTo>
                    <a:pt x="227" y="181"/>
                    <a:pt x="244" y="148"/>
                    <a:pt x="244" y="111"/>
                  </a:cubicBezTo>
                  <a:cubicBezTo>
                    <a:pt x="227" y="78"/>
                    <a:pt x="207" y="45"/>
                    <a:pt x="190" y="28"/>
                  </a:cubicBezTo>
                  <a:lnTo>
                    <a:pt x="174" y="7"/>
                  </a:lnTo>
                  <a:cubicBezTo>
                    <a:pt x="163" y="7"/>
                    <a:pt x="144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4" name="Google Shape;20874;p55"/>
            <p:cNvSpPr/>
            <p:nvPr/>
          </p:nvSpPr>
          <p:spPr>
            <a:xfrm>
              <a:off x="5086050" y="2682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66"/>
                    <a:pt x="17" y="153"/>
                  </a:cubicBezTo>
                  <a:cubicBezTo>
                    <a:pt x="17" y="214"/>
                    <a:pt x="54" y="259"/>
                    <a:pt x="110" y="259"/>
                  </a:cubicBezTo>
                  <a:cubicBezTo>
                    <a:pt x="118" y="259"/>
                    <a:pt x="127" y="258"/>
                    <a:pt x="136" y="256"/>
                  </a:cubicBezTo>
                  <a:cubicBezTo>
                    <a:pt x="169" y="256"/>
                    <a:pt x="190" y="239"/>
                    <a:pt x="206" y="206"/>
                  </a:cubicBezTo>
                  <a:cubicBezTo>
                    <a:pt x="223" y="169"/>
                    <a:pt x="239" y="136"/>
                    <a:pt x="223" y="103"/>
                  </a:cubicBezTo>
                  <a:cubicBezTo>
                    <a:pt x="223" y="66"/>
                    <a:pt x="206" y="50"/>
                    <a:pt x="190" y="17"/>
                  </a:cubicBezTo>
                  <a:cubicBezTo>
                    <a:pt x="169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5" name="Google Shape;20875;p55"/>
            <p:cNvSpPr/>
            <p:nvPr/>
          </p:nvSpPr>
          <p:spPr>
            <a:xfrm>
              <a:off x="5084700" y="269770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38" y="17"/>
                    <a:pt x="1" y="67"/>
                    <a:pt x="1" y="153"/>
                  </a:cubicBezTo>
                  <a:cubicBezTo>
                    <a:pt x="1" y="186"/>
                    <a:pt x="17" y="207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7"/>
                  </a:cubicBezTo>
                  <a:cubicBezTo>
                    <a:pt x="223" y="170"/>
                    <a:pt x="223" y="137"/>
                    <a:pt x="223" y="104"/>
                  </a:cubicBezTo>
                  <a:cubicBezTo>
                    <a:pt x="223" y="67"/>
                    <a:pt x="207" y="34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6" name="Google Shape;20876;p55"/>
            <p:cNvSpPr/>
            <p:nvPr/>
          </p:nvSpPr>
          <p:spPr>
            <a:xfrm>
              <a:off x="5072225" y="265240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0"/>
                  </a:moveTo>
                  <a:cubicBezTo>
                    <a:pt x="103" y="0"/>
                    <a:pt x="78" y="12"/>
                    <a:pt x="54" y="23"/>
                  </a:cubicBezTo>
                  <a:cubicBezTo>
                    <a:pt x="38" y="23"/>
                    <a:pt x="21" y="60"/>
                    <a:pt x="1" y="77"/>
                  </a:cubicBezTo>
                  <a:lnTo>
                    <a:pt x="1" y="164"/>
                  </a:lnTo>
                  <a:cubicBezTo>
                    <a:pt x="21" y="213"/>
                    <a:pt x="38" y="230"/>
                    <a:pt x="71" y="246"/>
                  </a:cubicBezTo>
                  <a:cubicBezTo>
                    <a:pt x="86" y="256"/>
                    <a:pt x="101" y="261"/>
                    <a:pt x="116" y="261"/>
                  </a:cubicBezTo>
                  <a:cubicBezTo>
                    <a:pt x="157" y="261"/>
                    <a:pt x="195" y="228"/>
                    <a:pt x="207" y="180"/>
                  </a:cubicBezTo>
                  <a:cubicBezTo>
                    <a:pt x="244" y="110"/>
                    <a:pt x="207" y="40"/>
                    <a:pt x="158" y="7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7" name="Google Shape;20877;p55"/>
            <p:cNvSpPr/>
            <p:nvPr/>
          </p:nvSpPr>
          <p:spPr>
            <a:xfrm>
              <a:off x="5077900" y="2712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"/>
                    <a:pt x="50" y="38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4"/>
                    <a:pt x="83" y="260"/>
                    <a:pt x="104" y="260"/>
                  </a:cubicBezTo>
                  <a:cubicBezTo>
                    <a:pt x="137" y="260"/>
                    <a:pt x="170" y="260"/>
                    <a:pt x="186" y="227"/>
                  </a:cubicBezTo>
                  <a:cubicBezTo>
                    <a:pt x="207" y="207"/>
                    <a:pt x="223" y="174"/>
                    <a:pt x="223" y="141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86" y="38"/>
                    <a:pt x="170" y="2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8" name="Google Shape;20878;p55"/>
            <p:cNvSpPr/>
            <p:nvPr/>
          </p:nvSpPr>
          <p:spPr>
            <a:xfrm>
              <a:off x="5080900" y="274275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20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0"/>
                    <a:pt x="66" y="260"/>
                    <a:pt x="103" y="277"/>
                  </a:cubicBezTo>
                  <a:cubicBezTo>
                    <a:pt x="136" y="277"/>
                    <a:pt x="153" y="260"/>
                    <a:pt x="190" y="240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3"/>
                    <a:pt x="169" y="17"/>
                    <a:pt x="153" y="17"/>
                  </a:cubicBezTo>
                  <a:cubicBezTo>
                    <a:pt x="153" y="17"/>
                    <a:pt x="136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9" name="Google Shape;20879;p55"/>
            <p:cNvSpPr/>
            <p:nvPr/>
          </p:nvSpPr>
          <p:spPr>
            <a:xfrm>
              <a:off x="5073975" y="26348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40" y="1"/>
                  </a:moveTo>
                  <a:cubicBezTo>
                    <a:pt x="88" y="1"/>
                    <a:pt x="48" y="33"/>
                    <a:pt x="17" y="91"/>
                  </a:cubicBezTo>
                  <a:cubicBezTo>
                    <a:pt x="1" y="162"/>
                    <a:pt x="34" y="228"/>
                    <a:pt x="88" y="248"/>
                  </a:cubicBezTo>
                  <a:cubicBezTo>
                    <a:pt x="104" y="265"/>
                    <a:pt x="121" y="265"/>
                    <a:pt x="137" y="265"/>
                  </a:cubicBezTo>
                  <a:cubicBezTo>
                    <a:pt x="174" y="265"/>
                    <a:pt x="224" y="228"/>
                    <a:pt x="224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207" y="21"/>
                    <a:pt x="191" y="21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0" name="Google Shape;20880;p55"/>
            <p:cNvSpPr/>
            <p:nvPr/>
          </p:nvSpPr>
          <p:spPr>
            <a:xfrm>
              <a:off x="5112650" y="2690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4"/>
                  </a:cubicBezTo>
                  <a:cubicBezTo>
                    <a:pt x="17" y="191"/>
                    <a:pt x="17" y="207"/>
                    <a:pt x="54" y="224"/>
                  </a:cubicBezTo>
                  <a:cubicBezTo>
                    <a:pt x="70" y="257"/>
                    <a:pt x="103" y="257"/>
                    <a:pt x="136" y="257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1" name="Google Shape;20881;p55"/>
            <p:cNvSpPr/>
            <p:nvPr/>
          </p:nvSpPr>
          <p:spPr>
            <a:xfrm>
              <a:off x="5111400" y="27376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20" y="0"/>
                    <a:pt x="83" y="0"/>
                    <a:pt x="67" y="33"/>
                  </a:cubicBezTo>
                  <a:cubicBezTo>
                    <a:pt x="17" y="70"/>
                    <a:pt x="1" y="157"/>
                    <a:pt x="50" y="206"/>
                  </a:cubicBezTo>
                  <a:cubicBezTo>
                    <a:pt x="67" y="239"/>
                    <a:pt x="83" y="260"/>
                    <a:pt x="120" y="260"/>
                  </a:cubicBezTo>
                  <a:cubicBezTo>
                    <a:pt x="153" y="260"/>
                    <a:pt x="170" y="260"/>
                    <a:pt x="207" y="239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4"/>
                  </a:cubicBezTo>
                  <a:cubicBezTo>
                    <a:pt x="207" y="33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2" name="Google Shape;20882;p55"/>
            <p:cNvSpPr/>
            <p:nvPr/>
          </p:nvSpPr>
          <p:spPr>
            <a:xfrm>
              <a:off x="5113975" y="26743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39" y="0"/>
                  </a:moveTo>
                  <a:cubicBezTo>
                    <a:pt x="95" y="0"/>
                    <a:pt x="47" y="32"/>
                    <a:pt x="34" y="72"/>
                  </a:cubicBezTo>
                  <a:cubicBezTo>
                    <a:pt x="1" y="142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7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3" name="Google Shape;20883;p55"/>
            <p:cNvSpPr/>
            <p:nvPr/>
          </p:nvSpPr>
          <p:spPr>
            <a:xfrm>
              <a:off x="5121700" y="27501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1" y="1"/>
                    <a:pt x="29" y="32"/>
                    <a:pt x="17" y="84"/>
                  </a:cubicBezTo>
                  <a:cubicBezTo>
                    <a:pt x="1" y="100"/>
                    <a:pt x="1" y="117"/>
                    <a:pt x="1" y="133"/>
                  </a:cubicBezTo>
                  <a:cubicBezTo>
                    <a:pt x="17" y="187"/>
                    <a:pt x="34" y="236"/>
                    <a:pt x="67" y="253"/>
                  </a:cubicBezTo>
                  <a:cubicBezTo>
                    <a:pt x="82" y="258"/>
                    <a:pt x="95" y="261"/>
                    <a:pt x="107" y="261"/>
                  </a:cubicBezTo>
                  <a:cubicBezTo>
                    <a:pt x="139" y="261"/>
                    <a:pt x="163" y="244"/>
                    <a:pt x="186" y="220"/>
                  </a:cubicBezTo>
                  <a:cubicBezTo>
                    <a:pt x="207" y="203"/>
                    <a:pt x="207" y="203"/>
                    <a:pt x="224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4" name="Google Shape;20884;p55"/>
            <p:cNvSpPr/>
            <p:nvPr/>
          </p:nvSpPr>
          <p:spPr>
            <a:xfrm>
              <a:off x="5101100" y="27251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66" y="17"/>
                    <a:pt x="33" y="38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5" name="Google Shape;20885;p55"/>
            <p:cNvSpPr/>
            <p:nvPr/>
          </p:nvSpPr>
          <p:spPr>
            <a:xfrm>
              <a:off x="5110050" y="2710075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37" y="0"/>
                  </a:moveTo>
                  <a:cubicBezTo>
                    <a:pt x="104" y="0"/>
                    <a:pt x="71" y="0"/>
                    <a:pt x="55" y="38"/>
                  </a:cubicBezTo>
                  <a:cubicBezTo>
                    <a:pt x="34" y="54"/>
                    <a:pt x="17" y="87"/>
                    <a:pt x="17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4" y="245"/>
                    <a:pt x="83" y="262"/>
                    <a:pt x="113" y="262"/>
                  </a:cubicBezTo>
                  <a:cubicBezTo>
                    <a:pt x="139" y="262"/>
                    <a:pt x="166" y="250"/>
                    <a:pt x="191" y="227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1" y="38"/>
                    <a:pt x="174" y="21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6" name="Google Shape;20886;p55"/>
            <p:cNvSpPr/>
            <p:nvPr/>
          </p:nvSpPr>
          <p:spPr>
            <a:xfrm>
              <a:off x="5101500" y="262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87" y="1"/>
                    <a:pt x="50" y="17"/>
                    <a:pt x="34" y="38"/>
                  </a:cubicBezTo>
                  <a:cubicBezTo>
                    <a:pt x="17" y="71"/>
                    <a:pt x="1" y="104"/>
                    <a:pt x="17" y="157"/>
                  </a:cubicBezTo>
                  <a:cubicBezTo>
                    <a:pt x="17" y="190"/>
                    <a:pt x="34" y="207"/>
                    <a:pt x="50" y="223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4"/>
                    <a:pt x="240" y="190"/>
                    <a:pt x="223" y="120"/>
                  </a:cubicBezTo>
                  <a:lnTo>
                    <a:pt x="223" y="104"/>
                  </a:lnTo>
                  <a:cubicBezTo>
                    <a:pt x="223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7" name="Google Shape;20887;p55"/>
            <p:cNvSpPr/>
            <p:nvPr/>
          </p:nvSpPr>
          <p:spPr>
            <a:xfrm>
              <a:off x="5104500" y="25855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103" y="0"/>
                    <a:pt x="70" y="0"/>
                    <a:pt x="50" y="33"/>
                  </a:cubicBezTo>
                  <a:cubicBezTo>
                    <a:pt x="17" y="54"/>
                    <a:pt x="0" y="87"/>
                    <a:pt x="0" y="120"/>
                  </a:cubicBezTo>
                  <a:cubicBezTo>
                    <a:pt x="0" y="157"/>
                    <a:pt x="17" y="190"/>
                    <a:pt x="33" y="206"/>
                  </a:cubicBezTo>
                  <a:cubicBezTo>
                    <a:pt x="50" y="239"/>
                    <a:pt x="70" y="260"/>
                    <a:pt x="103" y="260"/>
                  </a:cubicBezTo>
                  <a:cubicBezTo>
                    <a:pt x="136" y="260"/>
                    <a:pt x="153" y="260"/>
                    <a:pt x="190" y="223"/>
                  </a:cubicBezTo>
                  <a:cubicBezTo>
                    <a:pt x="223" y="190"/>
                    <a:pt x="239" y="103"/>
                    <a:pt x="206" y="54"/>
                  </a:cubicBezTo>
                  <a:cubicBezTo>
                    <a:pt x="190" y="33"/>
                    <a:pt x="174" y="16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8" name="Google Shape;20888;p55"/>
            <p:cNvSpPr/>
            <p:nvPr/>
          </p:nvSpPr>
          <p:spPr>
            <a:xfrm>
              <a:off x="5118625" y="2722550"/>
              <a:ext cx="5675" cy="6525"/>
            </a:xfrm>
            <a:custGeom>
              <a:avLst/>
              <a:gdLst/>
              <a:ahLst/>
              <a:cxnLst/>
              <a:rect l="l" t="t" r="r" b="b"/>
              <a:pathLst>
                <a:path w="227" h="261" extrusionOk="0">
                  <a:moveTo>
                    <a:pt x="103" y="0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57" y="260"/>
                    <a:pt x="190" y="244"/>
                    <a:pt x="206" y="206"/>
                  </a:cubicBezTo>
                  <a:cubicBezTo>
                    <a:pt x="227" y="173"/>
                    <a:pt x="227" y="141"/>
                    <a:pt x="227" y="103"/>
                  </a:cubicBezTo>
                  <a:cubicBezTo>
                    <a:pt x="227" y="70"/>
                    <a:pt x="206" y="54"/>
                    <a:pt x="173" y="37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9" name="Google Shape;20889;p55"/>
            <p:cNvSpPr/>
            <p:nvPr/>
          </p:nvSpPr>
          <p:spPr>
            <a:xfrm>
              <a:off x="5099750" y="25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71" y="17"/>
                    <a:pt x="54" y="34"/>
                    <a:pt x="34" y="50"/>
                  </a:cubicBezTo>
                  <a:cubicBezTo>
                    <a:pt x="17" y="83"/>
                    <a:pt x="1" y="120"/>
                    <a:pt x="17" y="153"/>
                  </a:cubicBezTo>
                  <a:cubicBezTo>
                    <a:pt x="17" y="186"/>
                    <a:pt x="34" y="223"/>
                    <a:pt x="54" y="240"/>
                  </a:cubicBezTo>
                  <a:cubicBezTo>
                    <a:pt x="78" y="252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0" name="Google Shape;20890;p55"/>
            <p:cNvSpPr/>
            <p:nvPr/>
          </p:nvSpPr>
          <p:spPr>
            <a:xfrm>
              <a:off x="5101100" y="26006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3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71"/>
                    <a:pt x="186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1" name="Google Shape;20891;p55"/>
            <p:cNvSpPr/>
            <p:nvPr/>
          </p:nvSpPr>
          <p:spPr>
            <a:xfrm>
              <a:off x="5104900" y="25530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2" y="1"/>
                  </a:moveTo>
                  <a:cubicBezTo>
                    <a:pt x="92" y="1"/>
                    <a:pt x="73" y="10"/>
                    <a:pt x="54" y="31"/>
                  </a:cubicBezTo>
                  <a:cubicBezTo>
                    <a:pt x="34" y="31"/>
                    <a:pt x="17" y="64"/>
                    <a:pt x="17" y="81"/>
                  </a:cubicBezTo>
                  <a:cubicBezTo>
                    <a:pt x="1" y="118"/>
                    <a:pt x="1" y="151"/>
                    <a:pt x="1" y="167"/>
                  </a:cubicBezTo>
                  <a:cubicBezTo>
                    <a:pt x="17" y="200"/>
                    <a:pt x="34" y="237"/>
                    <a:pt x="71" y="254"/>
                  </a:cubicBezTo>
                  <a:cubicBezTo>
                    <a:pt x="88" y="263"/>
                    <a:pt x="105" y="267"/>
                    <a:pt x="121" y="267"/>
                  </a:cubicBezTo>
                  <a:cubicBezTo>
                    <a:pt x="164" y="267"/>
                    <a:pt x="199" y="235"/>
                    <a:pt x="223" y="184"/>
                  </a:cubicBezTo>
                  <a:cubicBezTo>
                    <a:pt x="240" y="118"/>
                    <a:pt x="207" y="31"/>
                    <a:pt x="158" y="15"/>
                  </a:cubicBezTo>
                  <a:cubicBezTo>
                    <a:pt x="142" y="6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2" name="Google Shape;20892;p55"/>
            <p:cNvSpPr/>
            <p:nvPr/>
          </p:nvSpPr>
          <p:spPr>
            <a:xfrm>
              <a:off x="5104075" y="2505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1"/>
                  </a:moveTo>
                  <a:cubicBezTo>
                    <a:pt x="104" y="1"/>
                    <a:pt x="67" y="17"/>
                    <a:pt x="50" y="34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87" y="261"/>
                    <a:pt x="104" y="261"/>
                  </a:cubicBezTo>
                  <a:cubicBezTo>
                    <a:pt x="137" y="261"/>
                    <a:pt x="170" y="261"/>
                    <a:pt x="191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0"/>
                    <a:pt x="223" y="87"/>
                    <a:pt x="207" y="54"/>
                  </a:cubicBezTo>
                  <a:cubicBezTo>
                    <a:pt x="191" y="34"/>
                    <a:pt x="170" y="17"/>
                    <a:pt x="153" y="17"/>
                  </a:cubicBezTo>
                  <a:cubicBezTo>
                    <a:pt x="153" y="1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3" name="Google Shape;20893;p55"/>
            <p:cNvSpPr/>
            <p:nvPr/>
          </p:nvSpPr>
          <p:spPr>
            <a:xfrm>
              <a:off x="5102750" y="247815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0" y="1"/>
                  </a:moveTo>
                  <a:cubicBezTo>
                    <a:pt x="87" y="1"/>
                    <a:pt x="70" y="1"/>
                    <a:pt x="37" y="38"/>
                  </a:cubicBezTo>
                  <a:cubicBezTo>
                    <a:pt x="17" y="55"/>
                    <a:pt x="0" y="88"/>
                    <a:pt x="0" y="125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49" y="249"/>
                    <a:pt x="86" y="266"/>
                    <a:pt x="118" y="266"/>
                  </a:cubicBezTo>
                  <a:cubicBezTo>
                    <a:pt x="140" y="266"/>
                    <a:pt x="160" y="258"/>
                    <a:pt x="173" y="244"/>
                  </a:cubicBezTo>
                  <a:cubicBezTo>
                    <a:pt x="223" y="191"/>
                    <a:pt x="244" y="104"/>
                    <a:pt x="190" y="55"/>
                  </a:cubicBezTo>
                  <a:cubicBezTo>
                    <a:pt x="190" y="38"/>
                    <a:pt x="173" y="22"/>
                    <a:pt x="157" y="22"/>
                  </a:cubicBezTo>
                  <a:cubicBezTo>
                    <a:pt x="140" y="1"/>
                    <a:pt x="140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4" name="Google Shape;20894;p55"/>
            <p:cNvSpPr/>
            <p:nvPr/>
          </p:nvSpPr>
          <p:spPr>
            <a:xfrm>
              <a:off x="5084300" y="2603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53"/>
                    <a:pt x="33" y="219"/>
                    <a:pt x="87" y="256"/>
                  </a:cubicBezTo>
                  <a:lnTo>
                    <a:pt x="136" y="256"/>
                  </a:lnTo>
                  <a:cubicBezTo>
                    <a:pt x="173" y="256"/>
                    <a:pt x="223" y="219"/>
                    <a:pt x="223" y="170"/>
                  </a:cubicBezTo>
                  <a:cubicBezTo>
                    <a:pt x="239" y="133"/>
                    <a:pt x="239" y="83"/>
                    <a:pt x="206" y="29"/>
                  </a:cubicBezTo>
                  <a:cubicBezTo>
                    <a:pt x="206" y="29"/>
                    <a:pt x="190" y="13"/>
                    <a:pt x="173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5" name="Google Shape;20895;p55"/>
            <p:cNvSpPr/>
            <p:nvPr/>
          </p:nvSpPr>
          <p:spPr>
            <a:xfrm>
              <a:off x="5086875" y="2554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92" y="1"/>
                    <a:pt x="77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5" y="243"/>
                    <a:pt x="87" y="262"/>
                    <a:pt x="120" y="262"/>
                  </a:cubicBezTo>
                  <a:cubicBezTo>
                    <a:pt x="144" y="262"/>
                    <a:pt x="168" y="252"/>
                    <a:pt x="190" y="230"/>
                  </a:cubicBezTo>
                  <a:cubicBezTo>
                    <a:pt x="239" y="181"/>
                    <a:pt x="239" y="111"/>
                    <a:pt x="206" y="41"/>
                  </a:cubicBezTo>
                  <a:cubicBezTo>
                    <a:pt x="190" y="24"/>
                    <a:pt x="190" y="8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6" name="Google Shape;20896;p55"/>
            <p:cNvSpPr/>
            <p:nvPr/>
          </p:nvSpPr>
          <p:spPr>
            <a:xfrm>
              <a:off x="5089850" y="258607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0" y="0"/>
                  </a:moveTo>
                  <a:cubicBezTo>
                    <a:pt x="89" y="0"/>
                    <a:pt x="50" y="32"/>
                    <a:pt x="38" y="83"/>
                  </a:cubicBezTo>
                  <a:cubicBezTo>
                    <a:pt x="1" y="153"/>
                    <a:pt x="38" y="219"/>
                    <a:pt x="87" y="256"/>
                  </a:cubicBezTo>
                  <a:cubicBezTo>
                    <a:pt x="98" y="256"/>
                    <a:pt x="109" y="264"/>
                    <a:pt x="122" y="264"/>
                  </a:cubicBezTo>
                  <a:cubicBezTo>
                    <a:pt x="128" y="264"/>
                    <a:pt x="134" y="262"/>
                    <a:pt x="141" y="256"/>
                  </a:cubicBezTo>
                  <a:cubicBezTo>
                    <a:pt x="191" y="256"/>
                    <a:pt x="224" y="219"/>
                    <a:pt x="244" y="186"/>
                  </a:cubicBezTo>
                  <a:cubicBezTo>
                    <a:pt x="261" y="137"/>
                    <a:pt x="244" y="83"/>
                    <a:pt x="224" y="50"/>
                  </a:cubicBezTo>
                  <a:cubicBezTo>
                    <a:pt x="207" y="34"/>
                    <a:pt x="191" y="13"/>
                    <a:pt x="174" y="13"/>
                  </a:cubicBezTo>
                  <a:cubicBezTo>
                    <a:pt x="160" y="4"/>
                    <a:pt x="14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7" name="Google Shape;20897;p55"/>
            <p:cNvSpPr/>
            <p:nvPr/>
          </p:nvSpPr>
          <p:spPr>
            <a:xfrm>
              <a:off x="5052950" y="2453725"/>
              <a:ext cx="3025" cy="6425"/>
            </a:xfrm>
            <a:custGeom>
              <a:avLst/>
              <a:gdLst/>
              <a:ahLst/>
              <a:cxnLst/>
              <a:rect l="l" t="t" r="r" b="b"/>
              <a:pathLst>
                <a:path w="121" h="257" extrusionOk="0">
                  <a:moveTo>
                    <a:pt x="1" y="1"/>
                  </a:moveTo>
                  <a:lnTo>
                    <a:pt x="1" y="256"/>
                  </a:lnTo>
                  <a:cubicBezTo>
                    <a:pt x="50" y="240"/>
                    <a:pt x="87" y="223"/>
                    <a:pt x="104" y="174"/>
                  </a:cubicBezTo>
                  <a:cubicBezTo>
                    <a:pt x="120" y="120"/>
                    <a:pt x="104" y="71"/>
                    <a:pt x="87" y="34"/>
                  </a:cubicBezTo>
                  <a:cubicBezTo>
                    <a:pt x="71" y="17"/>
                    <a:pt x="50" y="17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8" name="Google Shape;20898;p55"/>
            <p:cNvSpPr/>
            <p:nvPr/>
          </p:nvSpPr>
          <p:spPr>
            <a:xfrm>
              <a:off x="5057300" y="26853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36"/>
                    <a:pt x="83" y="252"/>
                  </a:cubicBezTo>
                  <a:cubicBezTo>
                    <a:pt x="103" y="269"/>
                    <a:pt x="120" y="269"/>
                    <a:pt x="136" y="269"/>
                  </a:cubicBezTo>
                  <a:cubicBezTo>
                    <a:pt x="186" y="252"/>
                    <a:pt x="223" y="236"/>
                    <a:pt x="239" y="186"/>
                  </a:cubicBezTo>
                  <a:cubicBezTo>
                    <a:pt x="239" y="133"/>
                    <a:pt x="239" y="83"/>
                    <a:pt x="206" y="46"/>
                  </a:cubicBezTo>
                  <a:cubicBezTo>
                    <a:pt x="206" y="30"/>
                    <a:pt x="186" y="13"/>
                    <a:pt x="169" y="13"/>
                  </a:cubicBezTo>
                  <a:cubicBezTo>
                    <a:pt x="156" y="5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9" name="Google Shape;20899;p55"/>
            <p:cNvSpPr/>
            <p:nvPr/>
          </p:nvSpPr>
          <p:spPr>
            <a:xfrm>
              <a:off x="5061525" y="2639375"/>
              <a:ext cx="6100" cy="6825"/>
            </a:xfrm>
            <a:custGeom>
              <a:avLst/>
              <a:gdLst/>
              <a:ahLst/>
              <a:cxnLst/>
              <a:rect l="l" t="t" r="r" b="b"/>
              <a:pathLst>
                <a:path w="244" h="27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0" y="149"/>
                  </a:cubicBezTo>
                  <a:cubicBezTo>
                    <a:pt x="17" y="186"/>
                    <a:pt x="17" y="219"/>
                    <a:pt x="54" y="235"/>
                  </a:cubicBezTo>
                  <a:cubicBezTo>
                    <a:pt x="70" y="252"/>
                    <a:pt x="103" y="272"/>
                    <a:pt x="140" y="27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73" y="29"/>
                  </a:cubicBezTo>
                  <a:lnTo>
                    <a:pt x="157" y="13"/>
                  </a:ln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0" name="Google Shape;20900;p55"/>
            <p:cNvSpPr/>
            <p:nvPr/>
          </p:nvSpPr>
          <p:spPr>
            <a:xfrm>
              <a:off x="5068425" y="2699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4"/>
                  </a:cubicBezTo>
                  <a:cubicBezTo>
                    <a:pt x="223" y="70"/>
                    <a:pt x="190" y="37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1" name="Google Shape;20901;p55"/>
            <p:cNvSpPr/>
            <p:nvPr/>
          </p:nvSpPr>
          <p:spPr>
            <a:xfrm>
              <a:off x="5054200" y="2653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10" y="0"/>
                  </a:moveTo>
                  <a:cubicBezTo>
                    <a:pt x="86" y="0"/>
                    <a:pt x="66" y="13"/>
                    <a:pt x="54" y="27"/>
                  </a:cubicBezTo>
                  <a:cubicBezTo>
                    <a:pt x="0" y="77"/>
                    <a:pt x="0" y="164"/>
                    <a:pt x="37" y="213"/>
                  </a:cubicBezTo>
                  <a:cubicBezTo>
                    <a:pt x="57" y="245"/>
                    <a:pt x="89" y="263"/>
                    <a:pt x="122" y="263"/>
                  </a:cubicBezTo>
                  <a:cubicBezTo>
                    <a:pt x="146" y="263"/>
                    <a:pt x="170" y="254"/>
                    <a:pt x="190" y="234"/>
                  </a:cubicBezTo>
                  <a:cubicBezTo>
                    <a:pt x="244" y="180"/>
                    <a:pt x="244" y="110"/>
                    <a:pt x="207" y="44"/>
                  </a:cubicBezTo>
                  <a:cubicBezTo>
                    <a:pt x="190" y="27"/>
                    <a:pt x="174" y="27"/>
                    <a:pt x="157" y="7"/>
                  </a:cubicBezTo>
                  <a:lnTo>
                    <a:pt x="141" y="7"/>
                  </a:lnTo>
                  <a:cubicBezTo>
                    <a:pt x="130" y="2"/>
                    <a:pt x="120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2" name="Google Shape;20902;p55"/>
            <p:cNvSpPr/>
            <p:nvPr/>
          </p:nvSpPr>
          <p:spPr>
            <a:xfrm>
              <a:off x="5052950" y="2746800"/>
              <a:ext cx="4775" cy="6375"/>
            </a:xfrm>
            <a:custGeom>
              <a:avLst/>
              <a:gdLst/>
              <a:ahLst/>
              <a:cxnLst/>
              <a:rect l="l" t="t" r="r" b="b"/>
              <a:pathLst>
                <a:path w="191" h="255" extrusionOk="0">
                  <a:moveTo>
                    <a:pt x="61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1"/>
                    <a:pt x="34" y="251"/>
                  </a:cubicBezTo>
                  <a:cubicBezTo>
                    <a:pt x="43" y="254"/>
                    <a:pt x="53" y="255"/>
                    <a:pt x="63" y="255"/>
                  </a:cubicBezTo>
                  <a:cubicBezTo>
                    <a:pt x="109" y="255"/>
                    <a:pt x="157" y="225"/>
                    <a:pt x="174" y="181"/>
                  </a:cubicBezTo>
                  <a:cubicBezTo>
                    <a:pt x="191" y="115"/>
                    <a:pt x="174" y="28"/>
                    <a:pt x="104" y="12"/>
                  </a:cubicBezTo>
                  <a:cubicBezTo>
                    <a:pt x="90" y="5"/>
                    <a:pt x="76" y="1"/>
                    <a:pt x="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3" name="Google Shape;20903;p55"/>
            <p:cNvSpPr/>
            <p:nvPr/>
          </p:nvSpPr>
          <p:spPr>
            <a:xfrm>
              <a:off x="5067075" y="262187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3" y="0"/>
                  </a:moveTo>
                  <a:cubicBezTo>
                    <a:pt x="117" y="0"/>
                    <a:pt x="111" y="2"/>
                    <a:pt x="104" y="8"/>
                  </a:cubicBezTo>
                  <a:cubicBezTo>
                    <a:pt x="71" y="8"/>
                    <a:pt x="54" y="24"/>
                    <a:pt x="38" y="61"/>
                  </a:cubicBezTo>
                  <a:cubicBezTo>
                    <a:pt x="21" y="78"/>
                    <a:pt x="1" y="111"/>
                    <a:pt x="21" y="148"/>
                  </a:cubicBezTo>
                  <a:cubicBezTo>
                    <a:pt x="21" y="181"/>
                    <a:pt x="38" y="214"/>
                    <a:pt x="54" y="230"/>
                  </a:cubicBezTo>
                  <a:cubicBezTo>
                    <a:pt x="71" y="251"/>
                    <a:pt x="104" y="267"/>
                    <a:pt x="141" y="267"/>
                  </a:cubicBezTo>
                  <a:cubicBezTo>
                    <a:pt x="190" y="251"/>
                    <a:pt x="244" y="181"/>
                    <a:pt x="227" y="111"/>
                  </a:cubicBezTo>
                  <a:cubicBezTo>
                    <a:pt x="227" y="78"/>
                    <a:pt x="207" y="45"/>
                    <a:pt x="190" y="24"/>
                  </a:cubicBezTo>
                  <a:cubicBezTo>
                    <a:pt x="174" y="24"/>
                    <a:pt x="174" y="8"/>
                    <a:pt x="157" y="8"/>
                  </a:cubicBezTo>
                  <a:cubicBezTo>
                    <a:pt x="146" y="8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4" name="Google Shape;20904;p55"/>
            <p:cNvSpPr/>
            <p:nvPr/>
          </p:nvSpPr>
          <p:spPr>
            <a:xfrm>
              <a:off x="5052950" y="2703000"/>
              <a:ext cx="4775" cy="6275"/>
            </a:xfrm>
            <a:custGeom>
              <a:avLst/>
              <a:gdLst/>
              <a:ahLst/>
              <a:cxnLst/>
              <a:rect l="l" t="t" r="r" b="b"/>
              <a:pathLst>
                <a:path w="191" h="251" extrusionOk="0">
                  <a:moveTo>
                    <a:pt x="65" y="1"/>
                  </a:moveTo>
                  <a:cubicBezTo>
                    <a:pt x="41" y="1"/>
                    <a:pt x="20" y="9"/>
                    <a:pt x="1" y="28"/>
                  </a:cubicBezTo>
                  <a:lnTo>
                    <a:pt x="1" y="234"/>
                  </a:lnTo>
                  <a:cubicBezTo>
                    <a:pt x="17" y="234"/>
                    <a:pt x="17" y="250"/>
                    <a:pt x="34" y="250"/>
                  </a:cubicBezTo>
                  <a:lnTo>
                    <a:pt x="87" y="250"/>
                  </a:lnTo>
                  <a:cubicBezTo>
                    <a:pt x="120" y="250"/>
                    <a:pt x="153" y="217"/>
                    <a:pt x="174" y="164"/>
                  </a:cubicBezTo>
                  <a:cubicBezTo>
                    <a:pt x="191" y="131"/>
                    <a:pt x="191" y="77"/>
                    <a:pt x="153" y="44"/>
                  </a:cubicBezTo>
                  <a:cubicBezTo>
                    <a:pt x="137" y="28"/>
                    <a:pt x="137" y="11"/>
                    <a:pt x="120" y="11"/>
                  </a:cubicBezTo>
                  <a:cubicBezTo>
                    <a:pt x="100" y="5"/>
                    <a:pt x="82" y="1"/>
                    <a:pt x="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5" name="Google Shape;20905;p55"/>
            <p:cNvSpPr/>
            <p:nvPr/>
          </p:nvSpPr>
          <p:spPr>
            <a:xfrm>
              <a:off x="5078725" y="2453725"/>
              <a:ext cx="5175" cy="3100"/>
            </a:xfrm>
            <a:custGeom>
              <a:avLst/>
              <a:gdLst/>
              <a:ahLst/>
              <a:cxnLst/>
              <a:rect l="l" t="t" r="r" b="b"/>
              <a:pathLst>
                <a:path w="207" h="124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78"/>
                    <a:pt x="54" y="124"/>
                    <a:pt x="100" y="124"/>
                  </a:cubicBezTo>
                  <a:cubicBezTo>
                    <a:pt x="107" y="124"/>
                    <a:pt x="114" y="123"/>
                    <a:pt x="120" y="120"/>
                  </a:cubicBezTo>
                  <a:cubicBezTo>
                    <a:pt x="153" y="120"/>
                    <a:pt x="174" y="104"/>
                    <a:pt x="190" y="71"/>
                  </a:cubicBezTo>
                  <a:cubicBezTo>
                    <a:pt x="207" y="71"/>
                    <a:pt x="207" y="50"/>
                    <a:pt x="207" y="50"/>
                  </a:cubicBezTo>
                  <a:cubicBezTo>
                    <a:pt x="137" y="34"/>
                    <a:pt x="71" y="1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6" name="Google Shape;20906;p55"/>
            <p:cNvSpPr/>
            <p:nvPr/>
          </p:nvSpPr>
          <p:spPr>
            <a:xfrm>
              <a:off x="5124700" y="27362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4" y="0"/>
                  </a:moveTo>
                  <a:cubicBezTo>
                    <a:pt x="84" y="0"/>
                    <a:pt x="44" y="35"/>
                    <a:pt x="17" y="88"/>
                  </a:cubicBezTo>
                  <a:cubicBezTo>
                    <a:pt x="0" y="158"/>
                    <a:pt x="33" y="228"/>
                    <a:pt x="87" y="245"/>
                  </a:cubicBezTo>
                  <a:cubicBezTo>
                    <a:pt x="104" y="261"/>
                    <a:pt x="120" y="261"/>
                    <a:pt x="136" y="261"/>
                  </a:cubicBezTo>
                  <a:cubicBezTo>
                    <a:pt x="169" y="261"/>
                    <a:pt x="207" y="228"/>
                    <a:pt x="223" y="175"/>
                  </a:cubicBezTo>
                  <a:cubicBezTo>
                    <a:pt x="240" y="125"/>
                    <a:pt x="240" y="72"/>
                    <a:pt x="207" y="39"/>
                  </a:cubicBezTo>
                  <a:cubicBezTo>
                    <a:pt x="190" y="22"/>
                    <a:pt x="190" y="22"/>
                    <a:pt x="169" y="6"/>
                  </a:cubicBezTo>
                  <a:cubicBezTo>
                    <a:pt x="157" y="2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7" name="Google Shape;20907;p55"/>
            <p:cNvSpPr/>
            <p:nvPr/>
          </p:nvSpPr>
          <p:spPr>
            <a:xfrm>
              <a:off x="5191700" y="2661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0" y="21"/>
                    <a:pt x="0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8" name="Google Shape;20908;p55"/>
            <p:cNvSpPr/>
            <p:nvPr/>
          </p:nvSpPr>
          <p:spPr>
            <a:xfrm>
              <a:off x="5216125" y="264425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4" y="0"/>
                  </a:moveTo>
                  <a:cubicBezTo>
                    <a:pt x="76" y="0"/>
                    <a:pt x="61" y="12"/>
                    <a:pt x="38" y="24"/>
                  </a:cubicBezTo>
                  <a:cubicBezTo>
                    <a:pt x="17" y="40"/>
                    <a:pt x="0" y="77"/>
                    <a:pt x="0" y="110"/>
                  </a:cubicBezTo>
                  <a:cubicBezTo>
                    <a:pt x="0" y="143"/>
                    <a:pt x="0" y="180"/>
                    <a:pt x="17" y="213"/>
                  </a:cubicBezTo>
                  <a:cubicBezTo>
                    <a:pt x="48" y="242"/>
                    <a:pt x="86" y="261"/>
                    <a:pt x="117" y="261"/>
                  </a:cubicBezTo>
                  <a:cubicBezTo>
                    <a:pt x="140" y="261"/>
                    <a:pt x="160" y="252"/>
                    <a:pt x="174" y="230"/>
                  </a:cubicBezTo>
                  <a:cubicBezTo>
                    <a:pt x="223" y="180"/>
                    <a:pt x="244" y="110"/>
                    <a:pt x="190" y="40"/>
                  </a:cubicBezTo>
                  <a:cubicBezTo>
                    <a:pt x="190" y="24"/>
                    <a:pt x="174" y="7"/>
                    <a:pt x="157" y="7"/>
                  </a:cubicBezTo>
                  <a:lnTo>
                    <a:pt x="120" y="7"/>
                  </a:lnTo>
                  <a:cubicBezTo>
                    <a:pt x="110" y="2"/>
                    <a:pt x="102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9" name="Google Shape;20909;p55"/>
            <p:cNvSpPr/>
            <p:nvPr/>
          </p:nvSpPr>
          <p:spPr>
            <a:xfrm>
              <a:off x="5207575" y="2706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0" name="Google Shape;20910;p55"/>
            <p:cNvSpPr/>
            <p:nvPr/>
          </p:nvSpPr>
          <p:spPr>
            <a:xfrm>
              <a:off x="5218300" y="26242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3" y="223"/>
                    <a:pt x="54" y="239"/>
                  </a:cubicBezTo>
                  <a:cubicBezTo>
                    <a:pt x="77" y="254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206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1" name="Google Shape;20911;p55"/>
            <p:cNvSpPr/>
            <p:nvPr/>
          </p:nvSpPr>
          <p:spPr>
            <a:xfrm>
              <a:off x="5217475" y="26717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6" y="0"/>
                  </a:moveTo>
                  <a:cubicBezTo>
                    <a:pt x="83" y="0"/>
                    <a:pt x="61" y="14"/>
                    <a:pt x="50" y="25"/>
                  </a:cubicBezTo>
                  <a:cubicBezTo>
                    <a:pt x="0" y="75"/>
                    <a:pt x="0" y="162"/>
                    <a:pt x="33" y="215"/>
                  </a:cubicBezTo>
                  <a:cubicBezTo>
                    <a:pt x="50" y="232"/>
                    <a:pt x="87" y="248"/>
                    <a:pt x="103" y="265"/>
                  </a:cubicBezTo>
                  <a:cubicBezTo>
                    <a:pt x="136" y="265"/>
                    <a:pt x="169" y="248"/>
                    <a:pt x="190" y="232"/>
                  </a:cubicBezTo>
                  <a:cubicBezTo>
                    <a:pt x="206" y="215"/>
                    <a:pt x="223" y="178"/>
                    <a:pt x="239" y="145"/>
                  </a:cubicBezTo>
                  <a:cubicBezTo>
                    <a:pt x="239" y="112"/>
                    <a:pt x="223" y="75"/>
                    <a:pt x="206" y="42"/>
                  </a:cubicBezTo>
                  <a:cubicBezTo>
                    <a:pt x="190" y="25"/>
                    <a:pt x="169" y="25"/>
                    <a:pt x="153" y="9"/>
                  </a:cubicBezTo>
                  <a:lnTo>
                    <a:pt x="136" y="9"/>
                  </a:lnTo>
                  <a:cubicBezTo>
                    <a:pt x="126" y="3"/>
                    <a:pt x="116" y="0"/>
                    <a:pt x="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2" name="Google Shape;20912;p55"/>
            <p:cNvSpPr/>
            <p:nvPr/>
          </p:nvSpPr>
          <p:spPr>
            <a:xfrm>
              <a:off x="5195500" y="2694475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9" y="0"/>
                  </a:moveTo>
                  <a:cubicBezTo>
                    <a:pt x="76" y="0"/>
                    <a:pt x="33" y="22"/>
                    <a:pt x="17" y="76"/>
                  </a:cubicBezTo>
                  <a:cubicBezTo>
                    <a:pt x="1" y="146"/>
                    <a:pt x="17" y="233"/>
                    <a:pt x="87" y="249"/>
                  </a:cubicBezTo>
                  <a:cubicBezTo>
                    <a:pt x="102" y="258"/>
                    <a:pt x="117" y="262"/>
                    <a:pt x="132" y="262"/>
                  </a:cubicBezTo>
                  <a:cubicBezTo>
                    <a:pt x="173" y="262"/>
                    <a:pt x="211" y="231"/>
                    <a:pt x="224" y="179"/>
                  </a:cubicBezTo>
                  <a:cubicBezTo>
                    <a:pt x="244" y="109"/>
                    <a:pt x="224" y="43"/>
                    <a:pt x="158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3" name="Google Shape;20913;p55"/>
            <p:cNvSpPr/>
            <p:nvPr/>
          </p:nvSpPr>
          <p:spPr>
            <a:xfrm>
              <a:off x="5200250" y="2719975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37" y="0"/>
                  </a:moveTo>
                  <a:cubicBezTo>
                    <a:pt x="104" y="0"/>
                    <a:pt x="87" y="0"/>
                    <a:pt x="54" y="37"/>
                  </a:cubicBezTo>
                  <a:cubicBezTo>
                    <a:pt x="17" y="70"/>
                    <a:pt x="1" y="157"/>
                    <a:pt x="34" y="206"/>
                  </a:cubicBezTo>
                  <a:cubicBezTo>
                    <a:pt x="64" y="237"/>
                    <a:pt x="101" y="256"/>
                    <a:pt x="132" y="256"/>
                  </a:cubicBezTo>
                  <a:cubicBezTo>
                    <a:pt x="155" y="256"/>
                    <a:pt x="176" y="246"/>
                    <a:pt x="190" y="223"/>
                  </a:cubicBezTo>
                  <a:cubicBezTo>
                    <a:pt x="240" y="190"/>
                    <a:pt x="260" y="103"/>
                    <a:pt x="207" y="54"/>
                  </a:cubicBezTo>
                  <a:cubicBezTo>
                    <a:pt x="207" y="37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4" name="Google Shape;20914;p55"/>
            <p:cNvSpPr/>
            <p:nvPr/>
          </p:nvSpPr>
          <p:spPr>
            <a:xfrm>
              <a:off x="5203650" y="27521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9" y="1"/>
                  </a:moveTo>
                  <a:cubicBezTo>
                    <a:pt x="83" y="1"/>
                    <a:pt x="35" y="33"/>
                    <a:pt x="21" y="91"/>
                  </a:cubicBezTo>
                  <a:cubicBezTo>
                    <a:pt x="1" y="141"/>
                    <a:pt x="21" y="227"/>
                    <a:pt x="87" y="244"/>
                  </a:cubicBezTo>
                  <a:cubicBezTo>
                    <a:pt x="104" y="260"/>
                    <a:pt x="124" y="260"/>
                    <a:pt x="141" y="260"/>
                  </a:cubicBezTo>
                  <a:cubicBezTo>
                    <a:pt x="174" y="260"/>
                    <a:pt x="207" y="227"/>
                    <a:pt x="227" y="174"/>
                  </a:cubicBezTo>
                  <a:cubicBezTo>
                    <a:pt x="244" y="124"/>
                    <a:pt x="227" y="71"/>
                    <a:pt x="207" y="38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5" name="Google Shape;20915;p55"/>
            <p:cNvSpPr/>
            <p:nvPr/>
          </p:nvSpPr>
          <p:spPr>
            <a:xfrm>
              <a:off x="5213125" y="2594400"/>
              <a:ext cx="5600" cy="6650"/>
            </a:xfrm>
            <a:custGeom>
              <a:avLst/>
              <a:gdLst/>
              <a:ahLst/>
              <a:cxnLst/>
              <a:rect l="l" t="t" r="r" b="b"/>
              <a:pathLst>
                <a:path w="224" h="266" extrusionOk="0">
                  <a:moveTo>
                    <a:pt x="116" y="1"/>
                  </a:moveTo>
                  <a:cubicBezTo>
                    <a:pt x="108" y="1"/>
                    <a:pt x="98" y="3"/>
                    <a:pt x="87" y="10"/>
                  </a:cubicBezTo>
                  <a:cubicBezTo>
                    <a:pt x="34" y="10"/>
                    <a:pt x="1" y="76"/>
                    <a:pt x="1" y="146"/>
                  </a:cubicBezTo>
                  <a:cubicBezTo>
                    <a:pt x="1" y="179"/>
                    <a:pt x="17" y="216"/>
                    <a:pt x="54" y="232"/>
                  </a:cubicBezTo>
                  <a:cubicBezTo>
                    <a:pt x="71" y="249"/>
                    <a:pt x="104" y="265"/>
                    <a:pt x="120" y="265"/>
                  </a:cubicBezTo>
                  <a:cubicBezTo>
                    <a:pt x="191" y="249"/>
                    <a:pt x="224" y="179"/>
                    <a:pt x="224" y="113"/>
                  </a:cubicBezTo>
                  <a:cubicBezTo>
                    <a:pt x="224" y="76"/>
                    <a:pt x="207" y="43"/>
                    <a:pt x="174" y="26"/>
                  </a:cubicBezTo>
                  <a:lnTo>
                    <a:pt x="158" y="10"/>
                  </a:lnTo>
                  <a:cubicBezTo>
                    <a:pt x="144" y="10"/>
                    <a:pt x="132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6" name="Google Shape;20916;p55"/>
            <p:cNvSpPr/>
            <p:nvPr/>
          </p:nvSpPr>
          <p:spPr>
            <a:xfrm>
              <a:off x="5239325" y="25602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"/>
                    <a:pt x="54" y="17"/>
                    <a:pt x="37" y="54"/>
                  </a:cubicBezTo>
                  <a:cubicBezTo>
                    <a:pt x="17" y="71"/>
                    <a:pt x="0" y="104"/>
                    <a:pt x="17" y="141"/>
                  </a:cubicBezTo>
                  <a:cubicBezTo>
                    <a:pt x="17" y="174"/>
                    <a:pt x="37" y="207"/>
                    <a:pt x="54" y="223"/>
                  </a:cubicBezTo>
                  <a:cubicBezTo>
                    <a:pt x="87" y="261"/>
                    <a:pt x="103" y="261"/>
                    <a:pt x="140" y="261"/>
                  </a:cubicBezTo>
                  <a:cubicBezTo>
                    <a:pt x="206" y="244"/>
                    <a:pt x="243" y="174"/>
                    <a:pt x="223" y="104"/>
                  </a:cubicBezTo>
                  <a:cubicBezTo>
                    <a:pt x="223" y="71"/>
                    <a:pt x="206" y="38"/>
                    <a:pt x="190" y="17"/>
                  </a:cubicBezTo>
                  <a:cubicBezTo>
                    <a:pt x="173" y="17"/>
                    <a:pt x="173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7" name="Google Shape;20917;p55"/>
            <p:cNvSpPr/>
            <p:nvPr/>
          </p:nvSpPr>
          <p:spPr>
            <a:xfrm>
              <a:off x="5220050" y="260842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10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7"/>
                    <a:pt x="106" y="258"/>
                    <a:pt x="116" y="258"/>
                  </a:cubicBezTo>
                  <a:cubicBezTo>
                    <a:pt x="161" y="258"/>
                    <a:pt x="209" y="224"/>
                    <a:pt x="223" y="170"/>
                  </a:cubicBezTo>
                  <a:cubicBezTo>
                    <a:pt x="239" y="100"/>
                    <a:pt x="223" y="30"/>
                    <a:pt x="153" y="14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8" name="Google Shape;20918;p55"/>
            <p:cNvSpPr/>
            <p:nvPr/>
          </p:nvSpPr>
          <p:spPr>
            <a:xfrm>
              <a:off x="5246225" y="25894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0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6" y="34"/>
                    <a:pt x="174" y="17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9" name="Google Shape;20919;p55"/>
            <p:cNvSpPr/>
            <p:nvPr/>
          </p:nvSpPr>
          <p:spPr>
            <a:xfrm>
              <a:off x="5232925" y="2620825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17" y="66"/>
                    <a:pt x="0" y="153"/>
                    <a:pt x="33" y="206"/>
                  </a:cubicBezTo>
                  <a:cubicBezTo>
                    <a:pt x="65" y="235"/>
                    <a:pt x="100" y="253"/>
                    <a:pt x="135" y="253"/>
                  </a:cubicBezTo>
                  <a:cubicBezTo>
                    <a:pt x="160" y="253"/>
                    <a:pt x="184" y="243"/>
                    <a:pt x="207" y="223"/>
                  </a:cubicBezTo>
                  <a:cubicBezTo>
                    <a:pt x="240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0" name="Google Shape;20920;p55"/>
            <p:cNvSpPr/>
            <p:nvPr/>
          </p:nvSpPr>
          <p:spPr>
            <a:xfrm>
              <a:off x="5234575" y="25774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104" y="0"/>
                    <a:pt x="87" y="0"/>
                    <a:pt x="87" y="17"/>
                  </a:cubicBezTo>
                  <a:cubicBezTo>
                    <a:pt x="38" y="33"/>
                    <a:pt x="0" y="87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73"/>
                    <a:pt x="244" y="103"/>
                  </a:cubicBezTo>
                  <a:cubicBezTo>
                    <a:pt x="227" y="103"/>
                    <a:pt x="227" y="87"/>
                    <a:pt x="227" y="70"/>
                  </a:cubicBezTo>
                  <a:cubicBezTo>
                    <a:pt x="207" y="50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1" name="Google Shape;20921;p55"/>
            <p:cNvSpPr/>
            <p:nvPr/>
          </p:nvSpPr>
          <p:spPr>
            <a:xfrm>
              <a:off x="5224275" y="26567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3" y="1"/>
                  </a:moveTo>
                  <a:cubicBezTo>
                    <a:pt x="117" y="1"/>
                    <a:pt x="110" y="3"/>
                    <a:pt x="103" y="8"/>
                  </a:cubicBezTo>
                  <a:cubicBezTo>
                    <a:pt x="37" y="8"/>
                    <a:pt x="0" y="74"/>
                    <a:pt x="21" y="144"/>
                  </a:cubicBezTo>
                  <a:cubicBezTo>
                    <a:pt x="21" y="177"/>
                    <a:pt x="37" y="214"/>
                    <a:pt x="54" y="231"/>
                  </a:cubicBezTo>
                  <a:cubicBezTo>
                    <a:pt x="87" y="247"/>
                    <a:pt x="103" y="264"/>
                    <a:pt x="140" y="264"/>
                  </a:cubicBezTo>
                  <a:cubicBezTo>
                    <a:pt x="173" y="247"/>
                    <a:pt x="190" y="231"/>
                    <a:pt x="206" y="214"/>
                  </a:cubicBezTo>
                  <a:cubicBezTo>
                    <a:pt x="227" y="177"/>
                    <a:pt x="243" y="144"/>
                    <a:pt x="227" y="111"/>
                  </a:cubicBezTo>
                  <a:cubicBezTo>
                    <a:pt x="227" y="74"/>
                    <a:pt x="206" y="41"/>
                    <a:pt x="190" y="25"/>
                  </a:cubicBezTo>
                  <a:cubicBezTo>
                    <a:pt x="173" y="25"/>
                    <a:pt x="173" y="8"/>
                    <a:pt x="157" y="8"/>
                  </a:cubicBezTo>
                  <a:cubicBezTo>
                    <a:pt x="146" y="8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2" name="Google Shape;20922;p55"/>
            <p:cNvSpPr/>
            <p:nvPr/>
          </p:nvSpPr>
          <p:spPr>
            <a:xfrm>
              <a:off x="5230350" y="2670275"/>
              <a:ext cx="6425" cy="6550"/>
            </a:xfrm>
            <a:custGeom>
              <a:avLst/>
              <a:gdLst/>
              <a:ahLst/>
              <a:cxnLst/>
              <a:rect l="l" t="t" r="r" b="b"/>
              <a:pathLst>
                <a:path w="257" h="262" extrusionOk="0">
                  <a:moveTo>
                    <a:pt x="127" y="1"/>
                  </a:moveTo>
                  <a:cubicBezTo>
                    <a:pt x="87" y="1"/>
                    <a:pt x="46" y="32"/>
                    <a:pt x="33" y="83"/>
                  </a:cubicBezTo>
                  <a:cubicBezTo>
                    <a:pt x="0" y="149"/>
                    <a:pt x="33" y="220"/>
                    <a:pt x="87" y="253"/>
                  </a:cubicBezTo>
                  <a:cubicBezTo>
                    <a:pt x="98" y="253"/>
                    <a:pt x="109" y="262"/>
                    <a:pt x="120" y="262"/>
                  </a:cubicBezTo>
                  <a:cubicBezTo>
                    <a:pt x="125" y="262"/>
                    <a:pt x="131" y="259"/>
                    <a:pt x="136" y="253"/>
                  </a:cubicBezTo>
                  <a:cubicBezTo>
                    <a:pt x="190" y="253"/>
                    <a:pt x="223" y="220"/>
                    <a:pt x="240" y="187"/>
                  </a:cubicBezTo>
                  <a:cubicBezTo>
                    <a:pt x="256" y="133"/>
                    <a:pt x="240" y="83"/>
                    <a:pt x="207" y="46"/>
                  </a:cubicBezTo>
                  <a:cubicBezTo>
                    <a:pt x="207" y="30"/>
                    <a:pt x="190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3" name="Google Shape;20923;p55"/>
            <p:cNvSpPr/>
            <p:nvPr/>
          </p:nvSpPr>
          <p:spPr>
            <a:xfrm>
              <a:off x="5227775" y="26841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99" y="1"/>
                  </a:moveTo>
                  <a:cubicBezTo>
                    <a:pt x="57" y="1"/>
                    <a:pt x="13" y="23"/>
                    <a:pt x="0" y="77"/>
                  </a:cubicBezTo>
                  <a:lnTo>
                    <a:pt x="0" y="147"/>
                  </a:lnTo>
                  <a:cubicBezTo>
                    <a:pt x="0" y="196"/>
                    <a:pt x="33" y="233"/>
                    <a:pt x="66" y="250"/>
                  </a:cubicBezTo>
                  <a:cubicBezTo>
                    <a:pt x="82" y="257"/>
                    <a:pt x="99" y="261"/>
                    <a:pt x="116" y="261"/>
                  </a:cubicBezTo>
                  <a:cubicBezTo>
                    <a:pt x="139" y="261"/>
                    <a:pt x="160" y="253"/>
                    <a:pt x="169" y="233"/>
                  </a:cubicBezTo>
                  <a:cubicBezTo>
                    <a:pt x="190" y="213"/>
                    <a:pt x="206" y="196"/>
                    <a:pt x="206" y="180"/>
                  </a:cubicBezTo>
                  <a:cubicBezTo>
                    <a:pt x="223" y="110"/>
                    <a:pt x="206" y="44"/>
                    <a:pt x="136" y="7"/>
                  </a:cubicBezTo>
                  <a:cubicBezTo>
                    <a:pt x="125" y="3"/>
                    <a:pt x="112" y="1"/>
                    <a:pt x="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4" name="Google Shape;20924;p55"/>
            <p:cNvSpPr/>
            <p:nvPr/>
          </p:nvSpPr>
          <p:spPr>
            <a:xfrm>
              <a:off x="5183550" y="26468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0" y="0"/>
                  </a:moveTo>
                  <a:cubicBezTo>
                    <a:pt x="91" y="0"/>
                    <a:pt x="73" y="12"/>
                    <a:pt x="50" y="24"/>
                  </a:cubicBezTo>
                  <a:cubicBezTo>
                    <a:pt x="17" y="77"/>
                    <a:pt x="1" y="160"/>
                    <a:pt x="34" y="213"/>
                  </a:cubicBezTo>
                  <a:cubicBezTo>
                    <a:pt x="50" y="230"/>
                    <a:pt x="83" y="246"/>
                    <a:pt x="120" y="263"/>
                  </a:cubicBezTo>
                  <a:cubicBezTo>
                    <a:pt x="137" y="263"/>
                    <a:pt x="170" y="246"/>
                    <a:pt x="186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23" y="77"/>
                    <a:pt x="207" y="40"/>
                  </a:cubicBezTo>
                  <a:cubicBezTo>
                    <a:pt x="207" y="24"/>
                    <a:pt x="186" y="7"/>
                    <a:pt x="170" y="7"/>
                  </a:cubicBezTo>
                  <a:lnTo>
                    <a:pt x="137" y="7"/>
                  </a:lnTo>
                  <a:cubicBezTo>
                    <a:pt x="127" y="2"/>
                    <a:pt x="118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5" name="Google Shape;20925;p55"/>
            <p:cNvSpPr/>
            <p:nvPr/>
          </p:nvSpPr>
          <p:spPr>
            <a:xfrm>
              <a:off x="5145325" y="26857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03" y="0"/>
                  </a:moveTo>
                  <a:cubicBezTo>
                    <a:pt x="86" y="0"/>
                    <a:pt x="68" y="5"/>
                    <a:pt x="49" y="13"/>
                  </a:cubicBezTo>
                  <a:cubicBezTo>
                    <a:pt x="33" y="29"/>
                    <a:pt x="17" y="46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2"/>
                  </a:cubicBezTo>
                  <a:cubicBezTo>
                    <a:pt x="80" y="256"/>
                    <a:pt x="92" y="258"/>
                    <a:pt x="105" y="258"/>
                  </a:cubicBezTo>
                  <a:cubicBezTo>
                    <a:pt x="156" y="258"/>
                    <a:pt x="196" y="226"/>
                    <a:pt x="223" y="186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6" name="Google Shape;20926;p55"/>
            <p:cNvSpPr/>
            <p:nvPr/>
          </p:nvSpPr>
          <p:spPr>
            <a:xfrm>
              <a:off x="5141400" y="2733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37" y="21"/>
                    <a:pt x="0" y="70"/>
                    <a:pt x="17" y="157"/>
                  </a:cubicBezTo>
                  <a:cubicBezTo>
                    <a:pt x="17" y="190"/>
                    <a:pt x="37" y="206"/>
                    <a:pt x="54" y="227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7" name="Google Shape;20927;p55"/>
            <p:cNvSpPr/>
            <p:nvPr/>
          </p:nvSpPr>
          <p:spPr>
            <a:xfrm>
              <a:off x="5140150" y="26551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7"/>
                    <a:pt x="50" y="34"/>
                    <a:pt x="34" y="55"/>
                  </a:cubicBezTo>
                  <a:cubicBezTo>
                    <a:pt x="17" y="88"/>
                    <a:pt x="1" y="121"/>
                    <a:pt x="17" y="158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87" y="261"/>
                    <a:pt x="104" y="261"/>
                    <a:pt x="137" y="261"/>
                  </a:cubicBezTo>
                  <a:cubicBezTo>
                    <a:pt x="207" y="261"/>
                    <a:pt x="240" y="191"/>
                    <a:pt x="224" y="121"/>
                  </a:cubicBezTo>
                  <a:cubicBezTo>
                    <a:pt x="224" y="88"/>
                    <a:pt x="207" y="55"/>
                    <a:pt x="191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8" name="Google Shape;20928;p55"/>
            <p:cNvSpPr/>
            <p:nvPr/>
          </p:nvSpPr>
          <p:spPr>
            <a:xfrm>
              <a:off x="5157775" y="273082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34" y="16"/>
                    <a:pt x="1" y="82"/>
                    <a:pt x="1" y="152"/>
                  </a:cubicBezTo>
                  <a:cubicBezTo>
                    <a:pt x="1" y="185"/>
                    <a:pt x="17" y="222"/>
                    <a:pt x="50" y="238"/>
                  </a:cubicBezTo>
                  <a:cubicBezTo>
                    <a:pt x="62" y="250"/>
                    <a:pt x="84" y="262"/>
                    <a:pt x="108" y="262"/>
                  </a:cubicBezTo>
                  <a:cubicBezTo>
                    <a:pt x="117" y="262"/>
                    <a:pt x="127" y="260"/>
                    <a:pt x="137" y="255"/>
                  </a:cubicBezTo>
                  <a:cubicBezTo>
                    <a:pt x="153" y="255"/>
                    <a:pt x="186" y="238"/>
                    <a:pt x="207" y="201"/>
                  </a:cubicBezTo>
                  <a:cubicBezTo>
                    <a:pt x="224" y="185"/>
                    <a:pt x="224" y="152"/>
                    <a:pt x="224" y="119"/>
                  </a:cubicBezTo>
                  <a:cubicBezTo>
                    <a:pt x="224" y="82"/>
                    <a:pt x="207" y="49"/>
                    <a:pt x="170" y="32"/>
                  </a:cubicBezTo>
                  <a:cubicBezTo>
                    <a:pt x="170" y="16"/>
                    <a:pt x="153" y="16"/>
                    <a:pt x="153" y="16"/>
                  </a:cubicBezTo>
                  <a:cubicBezTo>
                    <a:pt x="145" y="5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9" name="Google Shape;20929;p55"/>
            <p:cNvSpPr/>
            <p:nvPr/>
          </p:nvSpPr>
          <p:spPr>
            <a:xfrm>
              <a:off x="5146950" y="2668100"/>
              <a:ext cx="6125" cy="6850"/>
            </a:xfrm>
            <a:custGeom>
              <a:avLst/>
              <a:gdLst/>
              <a:ahLst/>
              <a:cxnLst/>
              <a:rect l="l" t="t" r="r" b="b"/>
              <a:pathLst>
                <a:path w="245" h="274" extrusionOk="0">
                  <a:moveTo>
                    <a:pt x="132" y="1"/>
                  </a:moveTo>
                  <a:cubicBezTo>
                    <a:pt x="91" y="1"/>
                    <a:pt x="50" y="32"/>
                    <a:pt x="38" y="84"/>
                  </a:cubicBezTo>
                  <a:cubicBezTo>
                    <a:pt x="1" y="154"/>
                    <a:pt x="38" y="236"/>
                    <a:pt x="88" y="257"/>
                  </a:cubicBezTo>
                  <a:cubicBezTo>
                    <a:pt x="104" y="257"/>
                    <a:pt x="125" y="274"/>
                    <a:pt x="141" y="274"/>
                  </a:cubicBezTo>
                  <a:cubicBezTo>
                    <a:pt x="191" y="257"/>
                    <a:pt x="228" y="220"/>
                    <a:pt x="244" y="187"/>
                  </a:cubicBezTo>
                  <a:cubicBezTo>
                    <a:pt x="244" y="133"/>
                    <a:pt x="244" y="84"/>
                    <a:pt x="207" y="51"/>
                  </a:cubicBezTo>
                  <a:cubicBezTo>
                    <a:pt x="207" y="30"/>
                    <a:pt x="191" y="14"/>
                    <a:pt x="174" y="14"/>
                  </a:cubicBezTo>
                  <a:cubicBezTo>
                    <a:pt x="161" y="5"/>
                    <a:pt x="146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0" name="Google Shape;20930;p55"/>
            <p:cNvSpPr/>
            <p:nvPr/>
          </p:nvSpPr>
          <p:spPr>
            <a:xfrm>
              <a:off x="5127275" y="26864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7" y="0"/>
                  </a:moveTo>
                  <a:cubicBezTo>
                    <a:pt x="104" y="0"/>
                    <a:pt x="66" y="17"/>
                    <a:pt x="50" y="37"/>
                  </a:cubicBezTo>
                  <a:cubicBezTo>
                    <a:pt x="1" y="87"/>
                    <a:pt x="1" y="157"/>
                    <a:pt x="33" y="223"/>
                  </a:cubicBezTo>
                  <a:cubicBezTo>
                    <a:pt x="52" y="253"/>
                    <a:pt x="82" y="266"/>
                    <a:pt x="114" y="266"/>
                  </a:cubicBezTo>
                  <a:cubicBezTo>
                    <a:pt x="140" y="266"/>
                    <a:pt x="167" y="258"/>
                    <a:pt x="190" y="244"/>
                  </a:cubicBezTo>
                  <a:cubicBezTo>
                    <a:pt x="240" y="190"/>
                    <a:pt x="240" y="103"/>
                    <a:pt x="207" y="54"/>
                  </a:cubicBezTo>
                  <a:cubicBezTo>
                    <a:pt x="190" y="37"/>
                    <a:pt x="190" y="17"/>
                    <a:pt x="153" y="17"/>
                  </a:cubicBezTo>
                  <a:lnTo>
                    <a:pt x="1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1" name="Google Shape;20931;p55"/>
            <p:cNvSpPr/>
            <p:nvPr/>
          </p:nvSpPr>
          <p:spPr>
            <a:xfrm>
              <a:off x="5134600" y="2672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88"/>
                    <a:pt x="0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39" y="191"/>
                    <a:pt x="223" y="104"/>
                  </a:cubicBezTo>
                  <a:cubicBezTo>
                    <a:pt x="223" y="71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2" name="Google Shape;20932;p55"/>
            <p:cNvSpPr/>
            <p:nvPr/>
          </p:nvSpPr>
          <p:spPr>
            <a:xfrm>
              <a:off x="5130275" y="271882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8" y="0"/>
                  </a:moveTo>
                  <a:cubicBezTo>
                    <a:pt x="86" y="0"/>
                    <a:pt x="45" y="32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66"/>
                  </a:cubicBezTo>
                  <a:cubicBezTo>
                    <a:pt x="256" y="133"/>
                    <a:pt x="239" y="83"/>
                    <a:pt x="206" y="46"/>
                  </a:cubicBezTo>
                  <a:cubicBezTo>
                    <a:pt x="206" y="30"/>
                    <a:pt x="190" y="13"/>
                    <a:pt x="173" y="13"/>
                  </a:cubicBezTo>
                  <a:cubicBezTo>
                    <a:pt x="159" y="5"/>
                    <a:pt x="144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3" name="Google Shape;20933;p55"/>
            <p:cNvSpPr/>
            <p:nvPr/>
          </p:nvSpPr>
          <p:spPr>
            <a:xfrm>
              <a:off x="5173250" y="25559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3" y="1"/>
                  </a:moveTo>
                  <a:cubicBezTo>
                    <a:pt x="66" y="1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7"/>
                    <a:pt x="33" y="240"/>
                  </a:cubicBezTo>
                  <a:cubicBezTo>
                    <a:pt x="66" y="256"/>
                    <a:pt x="103" y="256"/>
                    <a:pt x="120" y="256"/>
                  </a:cubicBezTo>
                  <a:cubicBezTo>
                    <a:pt x="186" y="240"/>
                    <a:pt x="223" y="186"/>
                    <a:pt x="223" y="104"/>
                  </a:cubicBezTo>
                  <a:cubicBezTo>
                    <a:pt x="206" y="67"/>
                    <a:pt x="186" y="50"/>
                    <a:pt x="169" y="17"/>
                  </a:cubicBezTo>
                  <a:cubicBezTo>
                    <a:pt x="169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4" name="Google Shape;20934;p55"/>
            <p:cNvSpPr/>
            <p:nvPr/>
          </p:nvSpPr>
          <p:spPr>
            <a:xfrm>
              <a:off x="5177875" y="25865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08" y="0"/>
                  </a:moveTo>
                  <a:cubicBezTo>
                    <a:pt x="93" y="0"/>
                    <a:pt x="79" y="5"/>
                    <a:pt x="71" y="16"/>
                  </a:cubicBezTo>
                  <a:cubicBezTo>
                    <a:pt x="38" y="32"/>
                    <a:pt x="21" y="49"/>
                    <a:pt x="21" y="82"/>
                  </a:cubicBezTo>
                  <a:cubicBezTo>
                    <a:pt x="1" y="119"/>
                    <a:pt x="1" y="135"/>
                    <a:pt x="21" y="168"/>
                  </a:cubicBezTo>
                  <a:cubicBezTo>
                    <a:pt x="21" y="201"/>
                    <a:pt x="54" y="238"/>
                    <a:pt x="71" y="255"/>
                  </a:cubicBezTo>
                  <a:cubicBezTo>
                    <a:pt x="83" y="258"/>
                    <a:pt x="94" y="259"/>
                    <a:pt x="105" y="259"/>
                  </a:cubicBezTo>
                  <a:cubicBezTo>
                    <a:pt x="158" y="259"/>
                    <a:pt x="197" y="226"/>
                    <a:pt x="228" y="168"/>
                  </a:cubicBezTo>
                  <a:cubicBezTo>
                    <a:pt x="244" y="119"/>
                    <a:pt x="207" y="32"/>
                    <a:pt x="158" y="16"/>
                  </a:cubicBezTo>
                  <a:cubicBezTo>
                    <a:pt x="141" y="5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5" name="Google Shape;20935;p55"/>
            <p:cNvSpPr/>
            <p:nvPr/>
          </p:nvSpPr>
          <p:spPr>
            <a:xfrm>
              <a:off x="5179625" y="25689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29" y="1"/>
                  </a:moveTo>
                  <a:cubicBezTo>
                    <a:pt x="88" y="1"/>
                    <a:pt x="49" y="34"/>
                    <a:pt x="34" y="82"/>
                  </a:cubicBezTo>
                  <a:cubicBezTo>
                    <a:pt x="1" y="152"/>
                    <a:pt x="34" y="222"/>
                    <a:pt x="88" y="255"/>
                  </a:cubicBezTo>
                  <a:lnTo>
                    <a:pt x="137" y="255"/>
                  </a:lnTo>
                  <a:cubicBezTo>
                    <a:pt x="191" y="255"/>
                    <a:pt x="224" y="222"/>
                    <a:pt x="240" y="185"/>
                  </a:cubicBezTo>
                  <a:cubicBezTo>
                    <a:pt x="261" y="135"/>
                    <a:pt x="240" y="82"/>
                    <a:pt x="224" y="49"/>
                  </a:cubicBezTo>
                  <a:cubicBezTo>
                    <a:pt x="207" y="32"/>
                    <a:pt x="191" y="16"/>
                    <a:pt x="174" y="16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6" name="Google Shape;20936;p55"/>
            <p:cNvSpPr/>
            <p:nvPr/>
          </p:nvSpPr>
          <p:spPr>
            <a:xfrm>
              <a:off x="5186550" y="26771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66" y="0"/>
                    <a:pt x="50" y="33"/>
                  </a:cubicBezTo>
                  <a:cubicBezTo>
                    <a:pt x="0" y="66"/>
                    <a:pt x="0" y="153"/>
                    <a:pt x="33" y="206"/>
                  </a:cubicBezTo>
                  <a:cubicBezTo>
                    <a:pt x="50" y="239"/>
                    <a:pt x="87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90" y="33"/>
                    <a:pt x="19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7" name="Google Shape;20937;p55"/>
            <p:cNvSpPr/>
            <p:nvPr/>
          </p:nvSpPr>
          <p:spPr>
            <a:xfrm>
              <a:off x="5250025" y="2572275"/>
              <a:ext cx="5700" cy="6925"/>
            </a:xfrm>
            <a:custGeom>
              <a:avLst/>
              <a:gdLst/>
              <a:ahLst/>
              <a:cxnLst/>
              <a:rect l="l" t="t" r="r" b="b"/>
              <a:pathLst>
                <a:path w="228" h="277" extrusionOk="0">
                  <a:moveTo>
                    <a:pt x="141" y="0"/>
                  </a:moveTo>
                  <a:cubicBezTo>
                    <a:pt x="104" y="0"/>
                    <a:pt x="87" y="17"/>
                    <a:pt x="54" y="33"/>
                  </a:cubicBezTo>
                  <a:cubicBezTo>
                    <a:pt x="22" y="87"/>
                    <a:pt x="1" y="153"/>
                    <a:pt x="38" y="223"/>
                  </a:cubicBezTo>
                  <a:cubicBezTo>
                    <a:pt x="54" y="239"/>
                    <a:pt x="87" y="256"/>
                    <a:pt x="125" y="276"/>
                  </a:cubicBezTo>
                  <a:cubicBezTo>
                    <a:pt x="141" y="276"/>
                    <a:pt x="174" y="256"/>
                    <a:pt x="191" y="239"/>
                  </a:cubicBezTo>
                  <a:cubicBezTo>
                    <a:pt x="207" y="223"/>
                    <a:pt x="228" y="206"/>
                    <a:pt x="228" y="190"/>
                  </a:cubicBezTo>
                  <a:cubicBezTo>
                    <a:pt x="207" y="136"/>
                    <a:pt x="174" y="70"/>
                    <a:pt x="158" y="17"/>
                  </a:cubicBezTo>
                  <a:cubicBezTo>
                    <a:pt x="158" y="17"/>
                    <a:pt x="141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8" name="Google Shape;20938;p55"/>
            <p:cNvSpPr/>
            <p:nvPr/>
          </p:nvSpPr>
          <p:spPr>
            <a:xfrm>
              <a:off x="5174075" y="2634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4"/>
                  </a:cubicBezTo>
                  <a:cubicBezTo>
                    <a:pt x="87" y="257"/>
                    <a:pt x="103" y="257"/>
                    <a:pt x="136" y="257"/>
                  </a:cubicBezTo>
                  <a:cubicBezTo>
                    <a:pt x="206" y="240"/>
                    <a:pt x="239" y="174"/>
                    <a:pt x="239" y="104"/>
                  </a:cubicBezTo>
                  <a:cubicBezTo>
                    <a:pt x="223" y="50"/>
                    <a:pt x="20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9" name="Google Shape;20939;p55"/>
            <p:cNvSpPr/>
            <p:nvPr/>
          </p:nvSpPr>
          <p:spPr>
            <a:xfrm>
              <a:off x="5162000" y="26658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41" y="1"/>
                  </a:moveTo>
                  <a:cubicBezTo>
                    <a:pt x="104" y="1"/>
                    <a:pt x="71" y="17"/>
                    <a:pt x="55" y="38"/>
                  </a:cubicBezTo>
                  <a:cubicBezTo>
                    <a:pt x="1" y="71"/>
                    <a:pt x="1" y="157"/>
                    <a:pt x="38" y="207"/>
                  </a:cubicBezTo>
                  <a:cubicBezTo>
                    <a:pt x="55" y="244"/>
                    <a:pt x="71" y="260"/>
                    <a:pt x="104" y="260"/>
                  </a:cubicBezTo>
                  <a:cubicBezTo>
                    <a:pt x="141" y="260"/>
                    <a:pt x="174" y="260"/>
                    <a:pt x="191" y="244"/>
                  </a:cubicBezTo>
                  <a:cubicBezTo>
                    <a:pt x="207" y="207"/>
                    <a:pt x="224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191" y="38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0" name="Google Shape;20940;p55"/>
            <p:cNvSpPr/>
            <p:nvPr/>
          </p:nvSpPr>
          <p:spPr>
            <a:xfrm>
              <a:off x="5159025" y="27155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0" y="0"/>
                  </a:moveTo>
                  <a:cubicBezTo>
                    <a:pt x="114" y="0"/>
                    <a:pt x="109" y="2"/>
                    <a:pt x="103" y="9"/>
                  </a:cubicBezTo>
                  <a:cubicBezTo>
                    <a:pt x="54" y="9"/>
                    <a:pt x="0" y="75"/>
                    <a:pt x="17" y="145"/>
                  </a:cubicBezTo>
                  <a:cubicBezTo>
                    <a:pt x="17" y="215"/>
                    <a:pt x="87" y="265"/>
                    <a:pt x="136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23" y="178"/>
                    <a:pt x="239" y="145"/>
                    <a:pt x="223" y="112"/>
                  </a:cubicBezTo>
                  <a:cubicBezTo>
                    <a:pt x="223" y="75"/>
                    <a:pt x="207" y="42"/>
                    <a:pt x="190" y="26"/>
                  </a:cubicBezTo>
                  <a:cubicBezTo>
                    <a:pt x="174" y="26"/>
                    <a:pt x="174" y="9"/>
                    <a:pt x="157" y="9"/>
                  </a:cubicBezTo>
                  <a:cubicBezTo>
                    <a:pt x="143" y="9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1" name="Google Shape;20941;p55"/>
            <p:cNvSpPr/>
            <p:nvPr/>
          </p:nvSpPr>
          <p:spPr>
            <a:xfrm>
              <a:off x="5165000" y="269542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7" y="1"/>
                  </a:moveTo>
                  <a:cubicBezTo>
                    <a:pt x="102" y="1"/>
                    <a:pt x="51" y="34"/>
                    <a:pt x="38" y="92"/>
                  </a:cubicBezTo>
                  <a:cubicBezTo>
                    <a:pt x="0" y="158"/>
                    <a:pt x="38" y="228"/>
                    <a:pt x="87" y="261"/>
                  </a:cubicBezTo>
                  <a:cubicBezTo>
                    <a:pt x="99" y="264"/>
                    <a:pt x="110" y="265"/>
                    <a:pt x="121" y="265"/>
                  </a:cubicBezTo>
                  <a:cubicBezTo>
                    <a:pt x="174" y="265"/>
                    <a:pt x="213" y="232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42" name="Google Shape;20942;p55"/>
          <p:cNvSpPr/>
          <p:nvPr/>
        </p:nvSpPr>
        <p:spPr>
          <a:xfrm flipH="1">
            <a:off x="6431825" y="4615050"/>
            <a:ext cx="343650" cy="281174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3" name="Google Shape;20943;p55"/>
          <p:cNvSpPr/>
          <p:nvPr/>
        </p:nvSpPr>
        <p:spPr>
          <a:xfrm flipH="1">
            <a:off x="8253969" y="3533876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4" name="Google Shape;20944;p55"/>
          <p:cNvSpPr/>
          <p:nvPr/>
        </p:nvSpPr>
        <p:spPr>
          <a:xfrm rot="10800000">
            <a:off x="6690125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5" name="Google Shape;20945;p55"/>
          <p:cNvSpPr/>
          <p:nvPr/>
        </p:nvSpPr>
        <p:spPr>
          <a:xfrm rot="8405528" flipH="1">
            <a:off x="157178" y="1820773"/>
            <a:ext cx="513994" cy="420552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6" name="Google Shape;20946;p55"/>
          <p:cNvSpPr/>
          <p:nvPr/>
        </p:nvSpPr>
        <p:spPr>
          <a:xfrm flipH="1">
            <a:off x="-691437" y="4063624"/>
            <a:ext cx="1543786" cy="169387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erkshire Swash"/>
              <a:buNone/>
              <a:defRPr sz="2800">
                <a:solidFill>
                  <a:schemeClr val="accent2"/>
                </a:solidFill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415900"/>
            <a:ext cx="7704000" cy="3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●"/>
              <a:defRPr sz="180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●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Open Sans"/>
              <a:buChar char="○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Open Sans"/>
              <a:buChar char="■"/>
              <a:defRPr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6" r:id="rId4"/>
    <p:sldLayoutId id="2147483658" r:id="rId5"/>
    <p:sldLayoutId id="2147483659" r:id="rId6"/>
    <p:sldLayoutId id="2147483677" r:id="rId7"/>
    <p:sldLayoutId id="2147483678" r:id="rId8"/>
    <p:sldLayoutId id="2147483679" r:id="rId9"/>
    <p:sldLayoutId id="2147483700" r:id="rId10"/>
    <p:sldLayoutId id="2147483701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59" name="Google Shape;2095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17" y="608066"/>
            <a:ext cx="4564851" cy="4564851"/>
          </a:xfrm>
          <a:prstGeom prst="rect">
            <a:avLst/>
          </a:prstGeom>
          <a:noFill/>
          <a:ln>
            <a:noFill/>
          </a:ln>
        </p:spPr>
      </p:pic>
      <p:sp>
        <p:nvSpPr>
          <p:cNvPr id="20960" name="Google Shape;20960;p60"/>
          <p:cNvSpPr/>
          <p:nvPr/>
        </p:nvSpPr>
        <p:spPr>
          <a:xfrm>
            <a:off x="-199475" y="0"/>
            <a:ext cx="8276616" cy="5172932"/>
          </a:xfrm>
          <a:custGeom>
            <a:avLst/>
            <a:gdLst/>
            <a:ahLst/>
            <a:cxnLst/>
            <a:rect l="l" t="t" r="r" b="b"/>
            <a:pathLst>
              <a:path w="57087" h="32295" extrusionOk="0">
                <a:moveTo>
                  <a:pt x="16605" y="3152"/>
                </a:moveTo>
                <a:cubicBezTo>
                  <a:pt x="20314" y="3152"/>
                  <a:pt x="23884" y="4742"/>
                  <a:pt x="26952" y="7438"/>
                </a:cubicBezTo>
                <a:cubicBezTo>
                  <a:pt x="29100" y="9326"/>
                  <a:pt x="31644" y="11647"/>
                  <a:pt x="31574" y="14739"/>
                </a:cubicBezTo>
                <a:cubicBezTo>
                  <a:pt x="31504" y="17675"/>
                  <a:pt x="29583" y="20458"/>
                  <a:pt x="27624" y="22503"/>
                </a:cubicBezTo>
                <a:cubicBezTo>
                  <a:pt x="24108" y="26144"/>
                  <a:pt x="18387" y="29602"/>
                  <a:pt x="13323" y="29602"/>
                </a:cubicBezTo>
                <a:cubicBezTo>
                  <a:pt x="9974" y="29602"/>
                  <a:pt x="6913" y="28090"/>
                  <a:pt x="4965" y="24119"/>
                </a:cubicBezTo>
                <a:cubicBezTo>
                  <a:pt x="1531" y="17127"/>
                  <a:pt x="2953" y="8502"/>
                  <a:pt x="10292" y="4741"/>
                </a:cubicBezTo>
                <a:cubicBezTo>
                  <a:pt x="12397" y="3653"/>
                  <a:pt x="14523" y="3152"/>
                  <a:pt x="16605" y="3152"/>
                </a:cubicBezTo>
                <a:close/>
                <a:moveTo>
                  <a:pt x="1" y="0"/>
                </a:moveTo>
                <a:lnTo>
                  <a:pt x="1" y="32295"/>
                </a:lnTo>
                <a:lnTo>
                  <a:pt x="57087" y="32295"/>
                </a:lnTo>
                <a:lnTo>
                  <a:pt x="57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61" name="Google Shape;20961;p60"/>
          <p:cNvSpPr/>
          <p:nvPr/>
        </p:nvSpPr>
        <p:spPr>
          <a:xfrm>
            <a:off x="7340777" y="3783865"/>
            <a:ext cx="1803223" cy="1389052"/>
          </a:xfrm>
          <a:custGeom>
            <a:avLst/>
            <a:gdLst/>
            <a:ahLst/>
            <a:cxnLst/>
            <a:rect l="l" t="t" r="r" b="b"/>
            <a:pathLst>
              <a:path w="8573" h="6604" extrusionOk="0">
                <a:moveTo>
                  <a:pt x="5789" y="1"/>
                </a:moveTo>
                <a:cubicBezTo>
                  <a:pt x="3331" y="1"/>
                  <a:pt x="117" y="1067"/>
                  <a:pt x="1" y="6604"/>
                </a:cubicBezTo>
                <a:lnTo>
                  <a:pt x="8572" y="6604"/>
                </a:lnTo>
                <a:lnTo>
                  <a:pt x="8572" y="419"/>
                </a:lnTo>
                <a:cubicBezTo>
                  <a:pt x="8572" y="419"/>
                  <a:pt x="7329" y="1"/>
                  <a:pt x="57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62" name="Google Shape;20962;p60"/>
          <p:cNvSpPr txBox="1">
            <a:spLocks noGrp="1"/>
          </p:cNvSpPr>
          <p:nvPr>
            <p:ph type="ctrTitle"/>
          </p:nvPr>
        </p:nvSpPr>
        <p:spPr>
          <a:xfrm>
            <a:off x="4904160" y="1012590"/>
            <a:ext cx="4399284" cy="231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ZA" dirty="0"/>
              <a:t>Bright Coffee Shop Sales</a:t>
            </a:r>
            <a:endParaRPr dirty="0"/>
          </a:p>
        </p:txBody>
      </p:sp>
      <p:sp>
        <p:nvSpPr>
          <p:cNvPr id="20963" name="Google Shape;20963;p60"/>
          <p:cNvSpPr txBox="1">
            <a:spLocks noGrp="1"/>
          </p:cNvSpPr>
          <p:nvPr>
            <p:ph type="subTitle" idx="1"/>
          </p:nvPr>
        </p:nvSpPr>
        <p:spPr>
          <a:xfrm>
            <a:off x="7340777" y="4731270"/>
            <a:ext cx="27969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Amukelani Khosa</a:t>
            </a:r>
            <a:endParaRPr dirty="0"/>
          </a:p>
        </p:txBody>
      </p:sp>
      <p:sp>
        <p:nvSpPr>
          <p:cNvPr id="20964" name="Google Shape;20964;p60"/>
          <p:cNvSpPr/>
          <p:nvPr/>
        </p:nvSpPr>
        <p:spPr>
          <a:xfrm>
            <a:off x="-199475" y="-188050"/>
            <a:ext cx="3673877" cy="1332473"/>
          </a:xfrm>
          <a:custGeom>
            <a:avLst/>
            <a:gdLst/>
            <a:ahLst/>
            <a:cxnLst/>
            <a:rect l="l" t="t" r="r" b="b"/>
            <a:pathLst>
              <a:path w="12333" h="4473" extrusionOk="0">
                <a:moveTo>
                  <a:pt x="17" y="0"/>
                </a:moveTo>
                <a:lnTo>
                  <a:pt x="33" y="4041"/>
                </a:lnTo>
                <a:cubicBezTo>
                  <a:pt x="0" y="4090"/>
                  <a:pt x="602" y="4280"/>
                  <a:pt x="652" y="4297"/>
                </a:cubicBezTo>
                <a:cubicBezTo>
                  <a:pt x="775" y="4335"/>
                  <a:pt x="897" y="4355"/>
                  <a:pt x="1019" y="4355"/>
                </a:cubicBezTo>
                <a:cubicBezTo>
                  <a:pt x="1221" y="4355"/>
                  <a:pt x="1420" y="4301"/>
                  <a:pt x="1612" y="4193"/>
                </a:cubicBezTo>
                <a:cubicBezTo>
                  <a:pt x="2198" y="3868"/>
                  <a:pt x="2577" y="3282"/>
                  <a:pt x="3159" y="2940"/>
                </a:cubicBezTo>
                <a:cubicBezTo>
                  <a:pt x="3576" y="2709"/>
                  <a:pt x="4037" y="2592"/>
                  <a:pt x="4498" y="2592"/>
                </a:cubicBezTo>
                <a:cubicBezTo>
                  <a:pt x="4893" y="2592"/>
                  <a:pt x="5287" y="2678"/>
                  <a:pt x="5653" y="2854"/>
                </a:cubicBezTo>
                <a:cubicBezTo>
                  <a:pt x="6131" y="3093"/>
                  <a:pt x="6494" y="3455"/>
                  <a:pt x="6906" y="3781"/>
                </a:cubicBezTo>
                <a:cubicBezTo>
                  <a:pt x="7302" y="4107"/>
                  <a:pt x="7817" y="4433"/>
                  <a:pt x="8333" y="4470"/>
                </a:cubicBezTo>
                <a:cubicBezTo>
                  <a:pt x="8363" y="4472"/>
                  <a:pt x="8393" y="4472"/>
                  <a:pt x="8423" y="4472"/>
                </a:cubicBezTo>
                <a:cubicBezTo>
                  <a:pt x="9185" y="4472"/>
                  <a:pt x="9795" y="3880"/>
                  <a:pt x="10291" y="3352"/>
                </a:cubicBezTo>
                <a:cubicBezTo>
                  <a:pt x="10786" y="2783"/>
                  <a:pt x="11252" y="2186"/>
                  <a:pt x="11648" y="1547"/>
                </a:cubicBezTo>
                <a:cubicBezTo>
                  <a:pt x="11837" y="1221"/>
                  <a:pt x="12006" y="879"/>
                  <a:pt x="12147" y="536"/>
                </a:cubicBezTo>
                <a:cubicBezTo>
                  <a:pt x="12212" y="380"/>
                  <a:pt x="12332" y="0"/>
                  <a:pt x="1233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5" name="Google Shape;20965;p60"/>
          <p:cNvGrpSpPr/>
          <p:nvPr/>
        </p:nvGrpSpPr>
        <p:grpSpPr>
          <a:xfrm rot="-5400000">
            <a:off x="-332682" y="3463597"/>
            <a:ext cx="1803243" cy="1536829"/>
            <a:chOff x="3796300" y="2184925"/>
            <a:chExt cx="427775" cy="364575"/>
          </a:xfrm>
        </p:grpSpPr>
        <p:sp>
          <p:nvSpPr>
            <p:cNvPr id="20966" name="Google Shape;20966;p60"/>
            <p:cNvSpPr/>
            <p:nvPr/>
          </p:nvSpPr>
          <p:spPr>
            <a:xfrm>
              <a:off x="4014925" y="23184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4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57" y="260"/>
                    <a:pt x="190" y="227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7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7" name="Google Shape;20967;p60"/>
            <p:cNvSpPr/>
            <p:nvPr/>
          </p:nvSpPr>
          <p:spPr>
            <a:xfrm>
              <a:off x="4016250" y="2394475"/>
              <a:ext cx="6425" cy="6375"/>
            </a:xfrm>
            <a:custGeom>
              <a:avLst/>
              <a:gdLst/>
              <a:ahLst/>
              <a:cxnLst/>
              <a:rect l="l" t="t" r="r" b="b"/>
              <a:pathLst>
                <a:path w="257" h="255" extrusionOk="0">
                  <a:moveTo>
                    <a:pt x="137" y="0"/>
                  </a:moveTo>
                  <a:cubicBezTo>
                    <a:pt x="104" y="0"/>
                    <a:pt x="83" y="0"/>
                    <a:pt x="50" y="17"/>
                  </a:cubicBezTo>
                  <a:cubicBezTo>
                    <a:pt x="17" y="70"/>
                    <a:pt x="1" y="153"/>
                    <a:pt x="34" y="206"/>
                  </a:cubicBezTo>
                  <a:cubicBezTo>
                    <a:pt x="63" y="235"/>
                    <a:pt x="99" y="254"/>
                    <a:pt x="130" y="254"/>
                  </a:cubicBezTo>
                  <a:cubicBezTo>
                    <a:pt x="153" y="254"/>
                    <a:pt x="173" y="245"/>
                    <a:pt x="186" y="223"/>
                  </a:cubicBezTo>
                  <a:cubicBezTo>
                    <a:pt x="240" y="190"/>
                    <a:pt x="256" y="103"/>
                    <a:pt x="207" y="50"/>
                  </a:cubicBezTo>
                  <a:cubicBezTo>
                    <a:pt x="207" y="17"/>
                    <a:pt x="186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8" name="Google Shape;20968;p60"/>
            <p:cNvSpPr/>
            <p:nvPr/>
          </p:nvSpPr>
          <p:spPr>
            <a:xfrm>
              <a:off x="3944925" y="23175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87" y="0"/>
                    <a:pt x="87" y="17"/>
                    <a:pt x="71" y="17"/>
                  </a:cubicBezTo>
                  <a:cubicBezTo>
                    <a:pt x="34" y="33"/>
                    <a:pt x="1" y="87"/>
                    <a:pt x="1" y="157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65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40" y="190"/>
                    <a:pt x="223" y="120"/>
                  </a:cubicBezTo>
                  <a:lnTo>
                    <a:pt x="223" y="87"/>
                  </a:lnTo>
                  <a:cubicBezTo>
                    <a:pt x="207" y="54"/>
                    <a:pt x="190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9" name="Google Shape;20969;p60"/>
            <p:cNvSpPr/>
            <p:nvPr/>
          </p:nvSpPr>
          <p:spPr>
            <a:xfrm>
              <a:off x="4002450" y="2351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03" y="1"/>
                    <a:pt x="70" y="1"/>
                    <a:pt x="54" y="17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87" y="261"/>
                    <a:pt x="103" y="261"/>
                  </a:cubicBezTo>
                  <a:cubicBezTo>
                    <a:pt x="140" y="261"/>
                    <a:pt x="173" y="244"/>
                    <a:pt x="190" y="224"/>
                  </a:cubicBezTo>
                  <a:cubicBezTo>
                    <a:pt x="244" y="191"/>
                    <a:pt x="244" y="104"/>
                    <a:pt x="206" y="55"/>
                  </a:cubicBezTo>
                  <a:cubicBezTo>
                    <a:pt x="190" y="17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0" name="Google Shape;20970;p60"/>
            <p:cNvSpPr/>
            <p:nvPr/>
          </p:nvSpPr>
          <p:spPr>
            <a:xfrm>
              <a:off x="4017900" y="23510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71" y="0"/>
                  </a:moveTo>
                  <a:cubicBezTo>
                    <a:pt x="38" y="33"/>
                    <a:pt x="1" y="87"/>
                    <a:pt x="17" y="157"/>
                  </a:cubicBezTo>
                  <a:cubicBezTo>
                    <a:pt x="17" y="190"/>
                    <a:pt x="38" y="207"/>
                    <a:pt x="54" y="240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lnTo>
                    <a:pt x="223" y="71"/>
                  </a:lnTo>
                  <a:cubicBezTo>
                    <a:pt x="207" y="33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1" name="Google Shape;20971;p60"/>
            <p:cNvSpPr/>
            <p:nvPr/>
          </p:nvSpPr>
          <p:spPr>
            <a:xfrm>
              <a:off x="4011525" y="23688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0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9" y="257"/>
                    <a:pt x="112" y="260"/>
                    <a:pt x="126" y="260"/>
                  </a:cubicBezTo>
                  <a:cubicBezTo>
                    <a:pt x="168" y="260"/>
                    <a:pt x="210" y="236"/>
                    <a:pt x="223" y="186"/>
                  </a:cubicBezTo>
                  <a:cubicBezTo>
                    <a:pt x="239" y="116"/>
                    <a:pt x="223" y="29"/>
                    <a:pt x="153" y="13"/>
                  </a:cubicBezTo>
                  <a:cubicBezTo>
                    <a:pt x="140" y="4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2" name="Google Shape;20972;p60"/>
            <p:cNvSpPr/>
            <p:nvPr/>
          </p:nvSpPr>
          <p:spPr>
            <a:xfrm>
              <a:off x="4014100" y="22706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5" y="0"/>
                  </a:moveTo>
                  <a:cubicBezTo>
                    <a:pt x="80" y="0"/>
                    <a:pt x="30" y="31"/>
                    <a:pt x="17" y="75"/>
                  </a:cubicBezTo>
                  <a:cubicBezTo>
                    <a:pt x="0" y="141"/>
                    <a:pt x="17" y="227"/>
                    <a:pt x="87" y="244"/>
                  </a:cubicBezTo>
                  <a:cubicBezTo>
                    <a:pt x="100" y="254"/>
                    <a:pt x="115" y="259"/>
                    <a:pt x="130" y="259"/>
                  </a:cubicBezTo>
                  <a:cubicBezTo>
                    <a:pt x="170" y="259"/>
                    <a:pt x="211" y="226"/>
                    <a:pt x="223" y="178"/>
                  </a:cubicBezTo>
                  <a:cubicBezTo>
                    <a:pt x="239" y="108"/>
                    <a:pt x="223" y="38"/>
                    <a:pt x="153" y="5"/>
                  </a:cubicBezTo>
                  <a:cubicBezTo>
                    <a:pt x="144" y="2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3" name="Google Shape;20973;p60"/>
            <p:cNvSpPr/>
            <p:nvPr/>
          </p:nvSpPr>
          <p:spPr>
            <a:xfrm>
              <a:off x="4001625" y="2397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43"/>
                  </a:cubicBezTo>
                  <a:cubicBezTo>
                    <a:pt x="64" y="255"/>
                    <a:pt x="85" y="267"/>
                    <a:pt x="108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39" y="190"/>
                    <a:pt x="223" y="120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73" y="17"/>
                    <a:pt x="173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4" name="Google Shape;20974;p60"/>
            <p:cNvSpPr/>
            <p:nvPr/>
          </p:nvSpPr>
          <p:spPr>
            <a:xfrm>
              <a:off x="4020900" y="230170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1"/>
                  </a:moveTo>
                  <a:cubicBezTo>
                    <a:pt x="124" y="1"/>
                    <a:pt x="87" y="1"/>
                    <a:pt x="70" y="34"/>
                  </a:cubicBezTo>
                  <a:cubicBezTo>
                    <a:pt x="21" y="71"/>
                    <a:pt x="0" y="153"/>
                    <a:pt x="54" y="207"/>
                  </a:cubicBezTo>
                  <a:cubicBezTo>
                    <a:pt x="70" y="240"/>
                    <a:pt x="87" y="256"/>
                    <a:pt x="124" y="256"/>
                  </a:cubicBezTo>
                  <a:cubicBezTo>
                    <a:pt x="157" y="256"/>
                    <a:pt x="173" y="256"/>
                    <a:pt x="206" y="223"/>
                  </a:cubicBezTo>
                  <a:cubicBezTo>
                    <a:pt x="260" y="190"/>
                    <a:pt x="260" y="104"/>
                    <a:pt x="227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5" name="Google Shape;20975;p60"/>
            <p:cNvSpPr/>
            <p:nvPr/>
          </p:nvSpPr>
          <p:spPr>
            <a:xfrm>
              <a:off x="4021825" y="22854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2" y="251"/>
                    <a:pt x="84" y="263"/>
                    <a:pt x="101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6" name="Google Shape;20976;p60"/>
            <p:cNvSpPr/>
            <p:nvPr/>
          </p:nvSpPr>
          <p:spPr>
            <a:xfrm>
              <a:off x="4023475" y="2380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7" y="10"/>
                    <a:pt x="0" y="76"/>
                    <a:pt x="21" y="146"/>
                  </a:cubicBezTo>
                  <a:cubicBezTo>
                    <a:pt x="21" y="179"/>
                    <a:pt x="37" y="216"/>
                    <a:pt x="54" y="232"/>
                  </a:cubicBezTo>
                  <a:cubicBezTo>
                    <a:pt x="87" y="249"/>
                    <a:pt x="103" y="265"/>
                    <a:pt x="141" y="265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7" name="Google Shape;20977;p60"/>
            <p:cNvSpPr/>
            <p:nvPr/>
          </p:nvSpPr>
          <p:spPr>
            <a:xfrm>
              <a:off x="4022650" y="2333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70" y="8"/>
                    <a:pt x="54" y="29"/>
                    <a:pt x="33" y="61"/>
                  </a:cubicBezTo>
                  <a:cubicBezTo>
                    <a:pt x="17" y="78"/>
                    <a:pt x="0" y="111"/>
                    <a:pt x="17" y="148"/>
                  </a:cubicBezTo>
                  <a:cubicBezTo>
                    <a:pt x="17" y="181"/>
                    <a:pt x="33" y="214"/>
                    <a:pt x="54" y="235"/>
                  </a:cubicBezTo>
                  <a:cubicBezTo>
                    <a:pt x="70" y="251"/>
                    <a:pt x="103" y="268"/>
                    <a:pt x="136" y="268"/>
                  </a:cubicBezTo>
                  <a:cubicBezTo>
                    <a:pt x="190" y="251"/>
                    <a:pt x="240" y="181"/>
                    <a:pt x="223" y="111"/>
                  </a:cubicBezTo>
                  <a:cubicBezTo>
                    <a:pt x="223" y="78"/>
                    <a:pt x="207" y="45"/>
                    <a:pt x="190" y="29"/>
                  </a:cubicBezTo>
                  <a:cubicBezTo>
                    <a:pt x="174" y="29"/>
                    <a:pt x="174" y="8"/>
                    <a:pt x="157" y="8"/>
                  </a:cubicBez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8" name="Google Shape;20978;p60"/>
            <p:cNvSpPr/>
            <p:nvPr/>
          </p:nvSpPr>
          <p:spPr>
            <a:xfrm>
              <a:off x="4021400" y="225500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18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49"/>
                    <a:pt x="34" y="219"/>
                    <a:pt x="83" y="252"/>
                  </a:cubicBezTo>
                  <a:cubicBezTo>
                    <a:pt x="92" y="255"/>
                    <a:pt x="102" y="257"/>
                    <a:pt x="112" y="257"/>
                  </a:cubicBezTo>
                  <a:cubicBezTo>
                    <a:pt x="159" y="257"/>
                    <a:pt x="210" y="224"/>
                    <a:pt x="224" y="166"/>
                  </a:cubicBezTo>
                  <a:cubicBezTo>
                    <a:pt x="240" y="116"/>
                    <a:pt x="224" y="30"/>
                    <a:pt x="170" y="13"/>
                  </a:cubicBezTo>
                  <a:cubicBezTo>
                    <a:pt x="152" y="4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9" name="Google Shape;20979;p60"/>
            <p:cNvSpPr/>
            <p:nvPr/>
          </p:nvSpPr>
          <p:spPr>
            <a:xfrm>
              <a:off x="4023475" y="22381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54" y="17"/>
                    <a:pt x="37" y="38"/>
                  </a:cubicBezTo>
                  <a:cubicBezTo>
                    <a:pt x="0" y="71"/>
                    <a:pt x="0" y="104"/>
                    <a:pt x="0" y="157"/>
                  </a:cubicBezTo>
                  <a:cubicBezTo>
                    <a:pt x="0" y="190"/>
                    <a:pt x="21" y="223"/>
                    <a:pt x="54" y="244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lnTo>
                    <a:pt x="227" y="104"/>
                  </a:lnTo>
                  <a:cubicBezTo>
                    <a:pt x="207" y="71"/>
                    <a:pt x="190" y="38"/>
                    <a:pt x="157" y="17"/>
                  </a:cubicBezTo>
                  <a:cubicBezTo>
                    <a:pt x="141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0" name="Google Shape;20980;p60"/>
            <p:cNvSpPr/>
            <p:nvPr/>
          </p:nvSpPr>
          <p:spPr>
            <a:xfrm>
              <a:off x="4007600" y="22905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35" y="214"/>
                    <a:pt x="75" y="259"/>
                    <a:pt x="120" y="259"/>
                  </a:cubicBezTo>
                  <a:cubicBezTo>
                    <a:pt x="127" y="259"/>
                    <a:pt x="134" y="258"/>
                    <a:pt x="141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44" y="186"/>
                    <a:pt x="244" y="153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1" name="Google Shape;20981;p60"/>
            <p:cNvSpPr/>
            <p:nvPr/>
          </p:nvSpPr>
          <p:spPr>
            <a:xfrm>
              <a:off x="3993475" y="22931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7" y="50"/>
                    <a:pt x="17" y="83"/>
                    <a:pt x="1" y="120"/>
                  </a:cubicBezTo>
                  <a:cubicBezTo>
                    <a:pt x="1" y="153"/>
                    <a:pt x="17" y="186"/>
                    <a:pt x="34" y="223"/>
                  </a:cubicBezTo>
                  <a:cubicBezTo>
                    <a:pt x="50" y="239"/>
                    <a:pt x="67" y="256"/>
                    <a:pt x="104" y="256"/>
                  </a:cubicBezTo>
                  <a:cubicBezTo>
                    <a:pt x="113" y="261"/>
                    <a:pt x="123" y="263"/>
                    <a:pt x="132" y="263"/>
                  </a:cubicBezTo>
                  <a:cubicBezTo>
                    <a:pt x="155" y="263"/>
                    <a:pt x="176" y="251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2" name="Google Shape;20982;p60"/>
            <p:cNvSpPr/>
            <p:nvPr/>
          </p:nvSpPr>
          <p:spPr>
            <a:xfrm>
              <a:off x="3996050" y="23679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7" y="1"/>
                  </a:moveTo>
                  <a:cubicBezTo>
                    <a:pt x="124" y="1"/>
                    <a:pt x="112" y="5"/>
                    <a:pt x="104" y="13"/>
                  </a:cubicBezTo>
                  <a:cubicBezTo>
                    <a:pt x="50" y="13"/>
                    <a:pt x="1" y="79"/>
                    <a:pt x="17" y="149"/>
                  </a:cubicBezTo>
                  <a:cubicBezTo>
                    <a:pt x="17" y="182"/>
                    <a:pt x="34" y="219"/>
                    <a:pt x="50" y="236"/>
                  </a:cubicBezTo>
                  <a:cubicBezTo>
                    <a:pt x="87" y="252"/>
                    <a:pt x="120" y="269"/>
                    <a:pt x="137" y="269"/>
                  </a:cubicBezTo>
                  <a:cubicBezTo>
                    <a:pt x="207" y="252"/>
                    <a:pt x="240" y="182"/>
                    <a:pt x="240" y="116"/>
                  </a:cubicBezTo>
                  <a:cubicBezTo>
                    <a:pt x="223" y="79"/>
                    <a:pt x="207" y="46"/>
                    <a:pt x="190" y="29"/>
                  </a:cubicBezTo>
                  <a:lnTo>
                    <a:pt x="170" y="13"/>
                  </a:lnTo>
                  <a:cubicBezTo>
                    <a:pt x="161" y="5"/>
                    <a:pt x="149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3" name="Google Shape;20983;p60"/>
            <p:cNvSpPr/>
            <p:nvPr/>
          </p:nvSpPr>
          <p:spPr>
            <a:xfrm>
              <a:off x="3993900" y="22608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34"/>
                    <a:pt x="17" y="54"/>
                    <a:pt x="17" y="87"/>
                  </a:cubicBezTo>
                  <a:cubicBezTo>
                    <a:pt x="0" y="104"/>
                    <a:pt x="0" y="137"/>
                    <a:pt x="17" y="174"/>
                  </a:cubicBezTo>
                  <a:cubicBezTo>
                    <a:pt x="17" y="207"/>
                    <a:pt x="50" y="240"/>
                    <a:pt x="70" y="261"/>
                  </a:cubicBezTo>
                  <a:cubicBezTo>
                    <a:pt x="81" y="263"/>
                    <a:pt x="91" y="265"/>
                    <a:pt x="101" y="265"/>
                  </a:cubicBezTo>
                  <a:cubicBezTo>
                    <a:pt x="153" y="265"/>
                    <a:pt x="195" y="229"/>
                    <a:pt x="223" y="174"/>
                  </a:cubicBezTo>
                  <a:cubicBezTo>
                    <a:pt x="239" y="104"/>
                    <a:pt x="206" y="34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4" name="Google Shape;20984;p60"/>
            <p:cNvSpPr/>
            <p:nvPr/>
          </p:nvSpPr>
          <p:spPr>
            <a:xfrm>
              <a:off x="3988725" y="2384675"/>
              <a:ext cx="6025" cy="6825"/>
            </a:xfrm>
            <a:custGeom>
              <a:avLst/>
              <a:gdLst/>
              <a:ahLst/>
              <a:cxnLst/>
              <a:rect l="l" t="t" r="r" b="b"/>
              <a:pathLst>
                <a:path w="241" h="273" extrusionOk="0">
                  <a:moveTo>
                    <a:pt x="131" y="0"/>
                  </a:moveTo>
                  <a:cubicBezTo>
                    <a:pt x="121" y="0"/>
                    <a:pt x="112" y="5"/>
                    <a:pt x="104" y="13"/>
                  </a:cubicBezTo>
                  <a:cubicBezTo>
                    <a:pt x="50" y="13"/>
                    <a:pt x="1" y="83"/>
                    <a:pt x="17" y="153"/>
                  </a:cubicBezTo>
                  <a:cubicBezTo>
                    <a:pt x="17" y="186"/>
                    <a:pt x="34" y="219"/>
                    <a:pt x="50" y="235"/>
                  </a:cubicBezTo>
                  <a:cubicBezTo>
                    <a:pt x="88" y="256"/>
                    <a:pt x="121" y="273"/>
                    <a:pt x="137" y="273"/>
                  </a:cubicBezTo>
                  <a:cubicBezTo>
                    <a:pt x="207" y="256"/>
                    <a:pt x="240" y="186"/>
                    <a:pt x="240" y="116"/>
                  </a:cubicBezTo>
                  <a:cubicBezTo>
                    <a:pt x="224" y="83"/>
                    <a:pt x="207" y="50"/>
                    <a:pt x="191" y="29"/>
                  </a:cubicBezTo>
                  <a:lnTo>
                    <a:pt x="174" y="13"/>
                  </a:lnTo>
                  <a:cubicBezTo>
                    <a:pt x="156" y="5"/>
                    <a:pt x="142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5" name="Google Shape;20985;p60"/>
            <p:cNvSpPr/>
            <p:nvPr/>
          </p:nvSpPr>
          <p:spPr>
            <a:xfrm>
              <a:off x="4006350" y="230602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4" y="17"/>
                    <a:pt x="1" y="83"/>
                    <a:pt x="1" y="153"/>
                  </a:cubicBezTo>
                  <a:cubicBezTo>
                    <a:pt x="17" y="186"/>
                    <a:pt x="34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54" y="256"/>
                    <a:pt x="191" y="240"/>
                    <a:pt x="207" y="207"/>
                  </a:cubicBezTo>
                  <a:cubicBezTo>
                    <a:pt x="224" y="170"/>
                    <a:pt x="224" y="137"/>
                    <a:pt x="224" y="104"/>
                  </a:cubicBezTo>
                  <a:cubicBezTo>
                    <a:pt x="224" y="67"/>
                    <a:pt x="207" y="50"/>
                    <a:pt x="191" y="34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6" name="Google Shape;20986;p60"/>
            <p:cNvSpPr/>
            <p:nvPr/>
          </p:nvSpPr>
          <p:spPr>
            <a:xfrm>
              <a:off x="3990500" y="23373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82" y="17"/>
                    <a:pt x="66" y="17"/>
                    <a:pt x="50" y="33"/>
                  </a:cubicBezTo>
                  <a:cubicBezTo>
                    <a:pt x="17" y="66"/>
                    <a:pt x="0" y="103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6" y="261"/>
                    <a:pt x="136" y="256"/>
                  </a:cubicBezTo>
                  <a:cubicBezTo>
                    <a:pt x="186" y="256"/>
                    <a:pt x="239" y="190"/>
                    <a:pt x="239" y="120"/>
                  </a:cubicBezTo>
                  <a:lnTo>
                    <a:pt x="223" y="120"/>
                  </a:lnTo>
                  <a:cubicBezTo>
                    <a:pt x="223" y="66"/>
                    <a:pt x="206" y="33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7" name="Google Shape;20987;p60"/>
            <p:cNvSpPr/>
            <p:nvPr/>
          </p:nvSpPr>
          <p:spPr>
            <a:xfrm>
              <a:off x="3984825" y="2323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3" y="0"/>
                  </a:moveTo>
                  <a:cubicBezTo>
                    <a:pt x="117" y="0"/>
                    <a:pt x="110" y="2"/>
                    <a:pt x="103" y="9"/>
                  </a:cubicBezTo>
                  <a:cubicBezTo>
                    <a:pt x="70" y="9"/>
                    <a:pt x="37" y="26"/>
                    <a:pt x="21" y="59"/>
                  </a:cubicBezTo>
                  <a:cubicBezTo>
                    <a:pt x="0" y="75"/>
                    <a:pt x="0" y="112"/>
                    <a:pt x="0" y="145"/>
                  </a:cubicBezTo>
                  <a:cubicBezTo>
                    <a:pt x="21" y="178"/>
                    <a:pt x="21" y="215"/>
                    <a:pt x="54" y="232"/>
                  </a:cubicBezTo>
                  <a:cubicBezTo>
                    <a:pt x="70" y="248"/>
                    <a:pt x="103" y="265"/>
                    <a:pt x="140" y="265"/>
                  </a:cubicBezTo>
                  <a:cubicBezTo>
                    <a:pt x="190" y="248"/>
                    <a:pt x="244" y="178"/>
                    <a:pt x="227" y="112"/>
                  </a:cubicBezTo>
                  <a:cubicBezTo>
                    <a:pt x="227" y="75"/>
                    <a:pt x="206" y="42"/>
                    <a:pt x="173" y="26"/>
                  </a:cubicBezTo>
                  <a:cubicBezTo>
                    <a:pt x="173" y="26"/>
                    <a:pt x="173" y="9"/>
                    <a:pt x="157" y="9"/>
                  </a:cubicBezTo>
                  <a:cubicBezTo>
                    <a:pt x="146" y="9"/>
                    <a:pt x="135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8" name="Google Shape;20988;p60"/>
            <p:cNvSpPr/>
            <p:nvPr/>
          </p:nvSpPr>
          <p:spPr>
            <a:xfrm>
              <a:off x="3989975" y="2308225"/>
              <a:ext cx="6100" cy="6800"/>
            </a:xfrm>
            <a:custGeom>
              <a:avLst/>
              <a:gdLst/>
              <a:ahLst/>
              <a:cxnLst/>
              <a:rect l="l" t="t" r="r" b="b"/>
              <a:pathLst>
                <a:path w="244" h="272" extrusionOk="0">
                  <a:moveTo>
                    <a:pt x="134" y="0"/>
                  </a:moveTo>
                  <a:cubicBezTo>
                    <a:pt x="123" y="0"/>
                    <a:pt x="114" y="5"/>
                    <a:pt x="103" y="16"/>
                  </a:cubicBezTo>
                  <a:cubicBezTo>
                    <a:pt x="54" y="16"/>
                    <a:pt x="0" y="82"/>
                    <a:pt x="21" y="152"/>
                  </a:cubicBezTo>
                  <a:cubicBezTo>
                    <a:pt x="21" y="185"/>
                    <a:pt x="38" y="222"/>
                    <a:pt x="54" y="238"/>
                  </a:cubicBezTo>
                  <a:cubicBezTo>
                    <a:pt x="87" y="255"/>
                    <a:pt x="103" y="271"/>
                    <a:pt x="141" y="271"/>
                  </a:cubicBezTo>
                  <a:cubicBezTo>
                    <a:pt x="207" y="255"/>
                    <a:pt x="244" y="185"/>
                    <a:pt x="244" y="119"/>
                  </a:cubicBezTo>
                  <a:cubicBezTo>
                    <a:pt x="227" y="65"/>
                    <a:pt x="207" y="32"/>
                    <a:pt x="174" y="16"/>
                  </a:cubicBezTo>
                  <a:cubicBezTo>
                    <a:pt x="157" y="5"/>
                    <a:pt x="145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9" name="Google Shape;20989;p60"/>
            <p:cNvSpPr/>
            <p:nvPr/>
          </p:nvSpPr>
          <p:spPr>
            <a:xfrm>
              <a:off x="4007600" y="2335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1"/>
                  </a:moveTo>
                  <a:cubicBezTo>
                    <a:pt x="54" y="17"/>
                    <a:pt x="0" y="88"/>
                    <a:pt x="17" y="158"/>
                  </a:cubicBezTo>
                  <a:cubicBezTo>
                    <a:pt x="17" y="191"/>
                    <a:pt x="38" y="224"/>
                    <a:pt x="54" y="240"/>
                  </a:cubicBezTo>
                  <a:cubicBezTo>
                    <a:pt x="87" y="261"/>
                    <a:pt x="104" y="261"/>
                    <a:pt x="141" y="261"/>
                  </a:cubicBezTo>
                  <a:cubicBezTo>
                    <a:pt x="207" y="240"/>
                    <a:pt x="244" y="191"/>
                    <a:pt x="223" y="104"/>
                  </a:cubicBezTo>
                  <a:cubicBezTo>
                    <a:pt x="223" y="71"/>
                    <a:pt x="207" y="55"/>
                    <a:pt x="190" y="17"/>
                  </a:cubicBezTo>
                  <a:lnTo>
                    <a:pt x="157" y="17"/>
                  </a:ln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0" name="Google Shape;20990;p60"/>
            <p:cNvSpPr/>
            <p:nvPr/>
          </p:nvSpPr>
          <p:spPr>
            <a:xfrm>
              <a:off x="4003375" y="238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66" y="257"/>
                  </a:cubicBezTo>
                  <a:cubicBezTo>
                    <a:pt x="78" y="260"/>
                    <a:pt x="89" y="261"/>
                    <a:pt x="100" y="261"/>
                  </a:cubicBezTo>
                  <a:cubicBezTo>
                    <a:pt x="157" y="261"/>
                    <a:pt x="209" y="226"/>
                    <a:pt x="223" y="170"/>
                  </a:cubicBezTo>
                  <a:cubicBezTo>
                    <a:pt x="240" y="100"/>
                    <a:pt x="207" y="30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1" name="Google Shape;20991;p60"/>
            <p:cNvSpPr/>
            <p:nvPr/>
          </p:nvSpPr>
          <p:spPr>
            <a:xfrm>
              <a:off x="3999450" y="23209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7" y="21"/>
                    <a:pt x="54" y="38"/>
                  </a:cubicBezTo>
                  <a:cubicBezTo>
                    <a:pt x="17" y="87"/>
                    <a:pt x="1" y="157"/>
                    <a:pt x="34" y="22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25" y="265"/>
                    <a:pt x="132" y="267"/>
                    <a:pt x="139" y="267"/>
                  </a:cubicBezTo>
                  <a:cubicBezTo>
                    <a:pt x="157" y="267"/>
                    <a:pt x="179" y="255"/>
                    <a:pt x="190" y="244"/>
                  </a:cubicBezTo>
                  <a:cubicBezTo>
                    <a:pt x="223" y="207"/>
                    <a:pt x="240" y="190"/>
                    <a:pt x="240" y="157"/>
                  </a:cubicBezTo>
                  <a:cubicBezTo>
                    <a:pt x="240" y="124"/>
                    <a:pt x="223" y="87"/>
                    <a:pt x="207" y="54"/>
                  </a:cubicBezTo>
                  <a:cubicBezTo>
                    <a:pt x="207" y="38"/>
                    <a:pt x="190" y="21"/>
                    <a:pt x="174" y="21"/>
                  </a:cubicBezTo>
                  <a:cubicBezTo>
                    <a:pt x="157" y="21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2" name="Google Shape;20992;p60"/>
            <p:cNvSpPr/>
            <p:nvPr/>
          </p:nvSpPr>
          <p:spPr>
            <a:xfrm>
              <a:off x="4005950" y="2255825"/>
              <a:ext cx="6425" cy="6750"/>
            </a:xfrm>
            <a:custGeom>
              <a:avLst/>
              <a:gdLst/>
              <a:ahLst/>
              <a:cxnLst/>
              <a:rect l="l" t="t" r="r" b="b"/>
              <a:pathLst>
                <a:path w="257" h="270" extrusionOk="0">
                  <a:moveTo>
                    <a:pt x="127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36"/>
                    <a:pt x="83" y="256"/>
                  </a:cubicBezTo>
                  <a:cubicBezTo>
                    <a:pt x="102" y="265"/>
                    <a:pt x="119" y="269"/>
                    <a:pt x="135" y="269"/>
                  </a:cubicBezTo>
                  <a:cubicBezTo>
                    <a:pt x="180" y="269"/>
                    <a:pt x="215" y="238"/>
                    <a:pt x="240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6" y="4"/>
                    <a:pt x="142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3" name="Google Shape;20993;p60"/>
            <p:cNvSpPr/>
            <p:nvPr/>
          </p:nvSpPr>
          <p:spPr>
            <a:xfrm>
              <a:off x="4001200" y="2275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6" y="265"/>
                    <a:pt x="132" y="263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4" name="Google Shape;20994;p60"/>
            <p:cNvSpPr/>
            <p:nvPr/>
          </p:nvSpPr>
          <p:spPr>
            <a:xfrm>
              <a:off x="3988725" y="23541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11" y="1"/>
                  </a:moveTo>
                  <a:cubicBezTo>
                    <a:pt x="71" y="1"/>
                    <a:pt x="30" y="32"/>
                    <a:pt x="17" y="84"/>
                  </a:cubicBezTo>
                  <a:cubicBezTo>
                    <a:pt x="1" y="154"/>
                    <a:pt x="17" y="220"/>
                    <a:pt x="88" y="257"/>
                  </a:cubicBezTo>
                  <a:cubicBezTo>
                    <a:pt x="99" y="261"/>
                    <a:pt x="112" y="263"/>
                    <a:pt x="125" y="263"/>
                  </a:cubicBezTo>
                  <a:cubicBezTo>
                    <a:pt x="167" y="263"/>
                    <a:pt x="211" y="240"/>
                    <a:pt x="224" y="187"/>
                  </a:cubicBezTo>
                  <a:cubicBezTo>
                    <a:pt x="240" y="117"/>
                    <a:pt x="224" y="34"/>
                    <a:pt x="153" y="13"/>
                  </a:cubicBezTo>
                  <a:cubicBezTo>
                    <a:pt x="140" y="5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5" name="Google Shape;20995;p60"/>
            <p:cNvSpPr/>
            <p:nvPr/>
          </p:nvSpPr>
          <p:spPr>
            <a:xfrm>
              <a:off x="3827225" y="23386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1" y="260"/>
                  </a:cubicBezTo>
                  <a:cubicBezTo>
                    <a:pt x="174" y="260"/>
                    <a:pt x="190" y="244"/>
                    <a:pt x="207" y="207"/>
                  </a:cubicBezTo>
                  <a:cubicBezTo>
                    <a:pt x="223" y="174"/>
                    <a:pt x="244" y="141"/>
                    <a:pt x="244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6" name="Google Shape;20996;p60"/>
            <p:cNvSpPr/>
            <p:nvPr/>
          </p:nvSpPr>
          <p:spPr>
            <a:xfrm>
              <a:off x="3947925" y="2268200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36" y="1"/>
                  </a:moveTo>
                  <a:cubicBezTo>
                    <a:pt x="120" y="1"/>
                    <a:pt x="87" y="17"/>
                    <a:pt x="70" y="34"/>
                  </a:cubicBezTo>
                  <a:cubicBezTo>
                    <a:pt x="17" y="87"/>
                    <a:pt x="0" y="153"/>
                    <a:pt x="54" y="223"/>
                  </a:cubicBezTo>
                  <a:cubicBezTo>
                    <a:pt x="70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8" y="265"/>
                    <a:pt x="183" y="251"/>
                    <a:pt x="206" y="240"/>
                  </a:cubicBezTo>
                  <a:cubicBezTo>
                    <a:pt x="239" y="190"/>
                    <a:pt x="260" y="104"/>
                    <a:pt x="223" y="50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57" y="17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7" name="Google Shape;20997;p60"/>
            <p:cNvSpPr/>
            <p:nvPr/>
          </p:nvSpPr>
          <p:spPr>
            <a:xfrm>
              <a:off x="3823400" y="23840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9" y="0"/>
                  </a:moveTo>
                  <a:cubicBezTo>
                    <a:pt x="102" y="0"/>
                    <a:pt x="81" y="12"/>
                    <a:pt x="67" y="23"/>
                  </a:cubicBezTo>
                  <a:cubicBezTo>
                    <a:pt x="17" y="77"/>
                    <a:pt x="1" y="159"/>
                    <a:pt x="50" y="213"/>
                  </a:cubicBezTo>
                  <a:cubicBezTo>
                    <a:pt x="67" y="230"/>
                    <a:pt x="87" y="246"/>
                    <a:pt x="120" y="262"/>
                  </a:cubicBezTo>
                  <a:cubicBezTo>
                    <a:pt x="153" y="262"/>
                    <a:pt x="170" y="246"/>
                    <a:pt x="207" y="230"/>
                  </a:cubicBezTo>
                  <a:cubicBezTo>
                    <a:pt x="240" y="180"/>
                    <a:pt x="256" y="110"/>
                    <a:pt x="223" y="40"/>
                  </a:cubicBezTo>
                  <a:cubicBezTo>
                    <a:pt x="207" y="23"/>
                    <a:pt x="190" y="23"/>
                    <a:pt x="170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8" name="Google Shape;20998;p60"/>
            <p:cNvSpPr/>
            <p:nvPr/>
          </p:nvSpPr>
          <p:spPr>
            <a:xfrm>
              <a:off x="3824225" y="2414575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57"/>
                    <a:pt x="34" y="227"/>
                    <a:pt x="87" y="243"/>
                  </a:cubicBezTo>
                  <a:cubicBezTo>
                    <a:pt x="101" y="252"/>
                    <a:pt x="115" y="256"/>
                    <a:pt x="130" y="256"/>
                  </a:cubicBezTo>
                  <a:cubicBezTo>
                    <a:pt x="170" y="256"/>
                    <a:pt x="211" y="225"/>
                    <a:pt x="223" y="173"/>
                  </a:cubicBezTo>
                  <a:cubicBezTo>
                    <a:pt x="261" y="107"/>
                    <a:pt x="223" y="37"/>
                    <a:pt x="174" y="4"/>
                  </a:cubicBez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9" name="Google Shape;20999;p60"/>
            <p:cNvSpPr/>
            <p:nvPr/>
          </p:nvSpPr>
          <p:spPr>
            <a:xfrm>
              <a:off x="3832375" y="24014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1" y="0"/>
                  </a:moveTo>
                  <a:cubicBezTo>
                    <a:pt x="78" y="0"/>
                    <a:pt x="44" y="33"/>
                    <a:pt x="17" y="81"/>
                  </a:cubicBezTo>
                  <a:cubicBezTo>
                    <a:pt x="1" y="151"/>
                    <a:pt x="38" y="221"/>
                    <a:pt x="87" y="254"/>
                  </a:cubicBezTo>
                  <a:cubicBezTo>
                    <a:pt x="97" y="257"/>
                    <a:pt x="106" y="258"/>
                    <a:pt x="116" y="258"/>
                  </a:cubicBezTo>
                  <a:cubicBezTo>
                    <a:pt x="162" y="258"/>
                    <a:pt x="210" y="228"/>
                    <a:pt x="223" y="184"/>
                  </a:cubicBezTo>
                  <a:cubicBezTo>
                    <a:pt x="260" y="118"/>
                    <a:pt x="223" y="31"/>
                    <a:pt x="174" y="15"/>
                  </a:cubicBezTo>
                  <a:cubicBezTo>
                    <a:pt x="155" y="5"/>
                    <a:pt x="137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0" name="Google Shape;21000;p60"/>
            <p:cNvSpPr/>
            <p:nvPr/>
          </p:nvSpPr>
          <p:spPr>
            <a:xfrm>
              <a:off x="3827225" y="2288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6" y="255"/>
                    <a:pt x="106" y="257"/>
                    <a:pt x="116" y="257"/>
                  </a:cubicBezTo>
                  <a:cubicBezTo>
                    <a:pt x="162" y="257"/>
                    <a:pt x="209" y="227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1" name="Google Shape;21001;p60"/>
            <p:cNvSpPr/>
            <p:nvPr/>
          </p:nvSpPr>
          <p:spPr>
            <a:xfrm>
              <a:off x="3833300" y="24439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20" y="0"/>
                  </a:moveTo>
                  <a:cubicBezTo>
                    <a:pt x="107" y="0"/>
                    <a:pt x="93" y="4"/>
                    <a:pt x="83" y="13"/>
                  </a:cubicBezTo>
                  <a:cubicBezTo>
                    <a:pt x="67" y="13"/>
                    <a:pt x="34" y="29"/>
                    <a:pt x="17" y="66"/>
                  </a:cubicBezTo>
                  <a:cubicBezTo>
                    <a:pt x="1" y="83"/>
                    <a:pt x="1" y="116"/>
                    <a:pt x="1" y="153"/>
                  </a:cubicBezTo>
                  <a:cubicBezTo>
                    <a:pt x="1" y="186"/>
                    <a:pt x="17" y="219"/>
                    <a:pt x="34" y="235"/>
                  </a:cubicBezTo>
                  <a:cubicBezTo>
                    <a:pt x="57" y="250"/>
                    <a:pt x="83" y="262"/>
                    <a:pt x="102" y="262"/>
                  </a:cubicBezTo>
                  <a:cubicBezTo>
                    <a:pt x="109" y="262"/>
                    <a:pt x="115" y="260"/>
                    <a:pt x="120" y="256"/>
                  </a:cubicBezTo>
                  <a:cubicBezTo>
                    <a:pt x="186" y="256"/>
                    <a:pt x="223" y="186"/>
                    <a:pt x="223" y="116"/>
                  </a:cubicBezTo>
                  <a:cubicBezTo>
                    <a:pt x="207" y="83"/>
                    <a:pt x="186" y="50"/>
                    <a:pt x="170" y="29"/>
                  </a:cubicBezTo>
                  <a:cubicBezTo>
                    <a:pt x="170" y="13"/>
                    <a:pt x="153" y="13"/>
                    <a:pt x="153" y="13"/>
                  </a:cubicBezTo>
                  <a:cubicBezTo>
                    <a:pt x="145" y="4"/>
                    <a:pt x="133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2" name="Google Shape;21002;p60"/>
            <p:cNvSpPr/>
            <p:nvPr/>
          </p:nvSpPr>
          <p:spPr>
            <a:xfrm>
              <a:off x="3828975" y="23682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0" y="191"/>
                    <a:pt x="17" y="207"/>
                    <a:pt x="50" y="240"/>
                  </a:cubicBezTo>
                  <a:cubicBezTo>
                    <a:pt x="71" y="257"/>
                    <a:pt x="104" y="257"/>
                    <a:pt x="120" y="257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23" y="67"/>
                    <a:pt x="207" y="50"/>
                    <a:pt x="174" y="17"/>
                  </a:cubicBezTo>
                  <a:cubicBezTo>
                    <a:pt x="174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3" name="Google Shape;21003;p60"/>
            <p:cNvSpPr/>
            <p:nvPr/>
          </p:nvSpPr>
          <p:spPr>
            <a:xfrm>
              <a:off x="3842275" y="233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4" y="17"/>
                  </a:cubicBezTo>
                  <a:cubicBezTo>
                    <a:pt x="0" y="66"/>
                    <a:pt x="0" y="153"/>
                    <a:pt x="33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36" y="256"/>
                    <a:pt x="173" y="256"/>
                    <a:pt x="190" y="223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206" y="33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4" name="Google Shape;21004;p60"/>
            <p:cNvSpPr/>
            <p:nvPr/>
          </p:nvSpPr>
          <p:spPr>
            <a:xfrm>
              <a:off x="3842275" y="22876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0"/>
                  </a:moveTo>
                  <a:cubicBezTo>
                    <a:pt x="87" y="0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3" y="259"/>
                    <a:pt x="212" y="226"/>
                    <a:pt x="239" y="168"/>
                  </a:cubicBezTo>
                  <a:cubicBezTo>
                    <a:pt x="260" y="98"/>
                    <a:pt x="223" y="32"/>
                    <a:pt x="173" y="15"/>
                  </a:cubicBezTo>
                  <a:cubicBezTo>
                    <a:pt x="159" y="5"/>
                    <a:pt x="143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5" name="Google Shape;21005;p60"/>
            <p:cNvSpPr/>
            <p:nvPr/>
          </p:nvSpPr>
          <p:spPr>
            <a:xfrm>
              <a:off x="3820425" y="24503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0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17" y="50"/>
                    <a:pt x="0" y="83"/>
                    <a:pt x="0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1"/>
                    <a:pt x="81" y="263"/>
                    <a:pt x="112" y="263"/>
                  </a:cubicBezTo>
                  <a:cubicBezTo>
                    <a:pt x="137" y="263"/>
                    <a:pt x="164" y="255"/>
                    <a:pt x="186" y="240"/>
                  </a:cubicBezTo>
                  <a:cubicBezTo>
                    <a:pt x="239" y="186"/>
                    <a:pt x="239" y="104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6" name="Google Shape;21006;p60"/>
            <p:cNvSpPr/>
            <p:nvPr/>
          </p:nvSpPr>
          <p:spPr>
            <a:xfrm>
              <a:off x="3844425" y="22707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1"/>
                  </a:moveTo>
                  <a:cubicBezTo>
                    <a:pt x="71" y="1"/>
                    <a:pt x="50" y="17"/>
                    <a:pt x="34" y="34"/>
                  </a:cubicBezTo>
                  <a:cubicBezTo>
                    <a:pt x="17" y="71"/>
                    <a:pt x="1" y="104"/>
                    <a:pt x="1" y="153"/>
                  </a:cubicBezTo>
                  <a:cubicBezTo>
                    <a:pt x="17" y="190"/>
                    <a:pt x="34" y="207"/>
                    <a:pt x="50" y="240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91" y="240"/>
                    <a:pt x="224" y="190"/>
                    <a:pt x="224" y="120"/>
                  </a:cubicBezTo>
                  <a:lnTo>
                    <a:pt x="224" y="104"/>
                  </a:lnTo>
                  <a:cubicBezTo>
                    <a:pt x="224" y="71"/>
                    <a:pt x="191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7" name="Google Shape;21007;p60"/>
            <p:cNvSpPr/>
            <p:nvPr/>
          </p:nvSpPr>
          <p:spPr>
            <a:xfrm>
              <a:off x="3839275" y="23837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71" y="0"/>
                  </a:moveTo>
                  <a:cubicBezTo>
                    <a:pt x="17" y="33"/>
                    <a:pt x="1" y="87"/>
                    <a:pt x="1" y="136"/>
                  </a:cubicBezTo>
                  <a:cubicBezTo>
                    <a:pt x="1" y="169"/>
                    <a:pt x="17" y="207"/>
                    <a:pt x="50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40"/>
                    <a:pt x="223" y="169"/>
                    <a:pt x="223" y="103"/>
                  </a:cubicBezTo>
                  <a:cubicBezTo>
                    <a:pt x="223" y="87"/>
                    <a:pt x="223" y="87"/>
                    <a:pt x="207" y="66"/>
                  </a:cubicBezTo>
                  <a:cubicBezTo>
                    <a:pt x="207" y="33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8" name="Google Shape;21008;p60"/>
            <p:cNvSpPr/>
            <p:nvPr/>
          </p:nvSpPr>
          <p:spPr>
            <a:xfrm>
              <a:off x="3822475" y="243055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7"/>
                    <a:pt x="1" y="87"/>
                    <a:pt x="21" y="153"/>
                  </a:cubicBezTo>
                  <a:cubicBezTo>
                    <a:pt x="21" y="190"/>
                    <a:pt x="38" y="223"/>
                    <a:pt x="71" y="239"/>
                  </a:cubicBezTo>
                  <a:cubicBezTo>
                    <a:pt x="87" y="256"/>
                    <a:pt x="124" y="256"/>
                    <a:pt x="141" y="256"/>
                  </a:cubicBezTo>
                  <a:cubicBezTo>
                    <a:pt x="207" y="239"/>
                    <a:pt x="244" y="190"/>
                    <a:pt x="244" y="103"/>
                  </a:cubicBezTo>
                  <a:cubicBezTo>
                    <a:pt x="227" y="70"/>
                    <a:pt x="207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7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9" name="Google Shape;21009;p60"/>
            <p:cNvSpPr/>
            <p:nvPr/>
          </p:nvSpPr>
          <p:spPr>
            <a:xfrm>
              <a:off x="3828975" y="2323150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5" y="215"/>
                    <a:pt x="58" y="263"/>
                    <a:pt x="113" y="263"/>
                  </a:cubicBezTo>
                  <a:cubicBezTo>
                    <a:pt x="120" y="263"/>
                    <a:pt x="128" y="262"/>
                    <a:pt x="137" y="260"/>
                  </a:cubicBezTo>
                  <a:cubicBezTo>
                    <a:pt x="153" y="260"/>
                    <a:pt x="190" y="243"/>
                    <a:pt x="207" y="206"/>
                  </a:cubicBezTo>
                  <a:cubicBezTo>
                    <a:pt x="223" y="173"/>
                    <a:pt x="223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lnTo>
                    <a:pt x="153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0" name="Google Shape;21010;p60"/>
            <p:cNvSpPr/>
            <p:nvPr/>
          </p:nvSpPr>
          <p:spPr>
            <a:xfrm>
              <a:off x="3898550" y="22454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70" y="17"/>
                    <a:pt x="50" y="33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17" y="190"/>
                    <a:pt x="17" y="223"/>
                    <a:pt x="50" y="240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74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1" name="Google Shape;21011;p60"/>
            <p:cNvSpPr/>
            <p:nvPr/>
          </p:nvSpPr>
          <p:spPr>
            <a:xfrm>
              <a:off x="3828550" y="24627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50" y="244"/>
                  </a:cubicBezTo>
                  <a:cubicBezTo>
                    <a:pt x="88" y="260"/>
                    <a:pt x="104" y="260"/>
                    <a:pt x="121" y="260"/>
                  </a:cubicBezTo>
                  <a:cubicBezTo>
                    <a:pt x="154" y="207"/>
                    <a:pt x="191" y="157"/>
                    <a:pt x="224" y="87"/>
                  </a:cubicBezTo>
                  <a:cubicBezTo>
                    <a:pt x="224" y="71"/>
                    <a:pt x="207" y="54"/>
                    <a:pt x="191" y="38"/>
                  </a:cubicBezTo>
                  <a:cubicBezTo>
                    <a:pt x="191" y="21"/>
                    <a:pt x="170" y="21"/>
                    <a:pt x="170" y="21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2" name="Google Shape;21012;p60"/>
            <p:cNvSpPr/>
            <p:nvPr/>
          </p:nvSpPr>
          <p:spPr>
            <a:xfrm>
              <a:off x="3837525" y="24269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02" y="0"/>
                  </a:moveTo>
                  <a:cubicBezTo>
                    <a:pt x="85" y="0"/>
                    <a:pt x="66" y="14"/>
                    <a:pt x="54" y="26"/>
                  </a:cubicBezTo>
                  <a:cubicBezTo>
                    <a:pt x="1" y="75"/>
                    <a:pt x="1" y="162"/>
                    <a:pt x="38" y="215"/>
                  </a:cubicBezTo>
                  <a:cubicBezTo>
                    <a:pt x="57" y="244"/>
                    <a:pt x="89" y="262"/>
                    <a:pt x="122" y="262"/>
                  </a:cubicBezTo>
                  <a:cubicBezTo>
                    <a:pt x="145" y="262"/>
                    <a:pt x="170" y="252"/>
                    <a:pt x="190" y="232"/>
                  </a:cubicBezTo>
                  <a:cubicBezTo>
                    <a:pt x="244" y="178"/>
                    <a:pt x="244" y="112"/>
                    <a:pt x="207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0" y="9"/>
                  </a:lnTo>
                  <a:cubicBezTo>
                    <a:pt x="115" y="3"/>
                    <a:pt x="109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3" name="Google Shape;21013;p60"/>
            <p:cNvSpPr/>
            <p:nvPr/>
          </p:nvSpPr>
          <p:spPr>
            <a:xfrm>
              <a:off x="3948325" y="22523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54" y="1"/>
                    <a:pt x="1" y="67"/>
                    <a:pt x="17" y="137"/>
                  </a:cubicBezTo>
                  <a:cubicBezTo>
                    <a:pt x="17" y="170"/>
                    <a:pt x="38" y="207"/>
                    <a:pt x="54" y="223"/>
                  </a:cubicBezTo>
                  <a:cubicBezTo>
                    <a:pt x="87" y="256"/>
                    <a:pt x="120" y="256"/>
                    <a:pt x="141" y="256"/>
                  </a:cubicBezTo>
                  <a:cubicBezTo>
                    <a:pt x="207" y="240"/>
                    <a:pt x="244" y="170"/>
                    <a:pt x="244" y="104"/>
                  </a:cubicBezTo>
                  <a:cubicBezTo>
                    <a:pt x="223" y="67"/>
                    <a:pt x="207" y="34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4" name="Google Shape;21014;p60"/>
            <p:cNvSpPr/>
            <p:nvPr/>
          </p:nvSpPr>
          <p:spPr>
            <a:xfrm>
              <a:off x="3949675" y="2300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22"/>
                    <a:pt x="33" y="55"/>
                  </a:cubicBezTo>
                  <a:cubicBezTo>
                    <a:pt x="0" y="88"/>
                    <a:pt x="0" y="125"/>
                    <a:pt x="0" y="158"/>
                  </a:cubicBezTo>
                  <a:cubicBezTo>
                    <a:pt x="17" y="191"/>
                    <a:pt x="33" y="207"/>
                    <a:pt x="50" y="244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4"/>
                    <a:pt x="239" y="191"/>
                    <a:pt x="223" y="104"/>
                  </a:cubicBezTo>
                  <a:cubicBezTo>
                    <a:pt x="223" y="71"/>
                    <a:pt x="207" y="55"/>
                    <a:pt x="190" y="22"/>
                  </a:cubicBezTo>
                  <a:cubicBezTo>
                    <a:pt x="169" y="22"/>
                    <a:pt x="169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5" name="Google Shape;21015;p60"/>
            <p:cNvSpPr/>
            <p:nvPr/>
          </p:nvSpPr>
          <p:spPr>
            <a:xfrm>
              <a:off x="3820825" y="23536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04" y="0"/>
                    <a:pt x="67" y="17"/>
                    <a:pt x="50" y="33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0" y="240"/>
                    <a:pt x="67" y="260"/>
                    <a:pt x="104" y="260"/>
                  </a:cubicBezTo>
                  <a:cubicBezTo>
                    <a:pt x="137" y="260"/>
                    <a:pt x="170" y="260"/>
                    <a:pt x="190" y="240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190" y="33"/>
                    <a:pt x="170" y="17"/>
                    <a:pt x="153" y="17"/>
                  </a:cubicBezTo>
                  <a:cubicBezTo>
                    <a:pt x="153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6" name="Google Shape;21016;p60"/>
            <p:cNvSpPr/>
            <p:nvPr/>
          </p:nvSpPr>
          <p:spPr>
            <a:xfrm>
              <a:off x="3864625" y="2391100"/>
              <a:ext cx="6025" cy="6550"/>
            </a:xfrm>
            <a:custGeom>
              <a:avLst/>
              <a:gdLst/>
              <a:ahLst/>
              <a:cxnLst/>
              <a:rect l="l" t="t" r="r" b="b"/>
              <a:pathLst>
                <a:path w="241" h="262" extrusionOk="0">
                  <a:moveTo>
                    <a:pt x="110" y="1"/>
                  </a:moveTo>
                  <a:cubicBezTo>
                    <a:pt x="70" y="1"/>
                    <a:pt x="29" y="34"/>
                    <a:pt x="17" y="82"/>
                  </a:cubicBezTo>
                  <a:cubicBezTo>
                    <a:pt x="1" y="102"/>
                    <a:pt x="1" y="119"/>
                    <a:pt x="1" y="152"/>
                  </a:cubicBezTo>
                  <a:cubicBezTo>
                    <a:pt x="17" y="185"/>
                    <a:pt x="34" y="238"/>
                    <a:pt x="67" y="255"/>
                  </a:cubicBezTo>
                  <a:cubicBezTo>
                    <a:pt x="81" y="259"/>
                    <a:pt x="94" y="261"/>
                    <a:pt x="106" y="261"/>
                  </a:cubicBezTo>
                  <a:cubicBezTo>
                    <a:pt x="139" y="261"/>
                    <a:pt x="163" y="246"/>
                    <a:pt x="191" y="222"/>
                  </a:cubicBezTo>
                  <a:cubicBezTo>
                    <a:pt x="207" y="222"/>
                    <a:pt x="207" y="205"/>
                    <a:pt x="224" y="185"/>
                  </a:cubicBezTo>
                  <a:cubicBezTo>
                    <a:pt x="240" y="119"/>
                    <a:pt x="207" y="32"/>
                    <a:pt x="154" y="16"/>
                  </a:cubicBezTo>
                  <a:cubicBezTo>
                    <a:pt x="140" y="5"/>
                    <a:pt x="125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7" name="Google Shape;21017;p60"/>
            <p:cNvSpPr/>
            <p:nvPr/>
          </p:nvSpPr>
          <p:spPr>
            <a:xfrm>
              <a:off x="3834950" y="230307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1" y="1"/>
                  </a:moveTo>
                  <a:cubicBezTo>
                    <a:pt x="78" y="1"/>
                    <a:pt x="44" y="34"/>
                    <a:pt x="17" y="82"/>
                  </a:cubicBezTo>
                  <a:cubicBezTo>
                    <a:pt x="1" y="152"/>
                    <a:pt x="38" y="238"/>
                    <a:pt x="87" y="255"/>
                  </a:cubicBezTo>
                  <a:cubicBezTo>
                    <a:pt x="101" y="264"/>
                    <a:pt x="116" y="268"/>
                    <a:pt x="131" y="268"/>
                  </a:cubicBezTo>
                  <a:cubicBezTo>
                    <a:pt x="172" y="268"/>
                    <a:pt x="211" y="236"/>
                    <a:pt x="223" y="185"/>
                  </a:cubicBezTo>
                  <a:cubicBezTo>
                    <a:pt x="260" y="119"/>
                    <a:pt x="223" y="49"/>
                    <a:pt x="174" y="16"/>
                  </a:cubicBezTo>
                  <a:cubicBezTo>
                    <a:pt x="155" y="6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8" name="Google Shape;21018;p60"/>
            <p:cNvSpPr/>
            <p:nvPr/>
          </p:nvSpPr>
          <p:spPr>
            <a:xfrm>
              <a:off x="3835875" y="235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50" y="0"/>
                    <a:pt x="1" y="71"/>
                    <a:pt x="17" y="136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83" y="260"/>
                    <a:pt x="104" y="260"/>
                    <a:pt x="137" y="260"/>
                  </a:cubicBezTo>
                  <a:cubicBezTo>
                    <a:pt x="170" y="240"/>
                    <a:pt x="186" y="223"/>
                    <a:pt x="207" y="207"/>
                  </a:cubicBezTo>
                  <a:cubicBezTo>
                    <a:pt x="223" y="174"/>
                    <a:pt x="240" y="136"/>
                    <a:pt x="223" y="103"/>
                  </a:cubicBezTo>
                  <a:cubicBezTo>
                    <a:pt x="223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9" name="Google Shape;21019;p60"/>
            <p:cNvSpPr/>
            <p:nvPr/>
          </p:nvSpPr>
          <p:spPr>
            <a:xfrm>
              <a:off x="3831550" y="22736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9" y="0"/>
                  </a:moveTo>
                  <a:cubicBezTo>
                    <a:pt x="102" y="0"/>
                    <a:pt x="82" y="12"/>
                    <a:pt x="71" y="24"/>
                  </a:cubicBezTo>
                  <a:cubicBezTo>
                    <a:pt x="17" y="77"/>
                    <a:pt x="1" y="164"/>
                    <a:pt x="50" y="213"/>
                  </a:cubicBezTo>
                  <a:cubicBezTo>
                    <a:pt x="71" y="246"/>
                    <a:pt x="87" y="267"/>
                    <a:pt x="120" y="267"/>
                  </a:cubicBezTo>
                  <a:cubicBezTo>
                    <a:pt x="153" y="267"/>
                    <a:pt x="174" y="246"/>
                    <a:pt x="207" y="230"/>
                  </a:cubicBezTo>
                  <a:cubicBezTo>
                    <a:pt x="223" y="213"/>
                    <a:pt x="240" y="180"/>
                    <a:pt x="240" y="143"/>
                  </a:cubicBezTo>
                  <a:cubicBezTo>
                    <a:pt x="240" y="110"/>
                    <a:pt x="240" y="77"/>
                    <a:pt x="223" y="40"/>
                  </a:cubicBezTo>
                  <a:cubicBezTo>
                    <a:pt x="207" y="24"/>
                    <a:pt x="190" y="24"/>
                    <a:pt x="174" y="7"/>
                  </a:cubicBezTo>
                  <a:lnTo>
                    <a:pt x="137" y="7"/>
                  </a:lnTo>
                  <a:cubicBezTo>
                    <a:pt x="132" y="2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0" name="Google Shape;21020;p60"/>
            <p:cNvSpPr/>
            <p:nvPr/>
          </p:nvSpPr>
          <p:spPr>
            <a:xfrm>
              <a:off x="3824225" y="22584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3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00"/>
                    <a:pt x="1" y="133"/>
                    <a:pt x="1" y="153"/>
                  </a:cubicBezTo>
                  <a:cubicBezTo>
                    <a:pt x="17" y="203"/>
                    <a:pt x="34" y="236"/>
                    <a:pt x="71" y="257"/>
                  </a:cubicBezTo>
                  <a:cubicBezTo>
                    <a:pt x="85" y="261"/>
                    <a:pt x="98" y="263"/>
                    <a:pt x="110" y="263"/>
                  </a:cubicBezTo>
                  <a:cubicBezTo>
                    <a:pt x="141" y="263"/>
                    <a:pt x="167" y="251"/>
                    <a:pt x="190" y="236"/>
                  </a:cubicBezTo>
                  <a:cubicBezTo>
                    <a:pt x="207" y="219"/>
                    <a:pt x="207" y="203"/>
                    <a:pt x="223" y="186"/>
                  </a:cubicBezTo>
                  <a:cubicBezTo>
                    <a:pt x="240" y="116"/>
                    <a:pt x="207" y="30"/>
                    <a:pt x="157" y="13"/>
                  </a:cubicBezTo>
                  <a:cubicBezTo>
                    <a:pt x="143" y="5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1" name="Google Shape;21021;p60"/>
            <p:cNvSpPr/>
            <p:nvPr/>
          </p:nvSpPr>
          <p:spPr>
            <a:xfrm>
              <a:off x="3822475" y="230860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38" y="17"/>
                    <a:pt x="1" y="83"/>
                    <a:pt x="1" y="153"/>
                  </a:cubicBezTo>
                  <a:cubicBezTo>
                    <a:pt x="21" y="186"/>
                    <a:pt x="38" y="223"/>
                    <a:pt x="54" y="240"/>
                  </a:cubicBezTo>
                  <a:cubicBezTo>
                    <a:pt x="66" y="252"/>
                    <a:pt x="86" y="263"/>
                    <a:pt x="110" y="263"/>
                  </a:cubicBezTo>
                  <a:cubicBezTo>
                    <a:pt x="120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7" y="120"/>
                  </a:cubicBezTo>
                  <a:cubicBezTo>
                    <a:pt x="227" y="83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4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2" name="Google Shape;21022;p60"/>
            <p:cNvSpPr/>
            <p:nvPr/>
          </p:nvSpPr>
          <p:spPr>
            <a:xfrm>
              <a:off x="3827225" y="2244700"/>
              <a:ext cx="6100" cy="6325"/>
            </a:xfrm>
            <a:custGeom>
              <a:avLst/>
              <a:gdLst/>
              <a:ahLst/>
              <a:cxnLst/>
              <a:rect l="l" t="t" r="r" b="b"/>
              <a:pathLst>
                <a:path w="244" h="253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0" y="149"/>
                    <a:pt x="37" y="219"/>
                    <a:pt x="87" y="252"/>
                  </a:cubicBezTo>
                  <a:lnTo>
                    <a:pt x="141" y="252"/>
                  </a:lnTo>
                  <a:cubicBezTo>
                    <a:pt x="174" y="252"/>
                    <a:pt x="207" y="219"/>
                    <a:pt x="223" y="186"/>
                  </a:cubicBezTo>
                  <a:cubicBezTo>
                    <a:pt x="244" y="133"/>
                    <a:pt x="244" y="83"/>
                    <a:pt x="207" y="46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3" name="Google Shape;21023;p60"/>
            <p:cNvSpPr/>
            <p:nvPr/>
          </p:nvSpPr>
          <p:spPr>
            <a:xfrm>
              <a:off x="3973275" y="2355250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7" y="1"/>
                  </a:moveTo>
                  <a:cubicBezTo>
                    <a:pt x="79" y="1"/>
                    <a:pt x="42" y="22"/>
                    <a:pt x="17" y="73"/>
                  </a:cubicBezTo>
                  <a:cubicBezTo>
                    <a:pt x="1" y="143"/>
                    <a:pt x="33" y="229"/>
                    <a:pt x="87" y="246"/>
                  </a:cubicBezTo>
                  <a:cubicBezTo>
                    <a:pt x="100" y="254"/>
                    <a:pt x="115" y="259"/>
                    <a:pt x="129" y="259"/>
                  </a:cubicBezTo>
                  <a:cubicBezTo>
                    <a:pt x="170" y="259"/>
                    <a:pt x="211" y="227"/>
                    <a:pt x="223" y="176"/>
                  </a:cubicBezTo>
                  <a:cubicBezTo>
                    <a:pt x="256" y="110"/>
                    <a:pt x="223" y="40"/>
                    <a:pt x="174" y="7"/>
                  </a:cubicBezTo>
                  <a:cubicBezTo>
                    <a:pt x="157" y="3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4" name="Google Shape;21024;p60"/>
            <p:cNvSpPr/>
            <p:nvPr/>
          </p:nvSpPr>
          <p:spPr>
            <a:xfrm>
              <a:off x="3908025" y="23365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6" y="1"/>
                  </a:moveTo>
                  <a:cubicBezTo>
                    <a:pt x="86" y="1"/>
                    <a:pt x="46" y="34"/>
                    <a:pt x="34" y="82"/>
                  </a:cubicBezTo>
                  <a:cubicBezTo>
                    <a:pt x="1" y="152"/>
                    <a:pt x="34" y="222"/>
                    <a:pt x="83" y="255"/>
                  </a:cubicBezTo>
                  <a:cubicBezTo>
                    <a:pt x="95" y="258"/>
                    <a:pt x="107" y="259"/>
                    <a:pt x="118" y="259"/>
                  </a:cubicBezTo>
                  <a:cubicBezTo>
                    <a:pt x="171" y="259"/>
                    <a:pt x="212" y="226"/>
                    <a:pt x="240" y="168"/>
                  </a:cubicBezTo>
                  <a:cubicBezTo>
                    <a:pt x="256" y="119"/>
                    <a:pt x="223" y="32"/>
                    <a:pt x="170" y="16"/>
                  </a:cubicBezTo>
                  <a:cubicBezTo>
                    <a:pt x="156" y="5"/>
                    <a:pt x="141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5" name="Google Shape;21025;p60"/>
            <p:cNvSpPr/>
            <p:nvPr/>
          </p:nvSpPr>
          <p:spPr>
            <a:xfrm>
              <a:off x="3908850" y="238415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76" y="252"/>
                    <a:pt x="100" y="265"/>
                    <a:pt x="118" y="265"/>
                  </a:cubicBezTo>
                  <a:cubicBezTo>
                    <a:pt x="125" y="265"/>
                    <a:pt x="132" y="263"/>
                    <a:pt x="137" y="256"/>
                  </a:cubicBezTo>
                  <a:cubicBezTo>
                    <a:pt x="174" y="256"/>
                    <a:pt x="190" y="240"/>
                    <a:pt x="207" y="207"/>
                  </a:cubicBezTo>
                  <a:cubicBezTo>
                    <a:pt x="223" y="191"/>
                    <a:pt x="240" y="153"/>
                    <a:pt x="240" y="120"/>
                  </a:cubicBezTo>
                  <a:cubicBezTo>
                    <a:pt x="223" y="8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6" name="Google Shape;21026;p60"/>
            <p:cNvSpPr/>
            <p:nvPr/>
          </p:nvSpPr>
          <p:spPr>
            <a:xfrm>
              <a:off x="3917000" y="2275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4" y="17"/>
                    <a:pt x="0" y="67"/>
                    <a:pt x="17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87" y="256"/>
                    <a:pt x="103" y="256"/>
                    <a:pt x="136" y="256"/>
                  </a:cubicBezTo>
                  <a:cubicBezTo>
                    <a:pt x="207" y="240"/>
                    <a:pt x="240" y="170"/>
                    <a:pt x="223" y="104"/>
                  </a:cubicBezTo>
                  <a:cubicBezTo>
                    <a:pt x="223" y="50"/>
                    <a:pt x="190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7" name="Google Shape;21027;p60"/>
            <p:cNvSpPr/>
            <p:nvPr/>
          </p:nvSpPr>
          <p:spPr>
            <a:xfrm>
              <a:off x="3911850" y="22905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70" y="0"/>
                    <a:pt x="33" y="17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8" name="Google Shape;21028;p60"/>
            <p:cNvSpPr/>
            <p:nvPr/>
          </p:nvSpPr>
          <p:spPr>
            <a:xfrm>
              <a:off x="3901950" y="23566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0"/>
                    <a:pt x="0" y="70"/>
                    <a:pt x="17" y="140"/>
                  </a:cubicBezTo>
                  <a:cubicBezTo>
                    <a:pt x="17" y="206"/>
                    <a:pt x="71" y="260"/>
                    <a:pt x="141" y="260"/>
                  </a:cubicBezTo>
                  <a:cubicBezTo>
                    <a:pt x="174" y="243"/>
                    <a:pt x="190" y="223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37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9" name="Google Shape;21029;p60"/>
            <p:cNvSpPr/>
            <p:nvPr/>
          </p:nvSpPr>
          <p:spPr>
            <a:xfrm>
              <a:off x="3904525" y="23068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1"/>
                  </a:moveTo>
                  <a:cubicBezTo>
                    <a:pt x="120" y="1"/>
                    <a:pt x="87" y="17"/>
                    <a:pt x="71" y="34"/>
                  </a:cubicBezTo>
                  <a:cubicBezTo>
                    <a:pt x="17" y="87"/>
                    <a:pt x="1" y="153"/>
                    <a:pt x="54" y="223"/>
                  </a:cubicBezTo>
                  <a:cubicBezTo>
                    <a:pt x="71" y="240"/>
                    <a:pt x="87" y="256"/>
                    <a:pt x="120" y="256"/>
                  </a:cubicBezTo>
                  <a:cubicBezTo>
                    <a:pt x="131" y="262"/>
                    <a:pt x="140" y="265"/>
                    <a:pt x="149" y="265"/>
                  </a:cubicBezTo>
                  <a:cubicBezTo>
                    <a:pt x="169" y="265"/>
                    <a:pt x="184" y="251"/>
                    <a:pt x="207" y="240"/>
                  </a:cubicBezTo>
                  <a:cubicBezTo>
                    <a:pt x="223" y="223"/>
                    <a:pt x="244" y="190"/>
                    <a:pt x="244" y="153"/>
                  </a:cubicBezTo>
                  <a:cubicBezTo>
                    <a:pt x="244" y="120"/>
                    <a:pt x="244" y="87"/>
                    <a:pt x="223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74" y="17"/>
                    <a:pt x="15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0" name="Google Shape;21030;p60"/>
            <p:cNvSpPr/>
            <p:nvPr/>
          </p:nvSpPr>
          <p:spPr>
            <a:xfrm>
              <a:off x="3900700" y="237192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6" y="0"/>
                  </a:moveTo>
                  <a:cubicBezTo>
                    <a:pt x="108" y="0"/>
                    <a:pt x="99" y="2"/>
                    <a:pt x="88" y="7"/>
                  </a:cubicBezTo>
                  <a:cubicBezTo>
                    <a:pt x="34" y="7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1" y="267"/>
                  </a:cubicBezTo>
                  <a:cubicBezTo>
                    <a:pt x="154" y="251"/>
                    <a:pt x="191" y="230"/>
                    <a:pt x="207" y="214"/>
                  </a:cubicBezTo>
                  <a:cubicBezTo>
                    <a:pt x="224" y="181"/>
                    <a:pt x="224" y="148"/>
                    <a:pt x="224" y="111"/>
                  </a:cubicBezTo>
                  <a:cubicBezTo>
                    <a:pt x="224" y="78"/>
                    <a:pt x="207" y="45"/>
                    <a:pt x="170" y="24"/>
                  </a:cubicBezTo>
                  <a:lnTo>
                    <a:pt x="154" y="7"/>
                  </a:lnTo>
                  <a:cubicBezTo>
                    <a:pt x="143" y="7"/>
                    <a:pt x="132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1" name="Google Shape;21031;p60"/>
            <p:cNvSpPr/>
            <p:nvPr/>
          </p:nvSpPr>
          <p:spPr>
            <a:xfrm>
              <a:off x="3900300" y="2321800"/>
              <a:ext cx="6425" cy="6625"/>
            </a:xfrm>
            <a:custGeom>
              <a:avLst/>
              <a:gdLst/>
              <a:ahLst/>
              <a:cxnLst/>
              <a:rect l="l" t="t" r="r" b="b"/>
              <a:pathLst>
                <a:path w="257" h="265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60"/>
                  </a:cubicBezTo>
                  <a:cubicBezTo>
                    <a:pt x="92" y="263"/>
                    <a:pt x="102" y="264"/>
                    <a:pt x="111" y="264"/>
                  </a:cubicBezTo>
                  <a:cubicBezTo>
                    <a:pt x="159" y="264"/>
                    <a:pt x="209" y="232"/>
                    <a:pt x="223" y="174"/>
                  </a:cubicBezTo>
                  <a:cubicBezTo>
                    <a:pt x="256" y="108"/>
                    <a:pt x="223" y="38"/>
                    <a:pt x="170" y="5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2" name="Google Shape;21032;p60"/>
            <p:cNvSpPr/>
            <p:nvPr/>
          </p:nvSpPr>
          <p:spPr>
            <a:xfrm>
              <a:off x="3917400" y="230410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2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87" y="8"/>
                    <a:pt x="54" y="24"/>
                    <a:pt x="38" y="41"/>
                  </a:cubicBezTo>
                  <a:cubicBezTo>
                    <a:pt x="17" y="57"/>
                    <a:pt x="1" y="111"/>
                    <a:pt x="17" y="144"/>
                  </a:cubicBezTo>
                  <a:cubicBezTo>
                    <a:pt x="17" y="181"/>
                    <a:pt x="38" y="214"/>
                    <a:pt x="54" y="230"/>
                  </a:cubicBezTo>
                  <a:cubicBezTo>
                    <a:pt x="87" y="247"/>
                    <a:pt x="104" y="263"/>
                    <a:pt x="141" y="263"/>
                  </a:cubicBezTo>
                  <a:cubicBezTo>
                    <a:pt x="191" y="247"/>
                    <a:pt x="244" y="197"/>
                    <a:pt x="224" y="127"/>
                  </a:cubicBezTo>
                  <a:lnTo>
                    <a:pt x="224" y="111"/>
                  </a:lnTo>
                  <a:cubicBezTo>
                    <a:pt x="224" y="57"/>
                    <a:pt x="191" y="24"/>
                    <a:pt x="158" y="8"/>
                  </a:cubicBezTo>
                  <a:cubicBezTo>
                    <a:pt x="147" y="8"/>
                    <a:pt x="134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3" name="Google Shape;21033;p60"/>
            <p:cNvSpPr/>
            <p:nvPr/>
          </p:nvSpPr>
          <p:spPr>
            <a:xfrm>
              <a:off x="3920400" y="22600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104" y="1"/>
                    <a:pt x="71" y="1"/>
                    <a:pt x="54" y="17"/>
                  </a:cubicBezTo>
                  <a:cubicBezTo>
                    <a:pt x="21" y="50"/>
                    <a:pt x="0" y="87"/>
                    <a:pt x="0" y="120"/>
                  </a:cubicBezTo>
                  <a:cubicBezTo>
                    <a:pt x="0" y="153"/>
                    <a:pt x="21" y="191"/>
                    <a:pt x="38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41" y="257"/>
                    <a:pt x="157" y="257"/>
                    <a:pt x="190" y="224"/>
                  </a:cubicBezTo>
                  <a:cubicBezTo>
                    <a:pt x="227" y="191"/>
                    <a:pt x="244" y="104"/>
                    <a:pt x="207" y="50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4" name="Google Shape;21034;p60"/>
            <p:cNvSpPr/>
            <p:nvPr/>
          </p:nvSpPr>
          <p:spPr>
            <a:xfrm>
              <a:off x="3922975" y="23348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4" y="0"/>
                  </a:moveTo>
                  <a:cubicBezTo>
                    <a:pt x="54" y="16"/>
                    <a:pt x="1" y="66"/>
                    <a:pt x="21" y="153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87" y="256"/>
                    <a:pt x="104" y="256"/>
                    <a:pt x="141" y="256"/>
                  </a:cubicBezTo>
                  <a:cubicBezTo>
                    <a:pt x="207" y="239"/>
                    <a:pt x="244" y="169"/>
                    <a:pt x="227" y="103"/>
                  </a:cubicBezTo>
                  <a:cubicBezTo>
                    <a:pt x="227" y="66"/>
                    <a:pt x="207" y="33"/>
                    <a:pt x="190" y="16"/>
                  </a:cubicBezTo>
                  <a:cubicBezTo>
                    <a:pt x="174" y="16"/>
                    <a:pt x="174" y="16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5" name="Google Shape;21035;p60"/>
            <p:cNvSpPr/>
            <p:nvPr/>
          </p:nvSpPr>
          <p:spPr>
            <a:xfrm>
              <a:off x="3915750" y="23514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04" y="1"/>
                  </a:moveTo>
                  <a:cubicBezTo>
                    <a:pt x="50" y="17"/>
                    <a:pt x="1" y="71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4" y="104"/>
                  </a:cubicBezTo>
                  <a:cubicBezTo>
                    <a:pt x="224" y="71"/>
                    <a:pt x="207" y="38"/>
                    <a:pt x="186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6" name="Google Shape;21036;p60"/>
            <p:cNvSpPr/>
            <p:nvPr/>
          </p:nvSpPr>
          <p:spPr>
            <a:xfrm>
              <a:off x="3915250" y="2367350"/>
              <a:ext cx="6525" cy="6950"/>
            </a:xfrm>
            <a:custGeom>
              <a:avLst/>
              <a:gdLst/>
              <a:ahLst/>
              <a:cxnLst/>
              <a:rect l="l" t="t" r="r" b="b"/>
              <a:pathLst>
                <a:path w="261" h="278" extrusionOk="0">
                  <a:moveTo>
                    <a:pt x="140" y="1"/>
                  </a:moveTo>
                  <a:cubicBezTo>
                    <a:pt x="103" y="1"/>
                    <a:pt x="87" y="21"/>
                    <a:pt x="54" y="38"/>
                  </a:cubicBezTo>
                  <a:cubicBezTo>
                    <a:pt x="21" y="87"/>
                    <a:pt x="0" y="158"/>
                    <a:pt x="37" y="228"/>
                  </a:cubicBezTo>
                  <a:cubicBezTo>
                    <a:pt x="54" y="244"/>
                    <a:pt x="87" y="261"/>
                    <a:pt x="124" y="277"/>
                  </a:cubicBezTo>
                  <a:cubicBezTo>
                    <a:pt x="140" y="277"/>
                    <a:pt x="173" y="261"/>
                    <a:pt x="190" y="244"/>
                  </a:cubicBezTo>
                  <a:cubicBezTo>
                    <a:pt x="244" y="190"/>
                    <a:pt x="260" y="104"/>
                    <a:pt x="206" y="54"/>
                  </a:cubicBezTo>
                  <a:cubicBezTo>
                    <a:pt x="206" y="38"/>
                    <a:pt x="190" y="21"/>
                    <a:pt x="173" y="21"/>
                  </a:cubicBezTo>
                  <a:cubicBezTo>
                    <a:pt x="157" y="21"/>
                    <a:pt x="157" y="2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7" name="Google Shape;21037;p60"/>
            <p:cNvSpPr/>
            <p:nvPr/>
          </p:nvSpPr>
          <p:spPr>
            <a:xfrm>
              <a:off x="3915750" y="2320875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28" y="1"/>
                  </a:moveTo>
                  <a:cubicBezTo>
                    <a:pt x="83" y="1"/>
                    <a:pt x="31" y="36"/>
                    <a:pt x="17" y="91"/>
                  </a:cubicBezTo>
                  <a:cubicBezTo>
                    <a:pt x="1" y="145"/>
                    <a:pt x="17" y="231"/>
                    <a:pt x="67" y="248"/>
                  </a:cubicBezTo>
                  <a:cubicBezTo>
                    <a:pt x="86" y="257"/>
                    <a:pt x="104" y="261"/>
                    <a:pt x="122" y="261"/>
                  </a:cubicBezTo>
                  <a:cubicBezTo>
                    <a:pt x="170" y="261"/>
                    <a:pt x="211" y="229"/>
                    <a:pt x="224" y="178"/>
                  </a:cubicBezTo>
                  <a:cubicBezTo>
                    <a:pt x="240" y="108"/>
                    <a:pt x="207" y="42"/>
                    <a:pt x="153" y="5"/>
                  </a:cubicBezTo>
                  <a:cubicBezTo>
                    <a:pt x="146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8" name="Google Shape;21038;p60"/>
            <p:cNvSpPr/>
            <p:nvPr/>
          </p:nvSpPr>
          <p:spPr>
            <a:xfrm>
              <a:off x="3900300" y="227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0" y="157"/>
                    <a:pt x="33" y="227"/>
                    <a:pt x="83" y="244"/>
                  </a:cubicBezTo>
                  <a:cubicBezTo>
                    <a:pt x="104" y="260"/>
                    <a:pt x="120" y="260"/>
                    <a:pt x="137" y="260"/>
                  </a:cubicBezTo>
                  <a:cubicBezTo>
                    <a:pt x="170" y="260"/>
                    <a:pt x="223" y="227"/>
                    <a:pt x="223" y="173"/>
                  </a:cubicBezTo>
                  <a:cubicBezTo>
                    <a:pt x="240" y="124"/>
                    <a:pt x="240" y="70"/>
                    <a:pt x="207" y="37"/>
                  </a:cubicBezTo>
                  <a:cubicBezTo>
                    <a:pt x="207" y="21"/>
                    <a:pt x="186" y="21"/>
                    <a:pt x="170" y="4"/>
                  </a:cubicBezTo>
                  <a:cubicBezTo>
                    <a:pt x="158" y="2"/>
                    <a:pt x="14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9" name="Google Shape;21039;p60"/>
            <p:cNvSpPr/>
            <p:nvPr/>
          </p:nvSpPr>
          <p:spPr>
            <a:xfrm>
              <a:off x="3886075" y="225192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20" y="0"/>
                  </a:moveTo>
                  <a:cubicBezTo>
                    <a:pt x="87" y="0"/>
                    <a:pt x="54" y="0"/>
                    <a:pt x="34" y="33"/>
                  </a:cubicBezTo>
                  <a:cubicBezTo>
                    <a:pt x="17" y="50"/>
                    <a:pt x="1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7" y="242"/>
                    <a:pt x="65" y="258"/>
                    <a:pt x="95" y="258"/>
                  </a:cubicBezTo>
                  <a:cubicBezTo>
                    <a:pt x="121" y="258"/>
                    <a:pt x="149" y="246"/>
                    <a:pt x="174" y="223"/>
                  </a:cubicBezTo>
                  <a:cubicBezTo>
                    <a:pt x="223" y="186"/>
                    <a:pt x="223" y="103"/>
                    <a:pt x="190" y="50"/>
                  </a:cubicBezTo>
                  <a:cubicBezTo>
                    <a:pt x="174" y="33"/>
                    <a:pt x="174" y="17"/>
                    <a:pt x="137" y="17"/>
                  </a:cubicBezTo>
                  <a:cubicBezTo>
                    <a:pt x="137" y="0"/>
                    <a:pt x="120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0" name="Google Shape;21040;p60"/>
            <p:cNvSpPr/>
            <p:nvPr/>
          </p:nvSpPr>
          <p:spPr>
            <a:xfrm>
              <a:off x="3883075" y="22961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4" y="1"/>
                  </a:moveTo>
                  <a:cubicBezTo>
                    <a:pt x="71" y="17"/>
                    <a:pt x="50" y="34"/>
                    <a:pt x="34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4" y="224"/>
                    <a:pt x="50" y="240"/>
                  </a:cubicBezTo>
                  <a:cubicBezTo>
                    <a:pt x="65" y="252"/>
                    <a:pt x="86" y="263"/>
                    <a:pt x="108" y="263"/>
                  </a:cubicBezTo>
                  <a:cubicBezTo>
                    <a:pt x="118" y="263"/>
                    <a:pt x="127" y="261"/>
                    <a:pt x="137" y="257"/>
                  </a:cubicBezTo>
                  <a:cubicBezTo>
                    <a:pt x="191" y="257"/>
                    <a:pt x="240" y="191"/>
                    <a:pt x="224" y="120"/>
                  </a:cubicBezTo>
                  <a:cubicBezTo>
                    <a:pt x="224" y="87"/>
                    <a:pt x="207" y="50"/>
                    <a:pt x="191" y="34"/>
                  </a:cubicBezTo>
                  <a:cubicBezTo>
                    <a:pt x="174" y="17"/>
                    <a:pt x="174" y="17"/>
                    <a:pt x="154" y="17"/>
                  </a:cubicBezTo>
                  <a:cubicBezTo>
                    <a:pt x="137" y="1"/>
                    <a:pt x="121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1" name="Google Shape;21041;p60"/>
            <p:cNvSpPr/>
            <p:nvPr/>
          </p:nvSpPr>
          <p:spPr>
            <a:xfrm>
              <a:off x="3887425" y="227932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103" y="1"/>
                    <a:pt x="66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66" y="261"/>
                    <a:pt x="103" y="261"/>
                  </a:cubicBezTo>
                  <a:cubicBezTo>
                    <a:pt x="136" y="261"/>
                    <a:pt x="153" y="261"/>
                    <a:pt x="186" y="244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23" y="104"/>
                    <a:pt x="223" y="71"/>
                    <a:pt x="206" y="54"/>
                  </a:cubicBezTo>
                  <a:cubicBezTo>
                    <a:pt x="186" y="38"/>
                    <a:pt x="169" y="17"/>
                    <a:pt x="153" y="17"/>
                  </a:cubicBezTo>
                  <a:cubicBezTo>
                    <a:pt x="153" y="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2" name="Google Shape;21042;p60"/>
            <p:cNvSpPr/>
            <p:nvPr/>
          </p:nvSpPr>
          <p:spPr>
            <a:xfrm>
              <a:off x="3873200" y="23597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8" y="1"/>
                  </a:moveTo>
                  <a:cubicBezTo>
                    <a:pt x="87" y="1"/>
                    <a:pt x="48" y="33"/>
                    <a:pt x="33" y="81"/>
                  </a:cubicBezTo>
                  <a:cubicBezTo>
                    <a:pt x="0" y="151"/>
                    <a:pt x="33" y="221"/>
                    <a:pt x="87" y="254"/>
                  </a:cubicBezTo>
                  <a:lnTo>
                    <a:pt x="136" y="254"/>
                  </a:lnTo>
                  <a:cubicBezTo>
                    <a:pt x="190" y="254"/>
                    <a:pt x="223" y="221"/>
                    <a:pt x="239" y="184"/>
                  </a:cubicBezTo>
                  <a:cubicBezTo>
                    <a:pt x="239" y="135"/>
                    <a:pt x="239" y="81"/>
                    <a:pt x="206" y="48"/>
                  </a:cubicBezTo>
                  <a:cubicBezTo>
                    <a:pt x="206" y="32"/>
                    <a:pt x="190" y="15"/>
                    <a:pt x="173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3" name="Google Shape;21043;p60"/>
            <p:cNvSpPr/>
            <p:nvPr/>
          </p:nvSpPr>
          <p:spPr>
            <a:xfrm>
              <a:off x="3888250" y="23267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3" y="0"/>
                  </a:moveTo>
                  <a:cubicBezTo>
                    <a:pt x="86" y="0"/>
                    <a:pt x="68" y="5"/>
                    <a:pt x="50" y="13"/>
                  </a:cubicBezTo>
                  <a:cubicBezTo>
                    <a:pt x="33" y="29"/>
                    <a:pt x="17" y="62"/>
                    <a:pt x="0" y="79"/>
                  </a:cubicBezTo>
                  <a:lnTo>
                    <a:pt x="0" y="165"/>
                  </a:lnTo>
                  <a:cubicBezTo>
                    <a:pt x="17" y="202"/>
                    <a:pt x="33" y="235"/>
                    <a:pt x="70" y="252"/>
                  </a:cubicBezTo>
                  <a:cubicBezTo>
                    <a:pt x="83" y="261"/>
                    <a:pt x="98" y="265"/>
                    <a:pt x="113" y="265"/>
                  </a:cubicBezTo>
                  <a:cubicBezTo>
                    <a:pt x="153" y="265"/>
                    <a:pt x="194" y="233"/>
                    <a:pt x="206" y="182"/>
                  </a:cubicBezTo>
                  <a:cubicBezTo>
                    <a:pt x="239" y="116"/>
                    <a:pt x="206" y="29"/>
                    <a:pt x="153" y="13"/>
                  </a:cubicBezTo>
                  <a:cubicBezTo>
                    <a:pt x="136" y="5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4" name="Google Shape;21044;p60"/>
            <p:cNvSpPr/>
            <p:nvPr/>
          </p:nvSpPr>
          <p:spPr>
            <a:xfrm>
              <a:off x="3880925" y="2343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8" y="1"/>
                  </a:moveTo>
                  <a:cubicBezTo>
                    <a:pt x="105" y="1"/>
                    <a:pt x="103" y="3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98"/>
                    <a:pt x="33" y="214"/>
                    <a:pt x="54" y="247"/>
                  </a:cubicBezTo>
                  <a:cubicBezTo>
                    <a:pt x="87" y="247"/>
                    <a:pt x="103" y="268"/>
                    <a:pt x="136" y="268"/>
                  </a:cubicBezTo>
                  <a:cubicBezTo>
                    <a:pt x="157" y="247"/>
                    <a:pt x="190" y="231"/>
                    <a:pt x="207" y="214"/>
                  </a:cubicBezTo>
                  <a:cubicBezTo>
                    <a:pt x="223" y="181"/>
                    <a:pt x="223" y="144"/>
                    <a:pt x="223" y="111"/>
                  </a:cubicBezTo>
                  <a:cubicBezTo>
                    <a:pt x="223" y="78"/>
                    <a:pt x="207" y="41"/>
                    <a:pt x="174" y="25"/>
                  </a:cubicBezTo>
                  <a:lnTo>
                    <a:pt x="157" y="8"/>
                  </a:lnTo>
                  <a:lnTo>
                    <a:pt x="136" y="8"/>
                  </a:lnTo>
                  <a:cubicBezTo>
                    <a:pt x="125" y="8"/>
                    <a:pt x="114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5" name="Google Shape;21045;p60"/>
            <p:cNvSpPr/>
            <p:nvPr/>
          </p:nvSpPr>
          <p:spPr>
            <a:xfrm>
              <a:off x="3879175" y="2389725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87" y="1"/>
                  </a:moveTo>
                  <a:cubicBezTo>
                    <a:pt x="70" y="1"/>
                    <a:pt x="37" y="33"/>
                    <a:pt x="21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21" y="223"/>
                    <a:pt x="37" y="240"/>
                  </a:cubicBezTo>
                  <a:cubicBezTo>
                    <a:pt x="70" y="260"/>
                    <a:pt x="103" y="260"/>
                    <a:pt x="124" y="260"/>
                  </a:cubicBezTo>
                  <a:cubicBezTo>
                    <a:pt x="190" y="260"/>
                    <a:pt x="227" y="190"/>
                    <a:pt x="227" y="120"/>
                  </a:cubicBezTo>
                  <a:cubicBezTo>
                    <a:pt x="206" y="71"/>
                    <a:pt x="190" y="54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6" name="Google Shape;21046;p60"/>
            <p:cNvSpPr/>
            <p:nvPr/>
          </p:nvSpPr>
          <p:spPr>
            <a:xfrm>
              <a:off x="3897200" y="22919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13" y="0"/>
                  </a:moveTo>
                  <a:cubicBezTo>
                    <a:pt x="72" y="0"/>
                    <a:pt x="34" y="32"/>
                    <a:pt x="21" y="83"/>
                  </a:cubicBezTo>
                  <a:cubicBezTo>
                    <a:pt x="1" y="100"/>
                    <a:pt x="1" y="116"/>
                    <a:pt x="1" y="133"/>
                  </a:cubicBezTo>
                  <a:cubicBezTo>
                    <a:pt x="21" y="186"/>
                    <a:pt x="38" y="236"/>
                    <a:pt x="87" y="256"/>
                  </a:cubicBezTo>
                  <a:cubicBezTo>
                    <a:pt x="97" y="261"/>
                    <a:pt x="107" y="263"/>
                    <a:pt x="116" y="263"/>
                  </a:cubicBezTo>
                  <a:cubicBezTo>
                    <a:pt x="142" y="263"/>
                    <a:pt x="166" y="247"/>
                    <a:pt x="190" y="219"/>
                  </a:cubicBezTo>
                  <a:cubicBezTo>
                    <a:pt x="207" y="219"/>
                    <a:pt x="207" y="203"/>
                    <a:pt x="228" y="170"/>
                  </a:cubicBezTo>
                  <a:cubicBezTo>
                    <a:pt x="244" y="100"/>
                    <a:pt x="207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7" name="Google Shape;21047;p60"/>
            <p:cNvSpPr/>
            <p:nvPr/>
          </p:nvSpPr>
          <p:spPr>
            <a:xfrm>
              <a:off x="3893800" y="2387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71" y="0"/>
                    <a:pt x="54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4" y="240"/>
                    <a:pt x="87" y="260"/>
                    <a:pt x="104" y="260"/>
                  </a:cubicBezTo>
                  <a:cubicBezTo>
                    <a:pt x="137" y="260"/>
                    <a:pt x="174" y="260"/>
                    <a:pt x="190" y="223"/>
                  </a:cubicBezTo>
                  <a:cubicBezTo>
                    <a:pt x="207" y="207"/>
                    <a:pt x="223" y="174"/>
                    <a:pt x="223" y="136"/>
                  </a:cubicBezTo>
                  <a:cubicBezTo>
                    <a:pt x="240" y="104"/>
                    <a:pt x="223" y="71"/>
                    <a:pt x="207" y="54"/>
                  </a:cubicBezTo>
                  <a:cubicBezTo>
                    <a:pt x="190" y="33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8" name="Google Shape;21048;p60"/>
            <p:cNvSpPr/>
            <p:nvPr/>
          </p:nvSpPr>
          <p:spPr>
            <a:xfrm>
              <a:off x="3895550" y="2342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40"/>
                    <a:pt x="240" y="170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9" name="Google Shape;21049;p60"/>
            <p:cNvSpPr/>
            <p:nvPr/>
          </p:nvSpPr>
          <p:spPr>
            <a:xfrm>
              <a:off x="3926475" y="228777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11" y="1"/>
                  </a:moveTo>
                  <a:cubicBezTo>
                    <a:pt x="92" y="1"/>
                    <a:pt x="76" y="14"/>
                    <a:pt x="50" y="26"/>
                  </a:cubicBezTo>
                  <a:cubicBezTo>
                    <a:pt x="1" y="75"/>
                    <a:pt x="1" y="162"/>
                    <a:pt x="34" y="215"/>
                  </a:cubicBezTo>
                  <a:cubicBezTo>
                    <a:pt x="50" y="248"/>
                    <a:pt x="87" y="265"/>
                    <a:pt x="120" y="265"/>
                  </a:cubicBezTo>
                  <a:cubicBezTo>
                    <a:pt x="137" y="265"/>
                    <a:pt x="170" y="248"/>
                    <a:pt x="190" y="232"/>
                  </a:cubicBezTo>
                  <a:cubicBezTo>
                    <a:pt x="223" y="215"/>
                    <a:pt x="223" y="178"/>
                    <a:pt x="240" y="145"/>
                  </a:cubicBezTo>
                  <a:cubicBezTo>
                    <a:pt x="240" y="112"/>
                    <a:pt x="223" y="75"/>
                    <a:pt x="207" y="42"/>
                  </a:cubicBezTo>
                  <a:cubicBezTo>
                    <a:pt x="207" y="26"/>
                    <a:pt x="190" y="26"/>
                    <a:pt x="170" y="9"/>
                  </a:cubicBezTo>
                  <a:lnTo>
                    <a:pt x="137" y="9"/>
                  </a:ln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0" name="Google Shape;21050;p60"/>
            <p:cNvSpPr/>
            <p:nvPr/>
          </p:nvSpPr>
          <p:spPr>
            <a:xfrm>
              <a:off x="3890000" y="2309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1"/>
                    <a:pt x="33" y="227"/>
                    <a:pt x="83" y="244"/>
                  </a:cubicBezTo>
                  <a:cubicBezTo>
                    <a:pt x="103" y="260"/>
                    <a:pt x="120" y="260"/>
                    <a:pt x="136" y="260"/>
                  </a:cubicBezTo>
                  <a:cubicBezTo>
                    <a:pt x="169" y="244"/>
                    <a:pt x="223" y="227"/>
                    <a:pt x="223" y="178"/>
                  </a:cubicBezTo>
                  <a:cubicBezTo>
                    <a:pt x="239" y="124"/>
                    <a:pt x="239" y="75"/>
                    <a:pt x="206" y="38"/>
                  </a:cubicBezTo>
                  <a:cubicBezTo>
                    <a:pt x="206" y="21"/>
                    <a:pt x="186" y="21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1" name="Google Shape;21051;p60"/>
            <p:cNvSpPr/>
            <p:nvPr/>
          </p:nvSpPr>
          <p:spPr>
            <a:xfrm>
              <a:off x="3884325" y="23742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4" y="0"/>
                  </a:moveTo>
                  <a:cubicBezTo>
                    <a:pt x="38" y="17"/>
                    <a:pt x="0" y="87"/>
                    <a:pt x="0" y="157"/>
                  </a:cubicBezTo>
                  <a:cubicBezTo>
                    <a:pt x="21" y="190"/>
                    <a:pt x="38" y="206"/>
                    <a:pt x="54" y="239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39"/>
                    <a:pt x="244" y="173"/>
                    <a:pt x="227" y="103"/>
                  </a:cubicBezTo>
                  <a:cubicBezTo>
                    <a:pt x="227" y="70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2" name="Google Shape;21052;p60"/>
            <p:cNvSpPr/>
            <p:nvPr/>
          </p:nvSpPr>
          <p:spPr>
            <a:xfrm>
              <a:off x="3887825" y="23592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0" y="0"/>
                  </a:moveTo>
                  <a:cubicBezTo>
                    <a:pt x="87" y="0"/>
                    <a:pt x="67" y="0"/>
                    <a:pt x="34" y="37"/>
                  </a:cubicBezTo>
                  <a:cubicBezTo>
                    <a:pt x="17" y="54"/>
                    <a:pt x="1" y="87"/>
                    <a:pt x="1" y="120"/>
                  </a:cubicBezTo>
                  <a:cubicBezTo>
                    <a:pt x="1" y="157"/>
                    <a:pt x="1" y="190"/>
                    <a:pt x="17" y="206"/>
                  </a:cubicBezTo>
                  <a:cubicBezTo>
                    <a:pt x="34" y="243"/>
                    <a:pt x="67" y="260"/>
                    <a:pt x="104" y="260"/>
                  </a:cubicBezTo>
                  <a:cubicBezTo>
                    <a:pt x="120" y="260"/>
                    <a:pt x="153" y="260"/>
                    <a:pt x="170" y="223"/>
                  </a:cubicBezTo>
                  <a:cubicBezTo>
                    <a:pt x="223" y="190"/>
                    <a:pt x="240" y="103"/>
                    <a:pt x="190" y="54"/>
                  </a:cubicBezTo>
                  <a:cubicBezTo>
                    <a:pt x="190" y="3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3" name="Google Shape;21053;p60"/>
            <p:cNvSpPr/>
            <p:nvPr/>
          </p:nvSpPr>
          <p:spPr>
            <a:xfrm>
              <a:off x="3943175" y="23609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70"/>
                    <a:pt x="1" y="153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44" y="190"/>
                    <a:pt x="244" y="103"/>
                    <a:pt x="207" y="50"/>
                  </a:cubicBezTo>
                  <a:cubicBezTo>
                    <a:pt x="190" y="33"/>
                    <a:pt x="190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4" name="Google Shape;21054;p60"/>
            <p:cNvSpPr/>
            <p:nvPr/>
          </p:nvSpPr>
          <p:spPr>
            <a:xfrm>
              <a:off x="3979250" y="22938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29" y="0"/>
                  </a:moveTo>
                  <a:cubicBezTo>
                    <a:pt x="83" y="0"/>
                    <a:pt x="34" y="33"/>
                    <a:pt x="17" y="91"/>
                  </a:cubicBezTo>
                  <a:cubicBezTo>
                    <a:pt x="1" y="140"/>
                    <a:pt x="17" y="227"/>
                    <a:pt x="87" y="243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60"/>
                    <a:pt x="207" y="227"/>
                    <a:pt x="223" y="177"/>
                  </a:cubicBezTo>
                  <a:cubicBezTo>
                    <a:pt x="244" y="124"/>
                    <a:pt x="223" y="74"/>
                    <a:pt x="207" y="37"/>
                  </a:cubicBezTo>
                  <a:cubicBezTo>
                    <a:pt x="190" y="21"/>
                    <a:pt x="174" y="21"/>
                    <a:pt x="157" y="4"/>
                  </a:cubicBezTo>
                  <a:cubicBezTo>
                    <a:pt x="148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5" name="Google Shape;21055;p60"/>
            <p:cNvSpPr/>
            <p:nvPr/>
          </p:nvSpPr>
          <p:spPr>
            <a:xfrm>
              <a:off x="3981000" y="23698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7" y="0"/>
                  </a:moveTo>
                  <a:cubicBezTo>
                    <a:pt x="99" y="0"/>
                    <a:pt x="48" y="35"/>
                    <a:pt x="34" y="90"/>
                  </a:cubicBezTo>
                  <a:cubicBezTo>
                    <a:pt x="1" y="144"/>
                    <a:pt x="34" y="231"/>
                    <a:pt x="87" y="247"/>
                  </a:cubicBezTo>
                  <a:cubicBezTo>
                    <a:pt x="105" y="256"/>
                    <a:pt x="121" y="260"/>
                    <a:pt x="137" y="260"/>
                  </a:cubicBezTo>
                  <a:cubicBezTo>
                    <a:pt x="180" y="260"/>
                    <a:pt x="216" y="229"/>
                    <a:pt x="240" y="177"/>
                  </a:cubicBezTo>
                  <a:cubicBezTo>
                    <a:pt x="256" y="107"/>
                    <a:pt x="223" y="41"/>
                    <a:pt x="174" y="4"/>
                  </a:cubicBezTo>
                  <a:cubicBezTo>
                    <a:pt x="165" y="1"/>
                    <a:pt x="156" y="0"/>
                    <a:pt x="1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6" name="Google Shape;21056;p60"/>
            <p:cNvSpPr/>
            <p:nvPr/>
          </p:nvSpPr>
          <p:spPr>
            <a:xfrm>
              <a:off x="3978025" y="234035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71"/>
                    <a:pt x="0" y="153"/>
                    <a:pt x="33" y="207"/>
                  </a:cubicBezTo>
                  <a:cubicBezTo>
                    <a:pt x="50" y="240"/>
                    <a:pt x="66" y="256"/>
                    <a:pt x="103" y="256"/>
                  </a:cubicBezTo>
                  <a:cubicBezTo>
                    <a:pt x="136" y="256"/>
                    <a:pt x="169" y="256"/>
                    <a:pt x="190" y="223"/>
                  </a:cubicBezTo>
                  <a:cubicBezTo>
                    <a:pt x="206" y="207"/>
                    <a:pt x="223" y="174"/>
                    <a:pt x="223" y="137"/>
                  </a:cubicBezTo>
                  <a:cubicBezTo>
                    <a:pt x="223" y="104"/>
                    <a:pt x="223" y="71"/>
                    <a:pt x="206" y="50"/>
                  </a:cubicBezTo>
                  <a:cubicBezTo>
                    <a:pt x="190" y="34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7" name="Google Shape;21057;p60"/>
            <p:cNvSpPr/>
            <p:nvPr/>
          </p:nvSpPr>
          <p:spPr>
            <a:xfrm>
              <a:off x="3975850" y="226170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"/>
                    <a:pt x="50" y="38"/>
                  </a:cubicBezTo>
                  <a:cubicBezTo>
                    <a:pt x="17" y="71"/>
                    <a:pt x="1" y="158"/>
                    <a:pt x="34" y="207"/>
                  </a:cubicBezTo>
                  <a:cubicBezTo>
                    <a:pt x="63" y="245"/>
                    <a:pt x="95" y="262"/>
                    <a:pt x="125" y="262"/>
                  </a:cubicBezTo>
                  <a:cubicBezTo>
                    <a:pt x="150" y="262"/>
                    <a:pt x="173" y="250"/>
                    <a:pt x="190" y="228"/>
                  </a:cubicBezTo>
                  <a:cubicBezTo>
                    <a:pt x="240" y="191"/>
                    <a:pt x="256" y="104"/>
                    <a:pt x="207" y="54"/>
                  </a:cubicBezTo>
                  <a:cubicBezTo>
                    <a:pt x="207" y="38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8" name="Google Shape;21058;p60"/>
            <p:cNvSpPr/>
            <p:nvPr/>
          </p:nvSpPr>
          <p:spPr>
            <a:xfrm>
              <a:off x="3967300" y="229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8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53" y="244"/>
                    <a:pt x="186" y="228"/>
                    <a:pt x="207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7" y="38"/>
                    <a:pt x="186" y="21"/>
                  </a:cubicBezTo>
                  <a:cubicBezTo>
                    <a:pt x="169" y="21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9" name="Google Shape;21059;p60"/>
            <p:cNvSpPr/>
            <p:nvPr/>
          </p:nvSpPr>
          <p:spPr>
            <a:xfrm>
              <a:off x="3971525" y="22789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71" y="0"/>
                    <a:pt x="54" y="17"/>
                    <a:pt x="38" y="54"/>
                  </a:cubicBezTo>
                  <a:cubicBezTo>
                    <a:pt x="17" y="87"/>
                    <a:pt x="0" y="120"/>
                    <a:pt x="0" y="157"/>
                  </a:cubicBezTo>
                  <a:cubicBezTo>
                    <a:pt x="17" y="190"/>
                    <a:pt x="38" y="207"/>
                    <a:pt x="54" y="223"/>
                  </a:cubicBezTo>
                  <a:cubicBezTo>
                    <a:pt x="71" y="260"/>
                    <a:pt x="103" y="260"/>
                    <a:pt x="141" y="260"/>
                  </a:cubicBezTo>
                  <a:cubicBezTo>
                    <a:pt x="190" y="240"/>
                    <a:pt x="244" y="174"/>
                    <a:pt x="223" y="103"/>
                  </a:cubicBezTo>
                  <a:cubicBezTo>
                    <a:pt x="223" y="70"/>
                    <a:pt x="207" y="33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0" name="Google Shape;21060;p60"/>
            <p:cNvSpPr/>
            <p:nvPr/>
          </p:nvSpPr>
          <p:spPr>
            <a:xfrm>
              <a:off x="3975025" y="23897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68" y="263"/>
                    <a:pt x="116" y="263"/>
                  </a:cubicBezTo>
                  <a:cubicBezTo>
                    <a:pt x="123" y="263"/>
                    <a:pt x="130" y="262"/>
                    <a:pt x="137" y="260"/>
                  </a:cubicBezTo>
                  <a:cubicBezTo>
                    <a:pt x="170" y="260"/>
                    <a:pt x="186" y="240"/>
                    <a:pt x="207" y="207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86" y="33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1" name="Google Shape;21061;p60"/>
            <p:cNvSpPr/>
            <p:nvPr/>
          </p:nvSpPr>
          <p:spPr>
            <a:xfrm>
              <a:off x="3960400" y="23128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17"/>
                  </a:cubicBezTo>
                  <a:cubicBezTo>
                    <a:pt x="0" y="71"/>
                    <a:pt x="0" y="157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44"/>
                    <a:pt x="190" y="223"/>
                  </a:cubicBezTo>
                  <a:cubicBezTo>
                    <a:pt x="206" y="207"/>
                    <a:pt x="223" y="174"/>
                    <a:pt x="223" y="141"/>
                  </a:cubicBezTo>
                  <a:cubicBezTo>
                    <a:pt x="239" y="104"/>
                    <a:pt x="223" y="71"/>
                    <a:pt x="206" y="54"/>
                  </a:cubicBezTo>
                  <a:cubicBezTo>
                    <a:pt x="190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2" name="Google Shape;21062;p60"/>
            <p:cNvSpPr/>
            <p:nvPr/>
          </p:nvSpPr>
          <p:spPr>
            <a:xfrm>
              <a:off x="3929475" y="2317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70" y="1"/>
                    <a:pt x="50" y="38"/>
                  </a:cubicBezTo>
                  <a:cubicBezTo>
                    <a:pt x="0" y="71"/>
                    <a:pt x="0" y="158"/>
                    <a:pt x="33" y="207"/>
                  </a:cubicBezTo>
                  <a:cubicBezTo>
                    <a:pt x="50" y="244"/>
                    <a:pt x="87" y="261"/>
                    <a:pt x="103" y="261"/>
                  </a:cubicBezTo>
                  <a:cubicBezTo>
                    <a:pt x="136" y="261"/>
                    <a:pt x="173" y="261"/>
                    <a:pt x="190" y="244"/>
                  </a:cubicBezTo>
                  <a:cubicBezTo>
                    <a:pt x="239" y="191"/>
                    <a:pt x="239" y="104"/>
                    <a:pt x="206" y="55"/>
                  </a:cubicBezTo>
                  <a:cubicBezTo>
                    <a:pt x="190" y="38"/>
                    <a:pt x="173" y="17"/>
                    <a:pt x="153" y="17"/>
                  </a:cubicBezTo>
                  <a:cubicBezTo>
                    <a:pt x="153" y="1"/>
                    <a:pt x="13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3" name="Google Shape;21063;p60"/>
            <p:cNvSpPr/>
            <p:nvPr/>
          </p:nvSpPr>
          <p:spPr>
            <a:xfrm>
              <a:off x="3962975" y="234260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9" y="1"/>
                  </a:moveTo>
                  <a:cubicBezTo>
                    <a:pt x="86" y="1"/>
                    <a:pt x="45" y="32"/>
                    <a:pt x="33" y="84"/>
                  </a:cubicBezTo>
                  <a:cubicBezTo>
                    <a:pt x="0" y="150"/>
                    <a:pt x="33" y="220"/>
                    <a:pt x="87" y="253"/>
                  </a:cubicBezTo>
                  <a:lnTo>
                    <a:pt x="136" y="253"/>
                  </a:lnTo>
                  <a:cubicBezTo>
                    <a:pt x="190" y="253"/>
                    <a:pt x="223" y="220"/>
                    <a:pt x="239" y="187"/>
                  </a:cubicBezTo>
                  <a:cubicBezTo>
                    <a:pt x="239" y="133"/>
                    <a:pt x="239" y="84"/>
                    <a:pt x="206" y="47"/>
                  </a:cubicBezTo>
                  <a:cubicBezTo>
                    <a:pt x="206" y="30"/>
                    <a:pt x="190" y="14"/>
                    <a:pt x="173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4" name="Google Shape;21064;p60"/>
            <p:cNvSpPr/>
            <p:nvPr/>
          </p:nvSpPr>
          <p:spPr>
            <a:xfrm>
              <a:off x="3961225" y="236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0"/>
                  </a:moveTo>
                  <a:cubicBezTo>
                    <a:pt x="87" y="0"/>
                    <a:pt x="70" y="4"/>
                    <a:pt x="54" y="13"/>
                  </a:cubicBezTo>
                  <a:cubicBezTo>
                    <a:pt x="37" y="29"/>
                    <a:pt x="17" y="46"/>
                    <a:pt x="17" y="79"/>
                  </a:cubicBezTo>
                  <a:cubicBezTo>
                    <a:pt x="0" y="116"/>
                    <a:pt x="0" y="132"/>
                    <a:pt x="0" y="165"/>
                  </a:cubicBezTo>
                  <a:cubicBezTo>
                    <a:pt x="17" y="202"/>
                    <a:pt x="37" y="235"/>
                    <a:pt x="70" y="252"/>
                  </a:cubicBezTo>
                  <a:cubicBezTo>
                    <a:pt x="82" y="255"/>
                    <a:pt x="93" y="256"/>
                    <a:pt x="104" y="256"/>
                  </a:cubicBezTo>
                  <a:cubicBezTo>
                    <a:pt x="157" y="256"/>
                    <a:pt x="195" y="223"/>
                    <a:pt x="223" y="165"/>
                  </a:cubicBezTo>
                  <a:cubicBezTo>
                    <a:pt x="243" y="99"/>
                    <a:pt x="206" y="29"/>
                    <a:pt x="157" y="13"/>
                  </a:cubicBezTo>
                  <a:cubicBezTo>
                    <a:pt x="138" y="4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5" name="Google Shape;21065;p60"/>
            <p:cNvSpPr/>
            <p:nvPr/>
          </p:nvSpPr>
          <p:spPr>
            <a:xfrm>
              <a:off x="3970700" y="2325200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10" y="1"/>
                  </a:moveTo>
                  <a:cubicBezTo>
                    <a:pt x="65" y="1"/>
                    <a:pt x="14" y="33"/>
                    <a:pt x="0" y="91"/>
                  </a:cubicBezTo>
                  <a:lnTo>
                    <a:pt x="0" y="141"/>
                  </a:lnTo>
                  <a:cubicBezTo>
                    <a:pt x="0" y="194"/>
                    <a:pt x="17" y="227"/>
                    <a:pt x="71" y="244"/>
                  </a:cubicBezTo>
                  <a:cubicBezTo>
                    <a:pt x="85" y="253"/>
                    <a:pt x="102" y="258"/>
                    <a:pt x="118" y="258"/>
                  </a:cubicBezTo>
                  <a:cubicBezTo>
                    <a:pt x="141" y="258"/>
                    <a:pt x="162" y="249"/>
                    <a:pt x="174" y="227"/>
                  </a:cubicBezTo>
                  <a:cubicBezTo>
                    <a:pt x="190" y="211"/>
                    <a:pt x="207" y="194"/>
                    <a:pt x="207" y="178"/>
                  </a:cubicBezTo>
                  <a:cubicBezTo>
                    <a:pt x="223" y="108"/>
                    <a:pt x="207" y="38"/>
                    <a:pt x="136" y="5"/>
                  </a:cubicBezTo>
                  <a:cubicBezTo>
                    <a:pt x="128" y="2"/>
                    <a:pt x="119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6" name="Google Shape;21066;p60"/>
            <p:cNvSpPr/>
            <p:nvPr/>
          </p:nvSpPr>
          <p:spPr>
            <a:xfrm>
              <a:off x="3973275" y="2311225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28" y="1"/>
                  </a:moveTo>
                  <a:cubicBezTo>
                    <a:pt x="86" y="1"/>
                    <a:pt x="45" y="33"/>
                    <a:pt x="33" y="81"/>
                  </a:cubicBezTo>
                  <a:cubicBezTo>
                    <a:pt x="1" y="151"/>
                    <a:pt x="33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90" y="254"/>
                    <a:pt x="223" y="238"/>
                    <a:pt x="240" y="184"/>
                  </a:cubicBezTo>
                  <a:cubicBezTo>
                    <a:pt x="256" y="135"/>
                    <a:pt x="240" y="81"/>
                    <a:pt x="207" y="48"/>
                  </a:cubicBezTo>
                  <a:cubicBezTo>
                    <a:pt x="207" y="32"/>
                    <a:pt x="190" y="15"/>
                    <a:pt x="174" y="15"/>
                  </a:cubicBezTo>
                  <a:cubicBezTo>
                    <a:pt x="159" y="5"/>
                    <a:pt x="143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7" name="Google Shape;21067;p60"/>
            <p:cNvSpPr/>
            <p:nvPr/>
          </p:nvSpPr>
          <p:spPr>
            <a:xfrm>
              <a:off x="3844025" y="2366225"/>
              <a:ext cx="5600" cy="6825"/>
            </a:xfrm>
            <a:custGeom>
              <a:avLst/>
              <a:gdLst/>
              <a:ahLst/>
              <a:cxnLst/>
              <a:rect l="l" t="t" r="r" b="b"/>
              <a:pathLst>
                <a:path w="224" h="273" extrusionOk="0">
                  <a:moveTo>
                    <a:pt x="120" y="0"/>
                  </a:moveTo>
                  <a:cubicBezTo>
                    <a:pt x="108" y="0"/>
                    <a:pt x="95" y="5"/>
                    <a:pt x="87" y="13"/>
                  </a:cubicBezTo>
                  <a:cubicBezTo>
                    <a:pt x="66" y="13"/>
                    <a:pt x="33" y="29"/>
                    <a:pt x="17" y="66"/>
                  </a:cubicBezTo>
                  <a:cubicBezTo>
                    <a:pt x="0" y="83"/>
                    <a:pt x="0" y="116"/>
                    <a:pt x="0" y="149"/>
                  </a:cubicBezTo>
                  <a:cubicBezTo>
                    <a:pt x="0" y="186"/>
                    <a:pt x="17" y="219"/>
                    <a:pt x="50" y="235"/>
                  </a:cubicBezTo>
                  <a:cubicBezTo>
                    <a:pt x="66" y="252"/>
                    <a:pt x="103" y="273"/>
                    <a:pt x="120" y="273"/>
                  </a:cubicBezTo>
                  <a:cubicBezTo>
                    <a:pt x="190" y="252"/>
                    <a:pt x="223" y="186"/>
                    <a:pt x="223" y="116"/>
                  </a:cubicBezTo>
                  <a:cubicBezTo>
                    <a:pt x="207" y="83"/>
                    <a:pt x="207" y="46"/>
                    <a:pt x="169" y="29"/>
                  </a:cubicBezTo>
                  <a:lnTo>
                    <a:pt x="153" y="13"/>
                  </a:lnTo>
                  <a:cubicBezTo>
                    <a:pt x="145" y="5"/>
                    <a:pt x="132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8" name="Google Shape;21068;p60"/>
            <p:cNvSpPr/>
            <p:nvPr/>
          </p:nvSpPr>
          <p:spPr>
            <a:xfrm>
              <a:off x="3962975" y="2249375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09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22"/>
                    <a:pt x="87" y="255"/>
                  </a:cubicBezTo>
                  <a:cubicBezTo>
                    <a:pt x="95" y="258"/>
                    <a:pt x="105" y="259"/>
                    <a:pt x="114" y="259"/>
                  </a:cubicBezTo>
                  <a:cubicBezTo>
                    <a:pt x="159" y="259"/>
                    <a:pt x="209" y="229"/>
                    <a:pt x="223" y="185"/>
                  </a:cubicBezTo>
                  <a:cubicBezTo>
                    <a:pt x="239" y="119"/>
                    <a:pt x="206" y="32"/>
                    <a:pt x="153" y="16"/>
                  </a:cubicBezTo>
                  <a:cubicBezTo>
                    <a:pt x="139" y="5"/>
                    <a:pt x="124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9" name="Google Shape;21069;p60"/>
            <p:cNvSpPr/>
            <p:nvPr/>
          </p:nvSpPr>
          <p:spPr>
            <a:xfrm>
              <a:off x="3941950" y="2284900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87" y="1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4"/>
                  </a:cubicBezTo>
                  <a:cubicBezTo>
                    <a:pt x="61" y="255"/>
                    <a:pt x="83" y="267"/>
                    <a:pt x="101" y="267"/>
                  </a:cubicBezTo>
                  <a:cubicBezTo>
                    <a:pt x="108" y="267"/>
                    <a:pt x="115" y="265"/>
                    <a:pt x="120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69" y="38"/>
                  </a:cubicBezTo>
                  <a:cubicBezTo>
                    <a:pt x="169" y="21"/>
                    <a:pt x="153" y="21"/>
                    <a:pt x="153" y="21"/>
                  </a:cubicBezTo>
                  <a:cubicBezTo>
                    <a:pt x="136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0" name="Google Shape;21070;p60"/>
            <p:cNvSpPr/>
            <p:nvPr/>
          </p:nvSpPr>
          <p:spPr>
            <a:xfrm>
              <a:off x="3968525" y="2375225"/>
              <a:ext cx="6000" cy="6800"/>
            </a:xfrm>
            <a:custGeom>
              <a:avLst/>
              <a:gdLst/>
              <a:ahLst/>
              <a:cxnLst/>
              <a:rect l="l" t="t" r="r" b="b"/>
              <a:pathLst>
                <a:path w="240" h="272" extrusionOk="0">
                  <a:moveTo>
                    <a:pt x="129" y="0"/>
                  </a:moveTo>
                  <a:cubicBezTo>
                    <a:pt x="120" y="0"/>
                    <a:pt x="112" y="5"/>
                    <a:pt x="104" y="16"/>
                  </a:cubicBezTo>
                  <a:cubicBezTo>
                    <a:pt x="54" y="16"/>
                    <a:pt x="1" y="82"/>
                    <a:pt x="17" y="152"/>
                  </a:cubicBezTo>
                  <a:cubicBezTo>
                    <a:pt x="17" y="185"/>
                    <a:pt x="34" y="222"/>
                    <a:pt x="54" y="238"/>
                  </a:cubicBezTo>
                  <a:cubicBezTo>
                    <a:pt x="87" y="255"/>
                    <a:pt x="104" y="271"/>
                    <a:pt x="137" y="271"/>
                  </a:cubicBezTo>
                  <a:cubicBezTo>
                    <a:pt x="207" y="255"/>
                    <a:pt x="240" y="185"/>
                    <a:pt x="223" y="119"/>
                  </a:cubicBezTo>
                  <a:cubicBezTo>
                    <a:pt x="223" y="82"/>
                    <a:pt x="207" y="49"/>
                    <a:pt x="191" y="32"/>
                  </a:cubicBezTo>
                  <a:cubicBezTo>
                    <a:pt x="174" y="32"/>
                    <a:pt x="174" y="16"/>
                    <a:pt x="158" y="16"/>
                  </a:cubicBezTo>
                  <a:cubicBezTo>
                    <a:pt x="147" y="5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1" name="Google Shape;21071;p60"/>
            <p:cNvSpPr/>
            <p:nvPr/>
          </p:nvSpPr>
          <p:spPr>
            <a:xfrm>
              <a:off x="3938425" y="2335500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29" y="1"/>
                  </a:moveTo>
                  <a:cubicBezTo>
                    <a:pt x="83" y="1"/>
                    <a:pt x="35" y="33"/>
                    <a:pt x="22" y="92"/>
                  </a:cubicBezTo>
                  <a:cubicBezTo>
                    <a:pt x="1" y="141"/>
                    <a:pt x="22" y="228"/>
                    <a:pt x="71" y="244"/>
                  </a:cubicBezTo>
                  <a:cubicBezTo>
                    <a:pt x="90" y="254"/>
                    <a:pt x="109" y="259"/>
                    <a:pt x="127" y="259"/>
                  </a:cubicBezTo>
                  <a:cubicBezTo>
                    <a:pt x="174" y="259"/>
                    <a:pt x="213" y="226"/>
                    <a:pt x="228" y="178"/>
                  </a:cubicBezTo>
                  <a:cubicBezTo>
                    <a:pt x="244" y="108"/>
                    <a:pt x="207" y="38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2" name="Google Shape;21072;p60"/>
            <p:cNvSpPr/>
            <p:nvPr/>
          </p:nvSpPr>
          <p:spPr>
            <a:xfrm>
              <a:off x="3938950" y="2378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67" y="1"/>
                    <a:pt x="34" y="17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7" y="186"/>
                    <a:pt x="17" y="207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0"/>
                    <a:pt x="223" y="104"/>
                  </a:cubicBezTo>
                  <a:cubicBezTo>
                    <a:pt x="223" y="67"/>
                    <a:pt x="207" y="50"/>
                    <a:pt x="170" y="17"/>
                  </a:cubicBezTo>
                  <a:cubicBezTo>
                    <a:pt x="170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3" name="Google Shape;21073;p60"/>
            <p:cNvSpPr/>
            <p:nvPr/>
          </p:nvSpPr>
          <p:spPr>
            <a:xfrm>
              <a:off x="3934625" y="22573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50" y="8"/>
                    <a:pt x="0" y="74"/>
                    <a:pt x="17" y="144"/>
                  </a:cubicBezTo>
                  <a:cubicBezTo>
                    <a:pt x="17" y="214"/>
                    <a:pt x="87" y="263"/>
                    <a:pt x="136" y="263"/>
                  </a:cubicBezTo>
                  <a:cubicBezTo>
                    <a:pt x="174" y="247"/>
                    <a:pt x="190" y="230"/>
                    <a:pt x="207" y="214"/>
                  </a:cubicBezTo>
                  <a:cubicBezTo>
                    <a:pt x="223" y="177"/>
                    <a:pt x="240" y="144"/>
                    <a:pt x="240" y="111"/>
                  </a:cubicBezTo>
                  <a:cubicBezTo>
                    <a:pt x="223" y="74"/>
                    <a:pt x="207" y="41"/>
                    <a:pt x="190" y="24"/>
                  </a:cubicBezTo>
                  <a:cubicBezTo>
                    <a:pt x="190" y="24"/>
                    <a:pt x="174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4" name="Google Shape;21074;p60"/>
            <p:cNvSpPr/>
            <p:nvPr/>
          </p:nvSpPr>
          <p:spPr>
            <a:xfrm>
              <a:off x="3933275" y="2272625"/>
              <a:ext cx="5700" cy="6500"/>
            </a:xfrm>
            <a:custGeom>
              <a:avLst/>
              <a:gdLst/>
              <a:ahLst/>
              <a:cxnLst/>
              <a:rect l="l" t="t" r="r" b="b"/>
              <a:pathLst>
                <a:path w="228" h="260" extrusionOk="0">
                  <a:moveTo>
                    <a:pt x="132" y="1"/>
                  </a:moveTo>
                  <a:cubicBezTo>
                    <a:pt x="123" y="1"/>
                    <a:pt x="114" y="5"/>
                    <a:pt x="104" y="13"/>
                  </a:cubicBezTo>
                  <a:cubicBezTo>
                    <a:pt x="38" y="13"/>
                    <a:pt x="1" y="79"/>
                    <a:pt x="1" y="149"/>
                  </a:cubicBezTo>
                  <a:cubicBezTo>
                    <a:pt x="21" y="182"/>
                    <a:pt x="21" y="219"/>
                    <a:pt x="54" y="236"/>
                  </a:cubicBezTo>
                  <a:cubicBezTo>
                    <a:pt x="66" y="248"/>
                    <a:pt x="86" y="259"/>
                    <a:pt x="110" y="259"/>
                  </a:cubicBezTo>
                  <a:cubicBezTo>
                    <a:pt x="120" y="259"/>
                    <a:pt x="130" y="257"/>
                    <a:pt x="141" y="252"/>
                  </a:cubicBezTo>
                  <a:cubicBezTo>
                    <a:pt x="157" y="252"/>
                    <a:pt x="190" y="236"/>
                    <a:pt x="207" y="203"/>
                  </a:cubicBezTo>
                  <a:cubicBezTo>
                    <a:pt x="228" y="182"/>
                    <a:pt x="228" y="149"/>
                    <a:pt x="228" y="116"/>
                  </a:cubicBezTo>
                  <a:cubicBezTo>
                    <a:pt x="228" y="79"/>
                    <a:pt x="207" y="46"/>
                    <a:pt x="174" y="30"/>
                  </a:cubicBezTo>
                  <a:cubicBezTo>
                    <a:pt x="174" y="13"/>
                    <a:pt x="157" y="13"/>
                    <a:pt x="157" y="13"/>
                  </a:cubicBezTo>
                  <a:cubicBezTo>
                    <a:pt x="149" y="5"/>
                    <a:pt x="141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5" name="Google Shape;21075;p60"/>
            <p:cNvSpPr/>
            <p:nvPr/>
          </p:nvSpPr>
          <p:spPr>
            <a:xfrm>
              <a:off x="3934625" y="2302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65" y="254"/>
                    <a:pt x="86" y="267"/>
                    <a:pt x="108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87"/>
                    <a:pt x="207" y="54"/>
                    <a:pt x="190" y="33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6" name="Google Shape;21076;p60"/>
            <p:cNvSpPr/>
            <p:nvPr/>
          </p:nvSpPr>
          <p:spPr>
            <a:xfrm>
              <a:off x="3956050" y="23296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04" y="1"/>
                  </a:moveTo>
                  <a:cubicBezTo>
                    <a:pt x="71" y="1"/>
                    <a:pt x="55" y="17"/>
                    <a:pt x="38" y="50"/>
                  </a:cubicBezTo>
                  <a:cubicBezTo>
                    <a:pt x="17" y="87"/>
                    <a:pt x="1" y="120"/>
                    <a:pt x="17" y="153"/>
                  </a:cubicBezTo>
                  <a:cubicBezTo>
                    <a:pt x="17" y="191"/>
                    <a:pt x="38" y="207"/>
                    <a:pt x="55" y="240"/>
                  </a:cubicBezTo>
                  <a:cubicBezTo>
                    <a:pt x="88" y="256"/>
                    <a:pt x="104" y="256"/>
                    <a:pt x="141" y="256"/>
                  </a:cubicBezTo>
                  <a:cubicBezTo>
                    <a:pt x="207" y="240"/>
                    <a:pt x="244" y="170"/>
                    <a:pt x="224" y="104"/>
                  </a:cubicBezTo>
                  <a:cubicBezTo>
                    <a:pt x="224" y="67"/>
                    <a:pt x="207" y="50"/>
                    <a:pt x="191" y="17"/>
                  </a:cubicBezTo>
                  <a:cubicBezTo>
                    <a:pt x="174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7" name="Google Shape;21077;p60"/>
            <p:cNvSpPr/>
            <p:nvPr/>
          </p:nvSpPr>
          <p:spPr>
            <a:xfrm>
              <a:off x="3953900" y="2376425"/>
              <a:ext cx="5700" cy="6425"/>
            </a:xfrm>
            <a:custGeom>
              <a:avLst/>
              <a:gdLst/>
              <a:ahLst/>
              <a:cxnLst/>
              <a:rect l="l" t="t" r="r" b="b"/>
              <a:pathLst>
                <a:path w="228" h="257" extrusionOk="0">
                  <a:moveTo>
                    <a:pt x="103" y="1"/>
                  </a:moveTo>
                  <a:cubicBezTo>
                    <a:pt x="38" y="17"/>
                    <a:pt x="0" y="87"/>
                    <a:pt x="0" y="153"/>
                  </a:cubicBezTo>
                  <a:cubicBezTo>
                    <a:pt x="21" y="190"/>
                    <a:pt x="38" y="223"/>
                    <a:pt x="54" y="240"/>
                  </a:cubicBezTo>
                  <a:cubicBezTo>
                    <a:pt x="87" y="256"/>
                    <a:pt x="103" y="256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7" y="190"/>
                    <a:pt x="227" y="153"/>
                    <a:pt x="227" y="120"/>
                  </a:cubicBezTo>
                  <a:cubicBezTo>
                    <a:pt x="227" y="87"/>
                    <a:pt x="207" y="50"/>
                    <a:pt x="190" y="34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8" name="Google Shape;21078;p60"/>
            <p:cNvSpPr/>
            <p:nvPr/>
          </p:nvSpPr>
          <p:spPr>
            <a:xfrm>
              <a:off x="3959050" y="22852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95" y="0"/>
                  </a:moveTo>
                  <a:cubicBezTo>
                    <a:pt x="76" y="0"/>
                    <a:pt x="61" y="14"/>
                    <a:pt x="38" y="26"/>
                  </a:cubicBezTo>
                  <a:cubicBezTo>
                    <a:pt x="21" y="59"/>
                    <a:pt x="1" y="75"/>
                    <a:pt x="1" y="112"/>
                  </a:cubicBezTo>
                  <a:cubicBezTo>
                    <a:pt x="1" y="145"/>
                    <a:pt x="1" y="178"/>
                    <a:pt x="21" y="215"/>
                  </a:cubicBezTo>
                  <a:cubicBezTo>
                    <a:pt x="40" y="244"/>
                    <a:pt x="78" y="262"/>
                    <a:pt x="112" y="262"/>
                  </a:cubicBezTo>
                  <a:cubicBezTo>
                    <a:pt x="137" y="262"/>
                    <a:pt x="160" y="252"/>
                    <a:pt x="174" y="232"/>
                  </a:cubicBezTo>
                  <a:cubicBezTo>
                    <a:pt x="227" y="178"/>
                    <a:pt x="244" y="112"/>
                    <a:pt x="190" y="42"/>
                  </a:cubicBezTo>
                  <a:cubicBezTo>
                    <a:pt x="190" y="26"/>
                    <a:pt x="174" y="26"/>
                    <a:pt x="157" y="9"/>
                  </a:cubicBezTo>
                  <a:lnTo>
                    <a:pt x="124" y="9"/>
                  </a:lnTo>
                  <a:cubicBezTo>
                    <a:pt x="113" y="3"/>
                    <a:pt x="104" y="0"/>
                    <a:pt x="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9" name="Google Shape;21079;p60"/>
            <p:cNvSpPr/>
            <p:nvPr/>
          </p:nvSpPr>
          <p:spPr>
            <a:xfrm>
              <a:off x="3929875" y="2348575"/>
              <a:ext cx="6525" cy="6750"/>
            </a:xfrm>
            <a:custGeom>
              <a:avLst/>
              <a:gdLst/>
              <a:ahLst/>
              <a:cxnLst/>
              <a:rect l="l" t="t" r="r" b="b"/>
              <a:pathLst>
                <a:path w="261" h="270" extrusionOk="0">
                  <a:moveTo>
                    <a:pt x="130" y="1"/>
                  </a:moveTo>
                  <a:cubicBezTo>
                    <a:pt x="89" y="1"/>
                    <a:pt x="49" y="32"/>
                    <a:pt x="34" y="84"/>
                  </a:cubicBezTo>
                  <a:cubicBezTo>
                    <a:pt x="1" y="154"/>
                    <a:pt x="34" y="220"/>
                    <a:pt x="87" y="257"/>
                  </a:cubicBezTo>
                  <a:cubicBezTo>
                    <a:pt x="106" y="266"/>
                    <a:pt x="123" y="270"/>
                    <a:pt x="139" y="270"/>
                  </a:cubicBezTo>
                  <a:cubicBezTo>
                    <a:pt x="183" y="270"/>
                    <a:pt x="216" y="238"/>
                    <a:pt x="240" y="187"/>
                  </a:cubicBezTo>
                  <a:cubicBezTo>
                    <a:pt x="261" y="117"/>
                    <a:pt x="223" y="30"/>
                    <a:pt x="174" y="14"/>
                  </a:cubicBezTo>
                  <a:cubicBezTo>
                    <a:pt x="160" y="5"/>
                    <a:pt x="14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0" name="Google Shape;21080;p60"/>
            <p:cNvSpPr/>
            <p:nvPr/>
          </p:nvSpPr>
          <p:spPr>
            <a:xfrm>
              <a:off x="3961225" y="22653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37" y="13"/>
                    <a:pt x="0" y="83"/>
                    <a:pt x="17" y="149"/>
                  </a:cubicBezTo>
                  <a:cubicBezTo>
                    <a:pt x="17" y="186"/>
                    <a:pt x="37" y="219"/>
                    <a:pt x="54" y="235"/>
                  </a:cubicBezTo>
                  <a:cubicBezTo>
                    <a:pt x="65" y="247"/>
                    <a:pt x="85" y="259"/>
                    <a:pt x="109" y="259"/>
                  </a:cubicBezTo>
                  <a:cubicBezTo>
                    <a:pt x="119" y="259"/>
                    <a:pt x="129" y="256"/>
                    <a:pt x="140" y="252"/>
                  </a:cubicBezTo>
                  <a:cubicBezTo>
                    <a:pt x="190" y="252"/>
                    <a:pt x="243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9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1" name="Google Shape;21081;p60"/>
            <p:cNvSpPr/>
            <p:nvPr/>
          </p:nvSpPr>
          <p:spPr>
            <a:xfrm>
              <a:off x="3928650" y="23646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0" y="148"/>
                  </a:cubicBezTo>
                  <a:cubicBezTo>
                    <a:pt x="17" y="181"/>
                    <a:pt x="17" y="214"/>
                    <a:pt x="50" y="235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39" y="181"/>
                    <a:pt x="223" y="111"/>
                  </a:cubicBezTo>
                  <a:cubicBezTo>
                    <a:pt x="223" y="78"/>
                    <a:pt x="206" y="45"/>
                    <a:pt x="169" y="28"/>
                  </a:cubicBezTo>
                  <a:cubicBezTo>
                    <a:pt x="169" y="28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2" name="Google Shape;21082;p60"/>
            <p:cNvSpPr/>
            <p:nvPr/>
          </p:nvSpPr>
          <p:spPr>
            <a:xfrm>
              <a:off x="3821650" y="24777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37" y="0"/>
                  </a:moveTo>
                  <a:cubicBezTo>
                    <a:pt x="104" y="0"/>
                    <a:pt x="87" y="17"/>
                    <a:pt x="54" y="38"/>
                  </a:cubicBezTo>
                  <a:cubicBezTo>
                    <a:pt x="17" y="87"/>
                    <a:pt x="1" y="157"/>
                    <a:pt x="34" y="223"/>
                  </a:cubicBezTo>
                  <a:cubicBezTo>
                    <a:pt x="54" y="244"/>
                    <a:pt x="71" y="260"/>
                    <a:pt x="87" y="260"/>
                  </a:cubicBezTo>
                  <a:cubicBezTo>
                    <a:pt x="137" y="190"/>
                    <a:pt x="174" y="120"/>
                    <a:pt x="207" y="38"/>
                  </a:cubicBezTo>
                  <a:cubicBezTo>
                    <a:pt x="190" y="38"/>
                    <a:pt x="174" y="17"/>
                    <a:pt x="174" y="17"/>
                  </a:cubicBezTo>
                  <a:cubicBezTo>
                    <a:pt x="157" y="17"/>
                    <a:pt x="15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3" name="Google Shape;21083;p60"/>
            <p:cNvSpPr/>
            <p:nvPr/>
          </p:nvSpPr>
          <p:spPr>
            <a:xfrm>
              <a:off x="4137775" y="22527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17" y="50"/>
                    <a:pt x="17" y="87"/>
                    <a:pt x="1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53" y="235"/>
                    <a:pt x="85" y="254"/>
                    <a:pt x="119" y="254"/>
                  </a:cubicBezTo>
                  <a:cubicBezTo>
                    <a:pt x="143" y="254"/>
                    <a:pt x="168" y="245"/>
                    <a:pt x="190" y="223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4" name="Google Shape;21084;p60"/>
            <p:cNvSpPr/>
            <p:nvPr/>
          </p:nvSpPr>
          <p:spPr>
            <a:xfrm>
              <a:off x="4139025" y="22802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0" y="1"/>
                  </a:moveTo>
                  <a:cubicBezTo>
                    <a:pt x="103" y="1"/>
                    <a:pt x="87" y="1"/>
                    <a:pt x="54" y="34"/>
                  </a:cubicBezTo>
                  <a:cubicBezTo>
                    <a:pt x="17" y="67"/>
                    <a:pt x="0" y="154"/>
                    <a:pt x="37" y="207"/>
                  </a:cubicBezTo>
                  <a:cubicBezTo>
                    <a:pt x="70" y="240"/>
                    <a:pt x="87" y="257"/>
                    <a:pt x="120" y="257"/>
                  </a:cubicBezTo>
                  <a:cubicBezTo>
                    <a:pt x="140" y="257"/>
                    <a:pt x="173" y="257"/>
                    <a:pt x="206" y="224"/>
                  </a:cubicBezTo>
                  <a:cubicBezTo>
                    <a:pt x="223" y="207"/>
                    <a:pt x="243" y="170"/>
                    <a:pt x="243" y="137"/>
                  </a:cubicBezTo>
                  <a:cubicBezTo>
                    <a:pt x="243" y="104"/>
                    <a:pt x="243" y="67"/>
                    <a:pt x="206" y="50"/>
                  </a:cubicBezTo>
                  <a:cubicBezTo>
                    <a:pt x="206" y="34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5" name="Google Shape;21085;p60"/>
            <p:cNvSpPr/>
            <p:nvPr/>
          </p:nvSpPr>
          <p:spPr>
            <a:xfrm>
              <a:off x="4135200" y="2296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34" y="34"/>
                    <a:pt x="17" y="54"/>
                  </a:cubicBezTo>
                  <a:cubicBezTo>
                    <a:pt x="1" y="87"/>
                    <a:pt x="1" y="120"/>
                    <a:pt x="1" y="158"/>
                  </a:cubicBezTo>
                  <a:cubicBezTo>
                    <a:pt x="17" y="191"/>
                    <a:pt x="17" y="224"/>
                    <a:pt x="50" y="240"/>
                  </a:cubicBezTo>
                  <a:cubicBezTo>
                    <a:pt x="67" y="261"/>
                    <a:pt x="104" y="261"/>
                    <a:pt x="137" y="261"/>
                  </a:cubicBezTo>
                  <a:cubicBezTo>
                    <a:pt x="190" y="240"/>
                    <a:pt x="240" y="191"/>
                    <a:pt x="223" y="104"/>
                  </a:cubicBezTo>
                  <a:cubicBezTo>
                    <a:pt x="223" y="71"/>
                    <a:pt x="207" y="54"/>
                    <a:pt x="170" y="34"/>
                  </a:cubicBezTo>
                  <a:cubicBezTo>
                    <a:pt x="170" y="17"/>
                    <a:pt x="153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6" name="Google Shape;21086;p60"/>
            <p:cNvSpPr/>
            <p:nvPr/>
          </p:nvSpPr>
          <p:spPr>
            <a:xfrm>
              <a:off x="4136450" y="23751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03" y="0"/>
                  </a:moveTo>
                  <a:cubicBezTo>
                    <a:pt x="37" y="0"/>
                    <a:pt x="0" y="70"/>
                    <a:pt x="0" y="140"/>
                  </a:cubicBezTo>
                  <a:cubicBezTo>
                    <a:pt x="0" y="173"/>
                    <a:pt x="17" y="206"/>
                    <a:pt x="54" y="227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54"/>
                    <a:pt x="190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7" name="Google Shape;21087;p60"/>
            <p:cNvSpPr/>
            <p:nvPr/>
          </p:nvSpPr>
          <p:spPr>
            <a:xfrm>
              <a:off x="4152300" y="2278825"/>
              <a:ext cx="6125" cy="6625"/>
            </a:xfrm>
            <a:custGeom>
              <a:avLst/>
              <a:gdLst/>
              <a:ahLst/>
              <a:cxnLst/>
              <a:rect l="l" t="t" r="r" b="b"/>
              <a:pathLst>
                <a:path w="245" h="265" extrusionOk="0">
                  <a:moveTo>
                    <a:pt x="129" y="0"/>
                  </a:moveTo>
                  <a:cubicBezTo>
                    <a:pt x="82" y="0"/>
                    <a:pt x="35" y="30"/>
                    <a:pt x="22" y="74"/>
                  </a:cubicBezTo>
                  <a:cubicBezTo>
                    <a:pt x="1" y="140"/>
                    <a:pt x="38" y="227"/>
                    <a:pt x="88" y="244"/>
                  </a:cubicBezTo>
                  <a:cubicBezTo>
                    <a:pt x="104" y="264"/>
                    <a:pt x="125" y="264"/>
                    <a:pt x="141" y="264"/>
                  </a:cubicBezTo>
                  <a:cubicBezTo>
                    <a:pt x="174" y="244"/>
                    <a:pt x="207" y="227"/>
                    <a:pt x="228" y="178"/>
                  </a:cubicBezTo>
                  <a:cubicBezTo>
                    <a:pt x="244" y="124"/>
                    <a:pt x="228" y="74"/>
                    <a:pt x="207" y="37"/>
                  </a:cubicBezTo>
                  <a:cubicBezTo>
                    <a:pt x="191" y="21"/>
                    <a:pt x="174" y="21"/>
                    <a:pt x="158" y="4"/>
                  </a:cubicBezTo>
                  <a:cubicBezTo>
                    <a:pt x="148" y="1"/>
                    <a:pt x="138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8" name="Google Shape;21088;p60"/>
            <p:cNvSpPr/>
            <p:nvPr/>
          </p:nvSpPr>
          <p:spPr>
            <a:xfrm>
              <a:off x="4142000" y="23099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1" y="154"/>
                    <a:pt x="21" y="220"/>
                    <a:pt x="87" y="257"/>
                  </a:cubicBezTo>
                  <a:cubicBezTo>
                    <a:pt x="98" y="257"/>
                    <a:pt x="111" y="264"/>
                    <a:pt x="123" y="264"/>
                  </a:cubicBezTo>
                  <a:cubicBezTo>
                    <a:pt x="129" y="264"/>
                    <a:pt x="135" y="263"/>
                    <a:pt x="141" y="257"/>
                  </a:cubicBezTo>
                  <a:cubicBezTo>
                    <a:pt x="174" y="257"/>
                    <a:pt x="207" y="220"/>
                    <a:pt x="227" y="187"/>
                  </a:cubicBezTo>
                  <a:cubicBezTo>
                    <a:pt x="244" y="133"/>
                    <a:pt x="227" y="84"/>
                    <a:pt x="207" y="51"/>
                  </a:cubicBezTo>
                  <a:cubicBezTo>
                    <a:pt x="190" y="30"/>
                    <a:pt x="174" y="1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9" name="Google Shape;21089;p60"/>
            <p:cNvSpPr/>
            <p:nvPr/>
          </p:nvSpPr>
          <p:spPr>
            <a:xfrm>
              <a:off x="4140350" y="232757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101" y="0"/>
                  </a:moveTo>
                  <a:cubicBezTo>
                    <a:pt x="86" y="0"/>
                    <a:pt x="69" y="5"/>
                    <a:pt x="50" y="13"/>
                  </a:cubicBezTo>
                  <a:cubicBezTo>
                    <a:pt x="34" y="29"/>
                    <a:pt x="17" y="46"/>
                    <a:pt x="1" y="83"/>
                  </a:cubicBezTo>
                  <a:lnTo>
                    <a:pt x="1" y="169"/>
                  </a:lnTo>
                  <a:cubicBezTo>
                    <a:pt x="17" y="202"/>
                    <a:pt x="34" y="235"/>
                    <a:pt x="67" y="252"/>
                  </a:cubicBezTo>
                  <a:cubicBezTo>
                    <a:pt x="77" y="256"/>
                    <a:pt x="87" y="258"/>
                    <a:pt x="98" y="258"/>
                  </a:cubicBezTo>
                  <a:cubicBezTo>
                    <a:pt x="145" y="258"/>
                    <a:pt x="193" y="223"/>
                    <a:pt x="207" y="169"/>
                  </a:cubicBezTo>
                  <a:cubicBezTo>
                    <a:pt x="223" y="116"/>
                    <a:pt x="207" y="29"/>
                    <a:pt x="137" y="13"/>
                  </a:cubicBezTo>
                  <a:cubicBezTo>
                    <a:pt x="129" y="5"/>
                    <a:pt x="116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0" name="Google Shape;21090;p60"/>
            <p:cNvSpPr/>
            <p:nvPr/>
          </p:nvSpPr>
          <p:spPr>
            <a:xfrm>
              <a:off x="4132625" y="23437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4" y="1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66" y="244"/>
                  </a:cubicBezTo>
                  <a:cubicBezTo>
                    <a:pt x="81" y="256"/>
                    <a:pt x="102" y="267"/>
                    <a:pt x="119" y="267"/>
                  </a:cubicBezTo>
                  <a:cubicBezTo>
                    <a:pt x="125" y="267"/>
                    <a:pt x="132" y="265"/>
                    <a:pt x="137" y="260"/>
                  </a:cubicBezTo>
                  <a:cubicBezTo>
                    <a:pt x="170" y="260"/>
                    <a:pt x="190" y="244"/>
                    <a:pt x="207" y="207"/>
                  </a:cubicBezTo>
                  <a:cubicBezTo>
                    <a:pt x="223" y="190"/>
                    <a:pt x="240" y="157"/>
                    <a:pt x="240" y="120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90" y="17"/>
                    <a:pt x="170" y="17"/>
                    <a:pt x="170" y="17"/>
                  </a:cubicBezTo>
                  <a:cubicBezTo>
                    <a:pt x="153" y="17"/>
                    <a:pt x="15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1" name="Google Shape;21091;p60"/>
            <p:cNvSpPr/>
            <p:nvPr/>
          </p:nvSpPr>
          <p:spPr>
            <a:xfrm>
              <a:off x="4169525" y="2304700"/>
              <a:ext cx="5600" cy="6675"/>
            </a:xfrm>
            <a:custGeom>
              <a:avLst/>
              <a:gdLst/>
              <a:ahLst/>
              <a:cxnLst/>
              <a:rect l="l" t="t" r="r" b="b"/>
              <a:pathLst>
                <a:path w="224" h="267" extrusionOk="0">
                  <a:moveTo>
                    <a:pt x="104" y="0"/>
                  </a:moveTo>
                  <a:cubicBezTo>
                    <a:pt x="71" y="17"/>
                    <a:pt x="54" y="17"/>
                    <a:pt x="33" y="54"/>
                  </a:cubicBezTo>
                  <a:cubicBezTo>
                    <a:pt x="17" y="70"/>
                    <a:pt x="1" y="120"/>
                    <a:pt x="1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7" y="260"/>
                  </a:cubicBezTo>
                  <a:cubicBezTo>
                    <a:pt x="190" y="260"/>
                    <a:pt x="223" y="190"/>
                    <a:pt x="223" y="136"/>
                  </a:cubicBezTo>
                  <a:lnTo>
                    <a:pt x="223" y="120"/>
                  </a:lnTo>
                  <a:cubicBezTo>
                    <a:pt x="223" y="70"/>
                    <a:pt x="190" y="33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2" name="Google Shape;21092;p60"/>
            <p:cNvSpPr/>
            <p:nvPr/>
          </p:nvSpPr>
          <p:spPr>
            <a:xfrm>
              <a:off x="4167350" y="2321525"/>
              <a:ext cx="6525" cy="6700"/>
            </a:xfrm>
            <a:custGeom>
              <a:avLst/>
              <a:gdLst/>
              <a:ahLst/>
              <a:cxnLst/>
              <a:rect l="l" t="t" r="r" b="b"/>
              <a:pathLst>
                <a:path w="261" h="268" extrusionOk="0">
                  <a:moveTo>
                    <a:pt x="128" y="1"/>
                  </a:moveTo>
                  <a:cubicBezTo>
                    <a:pt x="87" y="1"/>
                    <a:pt x="44" y="34"/>
                    <a:pt x="17" y="82"/>
                  </a:cubicBezTo>
                  <a:cubicBezTo>
                    <a:pt x="1" y="152"/>
                    <a:pt x="38" y="238"/>
                    <a:pt x="88" y="255"/>
                  </a:cubicBezTo>
                  <a:cubicBezTo>
                    <a:pt x="102" y="264"/>
                    <a:pt x="117" y="268"/>
                    <a:pt x="132" y="268"/>
                  </a:cubicBezTo>
                  <a:cubicBezTo>
                    <a:pt x="174" y="268"/>
                    <a:pt x="217" y="236"/>
                    <a:pt x="244" y="185"/>
                  </a:cubicBezTo>
                  <a:cubicBezTo>
                    <a:pt x="261" y="119"/>
                    <a:pt x="224" y="32"/>
                    <a:pt x="174" y="16"/>
                  </a:cubicBezTo>
                  <a:cubicBezTo>
                    <a:pt x="159" y="6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3" name="Google Shape;21093;p60"/>
            <p:cNvSpPr/>
            <p:nvPr/>
          </p:nvSpPr>
          <p:spPr>
            <a:xfrm>
              <a:off x="4169125" y="2275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2"/>
                    <a:pt x="103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17" y="181"/>
                    <a:pt x="33" y="214"/>
                    <a:pt x="49" y="230"/>
                  </a:cubicBezTo>
                  <a:cubicBezTo>
                    <a:pt x="70" y="247"/>
                    <a:pt x="103" y="263"/>
                    <a:pt x="136" y="263"/>
                  </a:cubicBezTo>
                  <a:cubicBezTo>
                    <a:pt x="190" y="247"/>
                    <a:pt x="239" y="181"/>
                    <a:pt x="223" y="111"/>
                  </a:cubicBezTo>
                  <a:cubicBezTo>
                    <a:pt x="223" y="57"/>
                    <a:pt x="190" y="24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4" name="Google Shape;21094;p60"/>
            <p:cNvSpPr/>
            <p:nvPr/>
          </p:nvSpPr>
          <p:spPr>
            <a:xfrm>
              <a:off x="4152300" y="232262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0" y="0"/>
                  </a:moveTo>
                  <a:cubicBezTo>
                    <a:pt x="83" y="0"/>
                    <a:pt x="35" y="33"/>
                    <a:pt x="22" y="91"/>
                  </a:cubicBezTo>
                  <a:cubicBezTo>
                    <a:pt x="1" y="141"/>
                    <a:pt x="22" y="227"/>
                    <a:pt x="88" y="244"/>
                  </a:cubicBezTo>
                  <a:cubicBezTo>
                    <a:pt x="102" y="254"/>
                    <a:pt x="118" y="258"/>
                    <a:pt x="133" y="258"/>
                  </a:cubicBezTo>
                  <a:cubicBezTo>
                    <a:pt x="174" y="258"/>
                    <a:pt x="213" y="226"/>
                    <a:pt x="228" y="178"/>
                  </a:cubicBezTo>
                  <a:cubicBezTo>
                    <a:pt x="244" y="108"/>
                    <a:pt x="228" y="38"/>
                    <a:pt x="158" y="5"/>
                  </a:cubicBezTo>
                  <a:cubicBezTo>
                    <a:pt x="149" y="2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5" name="Google Shape;21095;p60"/>
            <p:cNvSpPr/>
            <p:nvPr/>
          </p:nvSpPr>
          <p:spPr>
            <a:xfrm>
              <a:off x="4163950" y="22914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34" y="17"/>
                    <a:pt x="17" y="50"/>
                  </a:cubicBezTo>
                  <a:cubicBezTo>
                    <a:pt x="1" y="70"/>
                    <a:pt x="1" y="103"/>
                    <a:pt x="1" y="136"/>
                  </a:cubicBezTo>
                  <a:cubicBezTo>
                    <a:pt x="1" y="173"/>
                    <a:pt x="17" y="206"/>
                    <a:pt x="34" y="223"/>
                  </a:cubicBezTo>
                  <a:cubicBezTo>
                    <a:pt x="71" y="256"/>
                    <a:pt x="87" y="256"/>
                    <a:pt x="120" y="256"/>
                  </a:cubicBezTo>
                  <a:cubicBezTo>
                    <a:pt x="191" y="239"/>
                    <a:pt x="224" y="173"/>
                    <a:pt x="224" y="103"/>
                  </a:cubicBezTo>
                  <a:cubicBezTo>
                    <a:pt x="207" y="70"/>
                    <a:pt x="191" y="33"/>
                    <a:pt x="174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6" name="Google Shape;21096;p60"/>
            <p:cNvSpPr/>
            <p:nvPr/>
          </p:nvSpPr>
          <p:spPr>
            <a:xfrm>
              <a:off x="4147675" y="24646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cubicBezTo>
                    <a:pt x="50" y="8"/>
                    <a:pt x="0" y="78"/>
                    <a:pt x="17" y="148"/>
                  </a:cubicBezTo>
                  <a:cubicBezTo>
                    <a:pt x="17" y="181"/>
                    <a:pt x="33" y="214"/>
                    <a:pt x="50" y="231"/>
                  </a:cubicBezTo>
                  <a:cubicBezTo>
                    <a:pt x="83" y="251"/>
                    <a:pt x="104" y="268"/>
                    <a:pt x="137" y="268"/>
                  </a:cubicBezTo>
                  <a:cubicBezTo>
                    <a:pt x="207" y="251"/>
                    <a:pt x="240" y="181"/>
                    <a:pt x="240" y="111"/>
                  </a:cubicBezTo>
                  <a:cubicBezTo>
                    <a:pt x="223" y="78"/>
                    <a:pt x="207" y="45"/>
                    <a:pt x="186" y="25"/>
                  </a:cubicBezTo>
                  <a:cubicBezTo>
                    <a:pt x="186" y="25"/>
                    <a:pt x="169" y="8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7" name="Google Shape;21097;p60"/>
            <p:cNvSpPr/>
            <p:nvPr/>
          </p:nvSpPr>
          <p:spPr>
            <a:xfrm>
              <a:off x="4150675" y="2246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66" y="0"/>
                    <a:pt x="33" y="21"/>
                    <a:pt x="17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17" y="207"/>
                    <a:pt x="49" y="244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6" y="71"/>
                    <a:pt x="206" y="54"/>
                    <a:pt x="169" y="21"/>
                  </a:cubicBezTo>
                  <a:cubicBezTo>
                    <a:pt x="169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8" name="Google Shape;21098;p60"/>
            <p:cNvSpPr/>
            <p:nvPr/>
          </p:nvSpPr>
          <p:spPr>
            <a:xfrm>
              <a:off x="4157975" y="2261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7" y="0"/>
                  </a:moveTo>
                  <a:cubicBezTo>
                    <a:pt x="86" y="0"/>
                    <a:pt x="45" y="33"/>
                    <a:pt x="17" y="91"/>
                  </a:cubicBezTo>
                  <a:cubicBezTo>
                    <a:pt x="1" y="161"/>
                    <a:pt x="34" y="227"/>
                    <a:pt x="83" y="264"/>
                  </a:cubicBezTo>
                  <a:lnTo>
                    <a:pt x="137" y="264"/>
                  </a:lnTo>
                  <a:cubicBezTo>
                    <a:pt x="170" y="264"/>
                    <a:pt x="223" y="227"/>
                    <a:pt x="223" y="178"/>
                  </a:cubicBezTo>
                  <a:cubicBezTo>
                    <a:pt x="240" y="124"/>
                    <a:pt x="240" y="91"/>
                    <a:pt x="207" y="41"/>
                  </a:cubicBezTo>
                  <a:cubicBezTo>
                    <a:pt x="207" y="41"/>
                    <a:pt x="186" y="21"/>
                    <a:pt x="170" y="4"/>
                  </a:cubicBezTo>
                  <a:cubicBezTo>
                    <a:pt x="159" y="2"/>
                    <a:pt x="14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9" name="Google Shape;21099;p60"/>
            <p:cNvSpPr/>
            <p:nvPr/>
          </p:nvSpPr>
          <p:spPr>
            <a:xfrm>
              <a:off x="4160975" y="23849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87"/>
                    <a:pt x="17" y="158"/>
                  </a:cubicBezTo>
                  <a:cubicBezTo>
                    <a:pt x="17" y="191"/>
                    <a:pt x="33" y="223"/>
                    <a:pt x="50" y="244"/>
                  </a:cubicBezTo>
                  <a:cubicBezTo>
                    <a:pt x="87" y="261"/>
                    <a:pt x="103" y="261"/>
                    <a:pt x="136" y="261"/>
                  </a:cubicBezTo>
                  <a:cubicBezTo>
                    <a:pt x="169" y="261"/>
                    <a:pt x="190" y="244"/>
                    <a:pt x="206" y="207"/>
                  </a:cubicBezTo>
                  <a:cubicBezTo>
                    <a:pt x="223" y="191"/>
                    <a:pt x="239" y="158"/>
                    <a:pt x="223" y="120"/>
                  </a:cubicBezTo>
                  <a:cubicBezTo>
                    <a:pt x="223" y="87"/>
                    <a:pt x="206" y="54"/>
                    <a:pt x="190" y="38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0" name="Google Shape;21100;p60"/>
            <p:cNvSpPr/>
            <p:nvPr/>
          </p:nvSpPr>
          <p:spPr>
            <a:xfrm>
              <a:off x="4160050" y="2337250"/>
              <a:ext cx="6500" cy="6625"/>
            </a:xfrm>
            <a:custGeom>
              <a:avLst/>
              <a:gdLst/>
              <a:ahLst/>
              <a:cxnLst/>
              <a:rect l="l" t="t" r="r" b="b"/>
              <a:pathLst>
                <a:path w="260" h="265" extrusionOk="0">
                  <a:moveTo>
                    <a:pt x="139" y="1"/>
                  </a:moveTo>
                  <a:cubicBezTo>
                    <a:pt x="87" y="1"/>
                    <a:pt x="48" y="34"/>
                    <a:pt x="21" y="92"/>
                  </a:cubicBezTo>
                  <a:cubicBezTo>
                    <a:pt x="0" y="158"/>
                    <a:pt x="37" y="228"/>
                    <a:pt x="87" y="261"/>
                  </a:cubicBezTo>
                  <a:cubicBezTo>
                    <a:pt x="96" y="264"/>
                    <a:pt x="105" y="265"/>
                    <a:pt x="115" y="265"/>
                  </a:cubicBezTo>
                  <a:cubicBezTo>
                    <a:pt x="162" y="265"/>
                    <a:pt x="210" y="232"/>
                    <a:pt x="227" y="174"/>
                  </a:cubicBezTo>
                  <a:cubicBezTo>
                    <a:pt x="260" y="108"/>
                    <a:pt x="227" y="38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1" name="Google Shape;21101;p60"/>
            <p:cNvSpPr/>
            <p:nvPr/>
          </p:nvSpPr>
          <p:spPr>
            <a:xfrm>
              <a:off x="4167350" y="23682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41" y="1"/>
                  </a:moveTo>
                  <a:cubicBezTo>
                    <a:pt x="104" y="1"/>
                    <a:pt x="71" y="17"/>
                    <a:pt x="55" y="34"/>
                  </a:cubicBezTo>
                  <a:cubicBezTo>
                    <a:pt x="1" y="67"/>
                    <a:pt x="1" y="153"/>
                    <a:pt x="38" y="224"/>
                  </a:cubicBezTo>
                  <a:cubicBezTo>
                    <a:pt x="55" y="240"/>
                    <a:pt x="88" y="257"/>
                    <a:pt x="104" y="257"/>
                  </a:cubicBezTo>
                  <a:cubicBezTo>
                    <a:pt x="115" y="261"/>
                    <a:pt x="125" y="263"/>
                    <a:pt x="135" y="263"/>
                  </a:cubicBezTo>
                  <a:cubicBezTo>
                    <a:pt x="159" y="263"/>
                    <a:pt x="179" y="252"/>
                    <a:pt x="191" y="240"/>
                  </a:cubicBezTo>
                  <a:cubicBezTo>
                    <a:pt x="244" y="191"/>
                    <a:pt x="244" y="104"/>
                    <a:pt x="207" y="50"/>
                  </a:cubicBezTo>
                  <a:cubicBezTo>
                    <a:pt x="191" y="34"/>
                    <a:pt x="174" y="17"/>
                    <a:pt x="158" y="17"/>
                  </a:cubicBezTo>
                  <a:cubicBezTo>
                    <a:pt x="158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2" name="Google Shape;21102;p60"/>
            <p:cNvSpPr/>
            <p:nvPr/>
          </p:nvSpPr>
          <p:spPr>
            <a:xfrm>
              <a:off x="4149325" y="22925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1" y="1"/>
                  </a:moveTo>
                  <a:cubicBezTo>
                    <a:pt x="84" y="1"/>
                    <a:pt x="34" y="36"/>
                    <a:pt x="17" y="91"/>
                  </a:cubicBezTo>
                  <a:cubicBezTo>
                    <a:pt x="0" y="108"/>
                    <a:pt x="0" y="128"/>
                    <a:pt x="0" y="145"/>
                  </a:cubicBezTo>
                  <a:cubicBezTo>
                    <a:pt x="0" y="194"/>
                    <a:pt x="38" y="231"/>
                    <a:pt x="71" y="248"/>
                  </a:cubicBezTo>
                  <a:cubicBezTo>
                    <a:pt x="89" y="261"/>
                    <a:pt x="107" y="266"/>
                    <a:pt x="122" y="266"/>
                  </a:cubicBezTo>
                  <a:cubicBezTo>
                    <a:pt x="148" y="266"/>
                    <a:pt x="170" y="252"/>
                    <a:pt x="190" y="231"/>
                  </a:cubicBezTo>
                  <a:cubicBezTo>
                    <a:pt x="207" y="211"/>
                    <a:pt x="207" y="194"/>
                    <a:pt x="223" y="178"/>
                  </a:cubicBezTo>
                  <a:cubicBezTo>
                    <a:pt x="244" y="108"/>
                    <a:pt x="207" y="42"/>
                    <a:pt x="157" y="5"/>
                  </a:cubicBezTo>
                  <a:cubicBezTo>
                    <a:pt x="149" y="2"/>
                    <a:pt x="140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3" name="Google Shape;21103;p60"/>
            <p:cNvSpPr/>
            <p:nvPr/>
          </p:nvSpPr>
          <p:spPr>
            <a:xfrm>
              <a:off x="4156650" y="23076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1"/>
                  </a:moveTo>
                  <a:cubicBezTo>
                    <a:pt x="103" y="1"/>
                    <a:pt x="87" y="1"/>
                    <a:pt x="54" y="38"/>
                  </a:cubicBezTo>
                  <a:cubicBezTo>
                    <a:pt x="17" y="71"/>
                    <a:pt x="0" y="157"/>
                    <a:pt x="33" y="207"/>
                  </a:cubicBezTo>
                  <a:cubicBezTo>
                    <a:pt x="54" y="244"/>
                    <a:pt x="87" y="260"/>
                    <a:pt x="120" y="260"/>
                  </a:cubicBezTo>
                  <a:cubicBezTo>
                    <a:pt x="136" y="260"/>
                    <a:pt x="173" y="260"/>
                    <a:pt x="190" y="244"/>
                  </a:cubicBezTo>
                  <a:cubicBezTo>
                    <a:pt x="223" y="207"/>
                    <a:pt x="239" y="174"/>
                    <a:pt x="239" y="141"/>
                  </a:cubicBezTo>
                  <a:cubicBezTo>
                    <a:pt x="239" y="104"/>
                    <a:pt x="239" y="71"/>
                    <a:pt x="206" y="54"/>
                  </a:cubicBezTo>
                  <a:cubicBezTo>
                    <a:pt x="206" y="38"/>
                    <a:pt x="190" y="17"/>
                    <a:pt x="173" y="17"/>
                  </a:cubicBezTo>
                  <a:cubicBezTo>
                    <a:pt x="157" y="1"/>
                    <a:pt x="157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4" name="Google Shape;21104;p60"/>
            <p:cNvSpPr/>
            <p:nvPr/>
          </p:nvSpPr>
          <p:spPr>
            <a:xfrm>
              <a:off x="4154900" y="22291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33"/>
                  </a:cubicBezTo>
                  <a:cubicBezTo>
                    <a:pt x="0" y="66"/>
                    <a:pt x="0" y="153"/>
                    <a:pt x="37" y="206"/>
                  </a:cubicBezTo>
                  <a:cubicBezTo>
                    <a:pt x="56" y="245"/>
                    <a:pt x="89" y="261"/>
                    <a:pt x="122" y="261"/>
                  </a:cubicBezTo>
                  <a:cubicBezTo>
                    <a:pt x="145" y="261"/>
                    <a:pt x="169" y="253"/>
                    <a:pt x="190" y="239"/>
                  </a:cubicBezTo>
                  <a:cubicBezTo>
                    <a:pt x="243" y="190"/>
                    <a:pt x="243" y="103"/>
                    <a:pt x="206" y="50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5" name="Google Shape;21105;p60"/>
            <p:cNvSpPr/>
            <p:nvPr/>
          </p:nvSpPr>
          <p:spPr>
            <a:xfrm>
              <a:off x="4145500" y="2387800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19" y="1"/>
                  </a:moveTo>
                  <a:cubicBezTo>
                    <a:pt x="103" y="1"/>
                    <a:pt x="82" y="13"/>
                    <a:pt x="67" y="28"/>
                  </a:cubicBezTo>
                  <a:cubicBezTo>
                    <a:pt x="17" y="78"/>
                    <a:pt x="1" y="164"/>
                    <a:pt x="50" y="214"/>
                  </a:cubicBezTo>
                  <a:cubicBezTo>
                    <a:pt x="67" y="234"/>
                    <a:pt x="87" y="251"/>
                    <a:pt x="120" y="267"/>
                  </a:cubicBezTo>
                  <a:cubicBezTo>
                    <a:pt x="153" y="267"/>
                    <a:pt x="170" y="251"/>
                    <a:pt x="207" y="234"/>
                  </a:cubicBezTo>
                  <a:cubicBezTo>
                    <a:pt x="224" y="214"/>
                    <a:pt x="240" y="181"/>
                    <a:pt x="240" y="148"/>
                  </a:cubicBezTo>
                  <a:cubicBezTo>
                    <a:pt x="240" y="110"/>
                    <a:pt x="240" y="78"/>
                    <a:pt x="224" y="45"/>
                  </a:cubicBezTo>
                  <a:cubicBezTo>
                    <a:pt x="207" y="28"/>
                    <a:pt x="191" y="28"/>
                    <a:pt x="170" y="7"/>
                  </a:cubicBezTo>
                  <a:lnTo>
                    <a:pt x="137" y="7"/>
                  </a:lnTo>
                  <a:cubicBezTo>
                    <a:pt x="132" y="3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6" name="Google Shape;21106;p60"/>
            <p:cNvSpPr/>
            <p:nvPr/>
          </p:nvSpPr>
          <p:spPr>
            <a:xfrm>
              <a:off x="4149325" y="24486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13" y="0"/>
                  </a:moveTo>
                  <a:cubicBezTo>
                    <a:pt x="72" y="0"/>
                    <a:pt x="32" y="32"/>
                    <a:pt x="17" y="83"/>
                  </a:cubicBezTo>
                  <a:cubicBezTo>
                    <a:pt x="0" y="149"/>
                    <a:pt x="17" y="219"/>
                    <a:pt x="87" y="252"/>
                  </a:cubicBezTo>
                  <a:cubicBezTo>
                    <a:pt x="97" y="256"/>
                    <a:pt x="108" y="258"/>
                    <a:pt x="119" y="258"/>
                  </a:cubicBezTo>
                  <a:cubicBezTo>
                    <a:pt x="164" y="258"/>
                    <a:pt x="210" y="226"/>
                    <a:pt x="223" y="186"/>
                  </a:cubicBezTo>
                  <a:cubicBezTo>
                    <a:pt x="244" y="116"/>
                    <a:pt x="223" y="30"/>
                    <a:pt x="157" y="13"/>
                  </a:cubicBezTo>
                  <a:cubicBezTo>
                    <a:pt x="143" y="4"/>
                    <a:pt x="128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7" name="Google Shape;21107;p60"/>
            <p:cNvSpPr/>
            <p:nvPr/>
          </p:nvSpPr>
          <p:spPr>
            <a:xfrm>
              <a:off x="4147675" y="23427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20" y="0"/>
                  </a:moveTo>
                  <a:cubicBezTo>
                    <a:pt x="115" y="0"/>
                    <a:pt x="109" y="2"/>
                    <a:pt x="104" y="8"/>
                  </a:cubicBezTo>
                  <a:cubicBezTo>
                    <a:pt x="33" y="8"/>
                    <a:pt x="0" y="78"/>
                    <a:pt x="0" y="144"/>
                  </a:cubicBezTo>
                  <a:cubicBezTo>
                    <a:pt x="0" y="181"/>
                    <a:pt x="17" y="214"/>
                    <a:pt x="50" y="230"/>
                  </a:cubicBezTo>
                  <a:cubicBezTo>
                    <a:pt x="66" y="247"/>
                    <a:pt x="104" y="263"/>
                    <a:pt x="137" y="263"/>
                  </a:cubicBezTo>
                  <a:cubicBezTo>
                    <a:pt x="186" y="247"/>
                    <a:pt x="223" y="181"/>
                    <a:pt x="223" y="111"/>
                  </a:cubicBezTo>
                  <a:cubicBezTo>
                    <a:pt x="223" y="78"/>
                    <a:pt x="207" y="41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8" name="Google Shape;21108;p60"/>
            <p:cNvSpPr/>
            <p:nvPr/>
          </p:nvSpPr>
          <p:spPr>
            <a:xfrm>
              <a:off x="4154075" y="23571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28" y="1"/>
                  </a:moveTo>
                  <a:cubicBezTo>
                    <a:pt x="120" y="1"/>
                    <a:pt x="111" y="6"/>
                    <a:pt x="103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14" y="213"/>
                    <a:pt x="57" y="258"/>
                    <a:pt x="111" y="258"/>
                  </a:cubicBezTo>
                  <a:cubicBezTo>
                    <a:pt x="119" y="258"/>
                    <a:pt x="128" y="257"/>
                    <a:pt x="136" y="255"/>
                  </a:cubicBezTo>
                  <a:cubicBezTo>
                    <a:pt x="157" y="255"/>
                    <a:pt x="190" y="239"/>
                    <a:pt x="206" y="202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3"/>
                  </a:cubicBezTo>
                  <a:cubicBezTo>
                    <a:pt x="173" y="16"/>
                    <a:pt x="157" y="16"/>
                    <a:pt x="157" y="16"/>
                  </a:cubicBezTo>
                  <a:cubicBezTo>
                    <a:pt x="146" y="6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9" name="Google Shape;21109;p60"/>
            <p:cNvSpPr/>
            <p:nvPr/>
          </p:nvSpPr>
          <p:spPr>
            <a:xfrm>
              <a:off x="4152300" y="2372500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55" y="22"/>
                    <a:pt x="1" y="88"/>
                    <a:pt x="22" y="158"/>
                  </a:cubicBezTo>
                  <a:cubicBezTo>
                    <a:pt x="22" y="191"/>
                    <a:pt x="38" y="228"/>
                    <a:pt x="55" y="244"/>
                  </a:cubicBezTo>
                  <a:cubicBezTo>
                    <a:pt x="78" y="256"/>
                    <a:pt x="93" y="268"/>
                    <a:pt x="113" y="268"/>
                  </a:cubicBezTo>
                  <a:cubicBezTo>
                    <a:pt x="121" y="268"/>
                    <a:pt x="130" y="266"/>
                    <a:pt x="141" y="261"/>
                  </a:cubicBezTo>
                  <a:cubicBezTo>
                    <a:pt x="174" y="261"/>
                    <a:pt x="191" y="244"/>
                    <a:pt x="207" y="207"/>
                  </a:cubicBezTo>
                  <a:cubicBezTo>
                    <a:pt x="228" y="191"/>
                    <a:pt x="244" y="158"/>
                    <a:pt x="228" y="125"/>
                  </a:cubicBezTo>
                  <a:cubicBezTo>
                    <a:pt x="228" y="88"/>
                    <a:pt x="207" y="55"/>
                    <a:pt x="191" y="38"/>
                  </a:cubicBezTo>
                  <a:cubicBezTo>
                    <a:pt x="174" y="22"/>
                    <a:pt x="174" y="22"/>
                    <a:pt x="158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0" name="Google Shape;21110;p60"/>
            <p:cNvSpPr/>
            <p:nvPr/>
          </p:nvSpPr>
          <p:spPr>
            <a:xfrm>
              <a:off x="4148500" y="24180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6" y="0"/>
                  </a:moveTo>
                  <a:cubicBezTo>
                    <a:pt x="104" y="0"/>
                    <a:pt x="87" y="0"/>
                    <a:pt x="50" y="33"/>
                  </a:cubicBezTo>
                  <a:cubicBezTo>
                    <a:pt x="17" y="70"/>
                    <a:pt x="0" y="157"/>
                    <a:pt x="33" y="206"/>
                  </a:cubicBezTo>
                  <a:cubicBezTo>
                    <a:pt x="71" y="239"/>
                    <a:pt x="87" y="260"/>
                    <a:pt x="120" y="260"/>
                  </a:cubicBezTo>
                  <a:cubicBezTo>
                    <a:pt x="136" y="260"/>
                    <a:pt x="174" y="260"/>
                    <a:pt x="190" y="223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1" name="Google Shape;21111;p60"/>
            <p:cNvSpPr/>
            <p:nvPr/>
          </p:nvSpPr>
          <p:spPr>
            <a:xfrm>
              <a:off x="4209925" y="24374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33"/>
                  </a:cubicBezTo>
                  <a:cubicBezTo>
                    <a:pt x="17" y="66"/>
                    <a:pt x="1" y="103"/>
                    <a:pt x="1" y="153"/>
                  </a:cubicBezTo>
                  <a:cubicBezTo>
                    <a:pt x="17" y="186"/>
                    <a:pt x="17" y="223"/>
                    <a:pt x="50" y="240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66"/>
                    <a:pt x="190" y="33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2" name="Google Shape;21112;p60"/>
            <p:cNvSpPr/>
            <p:nvPr/>
          </p:nvSpPr>
          <p:spPr>
            <a:xfrm>
              <a:off x="4114600" y="2442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49" y="1"/>
                    <a:pt x="0" y="71"/>
                    <a:pt x="17" y="141"/>
                  </a:cubicBezTo>
                  <a:cubicBezTo>
                    <a:pt x="17" y="174"/>
                    <a:pt x="33" y="207"/>
                    <a:pt x="66" y="228"/>
                  </a:cubicBezTo>
                  <a:cubicBezTo>
                    <a:pt x="87" y="261"/>
                    <a:pt x="120" y="261"/>
                    <a:pt x="136" y="261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23" y="71"/>
                    <a:pt x="223" y="38"/>
                    <a:pt x="190" y="22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3" name="Google Shape;21113;p60"/>
            <p:cNvSpPr/>
            <p:nvPr/>
          </p:nvSpPr>
          <p:spPr>
            <a:xfrm>
              <a:off x="3876600" y="2266875"/>
              <a:ext cx="5675" cy="6675"/>
            </a:xfrm>
            <a:custGeom>
              <a:avLst/>
              <a:gdLst/>
              <a:ahLst/>
              <a:cxnLst/>
              <a:rect l="l" t="t" r="r" b="b"/>
              <a:pathLst>
                <a:path w="227" h="267" extrusionOk="0">
                  <a:moveTo>
                    <a:pt x="103" y="0"/>
                  </a:moveTo>
                  <a:cubicBezTo>
                    <a:pt x="70" y="21"/>
                    <a:pt x="37" y="37"/>
                    <a:pt x="21" y="54"/>
                  </a:cubicBezTo>
                  <a:cubicBezTo>
                    <a:pt x="0" y="87"/>
                    <a:pt x="0" y="124"/>
                    <a:pt x="0" y="157"/>
                  </a:cubicBezTo>
                  <a:cubicBezTo>
                    <a:pt x="0" y="190"/>
                    <a:pt x="21" y="227"/>
                    <a:pt x="54" y="243"/>
                  </a:cubicBezTo>
                  <a:cubicBezTo>
                    <a:pt x="65" y="255"/>
                    <a:pt x="85" y="267"/>
                    <a:pt x="109" y="267"/>
                  </a:cubicBezTo>
                  <a:cubicBezTo>
                    <a:pt x="119" y="267"/>
                    <a:pt x="130" y="265"/>
                    <a:pt x="140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87"/>
                    <a:pt x="206" y="54"/>
                    <a:pt x="173" y="37"/>
                  </a:cubicBezTo>
                  <a:cubicBezTo>
                    <a:pt x="173" y="21"/>
                    <a:pt x="157" y="21"/>
                    <a:pt x="157" y="21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4" name="Google Shape;21114;p60"/>
            <p:cNvSpPr/>
            <p:nvPr/>
          </p:nvSpPr>
          <p:spPr>
            <a:xfrm>
              <a:off x="3803625" y="22338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70" y="1"/>
                    <a:pt x="33" y="17"/>
                    <a:pt x="17" y="50"/>
                  </a:cubicBezTo>
                  <a:cubicBezTo>
                    <a:pt x="0" y="67"/>
                    <a:pt x="0" y="104"/>
                    <a:pt x="0" y="137"/>
                  </a:cubicBezTo>
                  <a:cubicBezTo>
                    <a:pt x="0" y="170"/>
                    <a:pt x="17" y="207"/>
                    <a:pt x="54" y="223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0"/>
                    <a:pt x="223" y="104"/>
                  </a:cubicBezTo>
                  <a:cubicBezTo>
                    <a:pt x="206" y="67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5" name="Google Shape;21115;p60"/>
            <p:cNvSpPr/>
            <p:nvPr/>
          </p:nvSpPr>
          <p:spPr>
            <a:xfrm>
              <a:off x="3915750" y="2196875"/>
              <a:ext cx="6025" cy="6700"/>
            </a:xfrm>
            <a:custGeom>
              <a:avLst/>
              <a:gdLst/>
              <a:ahLst/>
              <a:cxnLst/>
              <a:rect l="l" t="t" r="r" b="b"/>
              <a:pathLst>
                <a:path w="241" h="268" extrusionOk="0">
                  <a:moveTo>
                    <a:pt x="104" y="1"/>
                  </a:moveTo>
                  <a:cubicBezTo>
                    <a:pt x="67" y="17"/>
                    <a:pt x="50" y="38"/>
                    <a:pt x="34" y="54"/>
                  </a:cubicBezTo>
                  <a:cubicBezTo>
                    <a:pt x="17" y="87"/>
                    <a:pt x="1" y="120"/>
                    <a:pt x="17" y="157"/>
                  </a:cubicBezTo>
                  <a:cubicBezTo>
                    <a:pt x="17" y="190"/>
                    <a:pt x="34" y="223"/>
                    <a:pt x="50" y="244"/>
                  </a:cubicBezTo>
                  <a:cubicBezTo>
                    <a:pt x="74" y="255"/>
                    <a:pt x="91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4" y="120"/>
                  </a:cubicBezTo>
                  <a:cubicBezTo>
                    <a:pt x="224" y="87"/>
                    <a:pt x="207" y="54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6" name="Google Shape;21116;p60"/>
            <p:cNvSpPr/>
            <p:nvPr/>
          </p:nvSpPr>
          <p:spPr>
            <a:xfrm>
              <a:off x="3842675" y="2317975"/>
              <a:ext cx="6125" cy="6700"/>
            </a:xfrm>
            <a:custGeom>
              <a:avLst/>
              <a:gdLst/>
              <a:ahLst/>
              <a:cxnLst/>
              <a:rect l="l" t="t" r="r" b="b"/>
              <a:pathLst>
                <a:path w="245" h="268" extrusionOk="0">
                  <a:moveTo>
                    <a:pt x="104" y="1"/>
                  </a:moveTo>
                  <a:cubicBezTo>
                    <a:pt x="38" y="17"/>
                    <a:pt x="1" y="88"/>
                    <a:pt x="17" y="158"/>
                  </a:cubicBezTo>
                  <a:cubicBezTo>
                    <a:pt x="17" y="191"/>
                    <a:pt x="38" y="224"/>
                    <a:pt x="54" y="244"/>
                  </a:cubicBezTo>
                  <a:cubicBezTo>
                    <a:pt x="66" y="256"/>
                    <a:pt x="86" y="268"/>
                    <a:pt x="110" y="268"/>
                  </a:cubicBezTo>
                  <a:cubicBezTo>
                    <a:pt x="120" y="268"/>
                    <a:pt x="130" y="266"/>
                    <a:pt x="141" y="261"/>
                  </a:cubicBezTo>
                  <a:cubicBezTo>
                    <a:pt x="190" y="261"/>
                    <a:pt x="244" y="191"/>
                    <a:pt x="223" y="121"/>
                  </a:cubicBezTo>
                  <a:cubicBezTo>
                    <a:pt x="223" y="88"/>
                    <a:pt x="207" y="55"/>
                    <a:pt x="190" y="38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7" name="Google Shape;21117;p60"/>
            <p:cNvSpPr/>
            <p:nvPr/>
          </p:nvSpPr>
          <p:spPr>
            <a:xfrm>
              <a:off x="4055325" y="22344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8" y="0"/>
                  </a:moveTo>
                  <a:cubicBezTo>
                    <a:pt x="120" y="0"/>
                    <a:pt x="112" y="4"/>
                    <a:pt x="103" y="13"/>
                  </a:cubicBezTo>
                  <a:cubicBezTo>
                    <a:pt x="66" y="13"/>
                    <a:pt x="50" y="29"/>
                    <a:pt x="33" y="62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0" y="235"/>
                  </a:cubicBezTo>
                  <a:cubicBezTo>
                    <a:pt x="87" y="252"/>
                    <a:pt x="103" y="268"/>
                    <a:pt x="136" y="268"/>
                  </a:cubicBezTo>
                  <a:cubicBezTo>
                    <a:pt x="206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69" y="29"/>
                    <a:pt x="169" y="13"/>
                    <a:pt x="153" y="13"/>
                  </a:cubicBezTo>
                  <a:cubicBezTo>
                    <a:pt x="145" y="4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8" name="Google Shape;21118;p60"/>
            <p:cNvSpPr/>
            <p:nvPr/>
          </p:nvSpPr>
          <p:spPr>
            <a:xfrm>
              <a:off x="3982250" y="22012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70" y="1"/>
                    <a:pt x="54" y="17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07"/>
                    <a:pt x="54" y="240"/>
                  </a:cubicBezTo>
                  <a:cubicBezTo>
                    <a:pt x="70" y="256"/>
                    <a:pt x="103" y="256"/>
                    <a:pt x="140" y="256"/>
                  </a:cubicBezTo>
                  <a:cubicBezTo>
                    <a:pt x="190" y="240"/>
                    <a:pt x="243" y="174"/>
                    <a:pt x="227" y="104"/>
                  </a:cubicBezTo>
                  <a:cubicBezTo>
                    <a:pt x="227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9" name="Google Shape;21119;p60"/>
            <p:cNvSpPr/>
            <p:nvPr/>
          </p:nvSpPr>
          <p:spPr>
            <a:xfrm>
              <a:off x="4142525" y="24348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66"/>
                    <a:pt x="0" y="136"/>
                  </a:cubicBezTo>
                  <a:cubicBezTo>
                    <a:pt x="0" y="169"/>
                    <a:pt x="17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39"/>
                    <a:pt x="223" y="169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0" name="Google Shape;21120;p60"/>
            <p:cNvSpPr/>
            <p:nvPr/>
          </p:nvSpPr>
          <p:spPr>
            <a:xfrm>
              <a:off x="4190975" y="2379000"/>
              <a:ext cx="5675" cy="6425"/>
            </a:xfrm>
            <a:custGeom>
              <a:avLst/>
              <a:gdLst/>
              <a:ahLst/>
              <a:cxnLst/>
              <a:rect l="l" t="t" r="r" b="b"/>
              <a:pathLst>
                <a:path w="227" h="257" extrusionOk="0">
                  <a:moveTo>
                    <a:pt x="87" y="1"/>
                  </a:moveTo>
                  <a:cubicBezTo>
                    <a:pt x="70" y="1"/>
                    <a:pt x="37" y="17"/>
                    <a:pt x="21" y="50"/>
                  </a:cubicBezTo>
                  <a:cubicBezTo>
                    <a:pt x="0" y="71"/>
                    <a:pt x="0" y="104"/>
                    <a:pt x="0" y="137"/>
                  </a:cubicBezTo>
                  <a:cubicBezTo>
                    <a:pt x="0" y="174"/>
                    <a:pt x="21" y="207"/>
                    <a:pt x="54" y="223"/>
                  </a:cubicBezTo>
                  <a:cubicBezTo>
                    <a:pt x="70" y="256"/>
                    <a:pt x="103" y="256"/>
                    <a:pt x="124" y="256"/>
                  </a:cubicBezTo>
                  <a:cubicBezTo>
                    <a:pt x="190" y="240"/>
                    <a:pt x="227" y="174"/>
                    <a:pt x="227" y="104"/>
                  </a:cubicBezTo>
                  <a:cubicBezTo>
                    <a:pt x="206" y="71"/>
                    <a:pt x="206" y="34"/>
                    <a:pt x="173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1" name="Google Shape;21121;p60"/>
            <p:cNvSpPr/>
            <p:nvPr/>
          </p:nvSpPr>
          <p:spPr>
            <a:xfrm>
              <a:off x="4200850" y="2469900"/>
              <a:ext cx="3550" cy="3125"/>
            </a:xfrm>
            <a:custGeom>
              <a:avLst/>
              <a:gdLst/>
              <a:ahLst/>
              <a:cxnLst/>
              <a:rect l="l" t="t" r="r" b="b"/>
              <a:pathLst>
                <a:path w="142" h="125" extrusionOk="0">
                  <a:moveTo>
                    <a:pt x="112" y="1"/>
                  </a:moveTo>
                  <a:cubicBezTo>
                    <a:pt x="64" y="1"/>
                    <a:pt x="14" y="31"/>
                    <a:pt x="1" y="75"/>
                  </a:cubicBezTo>
                  <a:lnTo>
                    <a:pt x="1" y="125"/>
                  </a:lnTo>
                  <a:cubicBezTo>
                    <a:pt x="54" y="92"/>
                    <a:pt x="87" y="59"/>
                    <a:pt x="141" y="5"/>
                  </a:cubicBezTo>
                  <a:cubicBezTo>
                    <a:pt x="132" y="2"/>
                    <a:pt x="122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2" name="Google Shape;21122;p60"/>
            <p:cNvSpPr/>
            <p:nvPr/>
          </p:nvSpPr>
          <p:spPr>
            <a:xfrm>
              <a:off x="4145925" y="2265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50" y="17"/>
                    <a:pt x="0" y="66"/>
                    <a:pt x="17" y="153"/>
                  </a:cubicBezTo>
                  <a:cubicBezTo>
                    <a:pt x="17" y="190"/>
                    <a:pt x="33" y="206"/>
                    <a:pt x="70" y="239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174" y="256"/>
                    <a:pt x="207" y="239"/>
                    <a:pt x="223" y="206"/>
                  </a:cubicBezTo>
                  <a:cubicBezTo>
                    <a:pt x="239" y="169"/>
                    <a:pt x="239" y="136"/>
                    <a:pt x="239" y="103"/>
                  </a:cubicBezTo>
                  <a:cubicBezTo>
                    <a:pt x="223" y="66"/>
                    <a:pt x="223" y="50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3" name="Google Shape;21123;p60"/>
            <p:cNvSpPr/>
            <p:nvPr/>
          </p:nvSpPr>
          <p:spPr>
            <a:xfrm>
              <a:off x="4172925" y="24765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4" y="1"/>
                  </a:moveTo>
                  <a:cubicBezTo>
                    <a:pt x="54" y="17"/>
                    <a:pt x="1" y="88"/>
                    <a:pt x="21" y="154"/>
                  </a:cubicBezTo>
                  <a:cubicBezTo>
                    <a:pt x="21" y="191"/>
                    <a:pt x="38" y="224"/>
                    <a:pt x="71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174" y="257"/>
                    <a:pt x="190" y="240"/>
                    <a:pt x="207" y="207"/>
                  </a:cubicBezTo>
                  <a:cubicBezTo>
                    <a:pt x="227" y="170"/>
                    <a:pt x="244" y="137"/>
                    <a:pt x="244" y="104"/>
                  </a:cubicBezTo>
                  <a:cubicBezTo>
                    <a:pt x="227" y="67"/>
                    <a:pt x="207" y="50"/>
                    <a:pt x="190" y="34"/>
                  </a:cubicBezTo>
                  <a:cubicBezTo>
                    <a:pt x="190" y="17"/>
                    <a:pt x="174" y="17"/>
                    <a:pt x="174" y="17"/>
                  </a:cubicBezTo>
                  <a:lnTo>
                    <a:pt x="1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4" name="Google Shape;21124;p60"/>
            <p:cNvSpPr/>
            <p:nvPr/>
          </p:nvSpPr>
          <p:spPr>
            <a:xfrm>
              <a:off x="4169525" y="24472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4" y="21"/>
                    <a:pt x="1" y="70"/>
                    <a:pt x="17" y="157"/>
                  </a:cubicBezTo>
                  <a:cubicBezTo>
                    <a:pt x="17" y="190"/>
                    <a:pt x="33" y="206"/>
                    <a:pt x="54" y="227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3"/>
                    <a:pt x="240" y="173"/>
                    <a:pt x="240" y="103"/>
                  </a:cubicBezTo>
                  <a:cubicBezTo>
                    <a:pt x="223" y="70"/>
                    <a:pt x="207" y="37"/>
                    <a:pt x="190" y="21"/>
                  </a:cubicBezTo>
                  <a:cubicBezTo>
                    <a:pt x="190" y="21"/>
                    <a:pt x="174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5" name="Google Shape;21125;p60"/>
            <p:cNvSpPr/>
            <p:nvPr/>
          </p:nvSpPr>
          <p:spPr>
            <a:xfrm>
              <a:off x="4167775" y="235217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23" y="1"/>
                  </a:moveTo>
                  <a:cubicBezTo>
                    <a:pt x="117" y="1"/>
                    <a:pt x="110" y="3"/>
                    <a:pt x="103" y="10"/>
                  </a:cubicBezTo>
                  <a:cubicBezTo>
                    <a:pt x="38" y="10"/>
                    <a:pt x="0" y="76"/>
                    <a:pt x="0" y="146"/>
                  </a:cubicBezTo>
                  <a:cubicBezTo>
                    <a:pt x="21" y="179"/>
                    <a:pt x="38" y="216"/>
                    <a:pt x="54" y="233"/>
                  </a:cubicBezTo>
                  <a:cubicBezTo>
                    <a:pt x="71" y="249"/>
                    <a:pt x="103" y="266"/>
                    <a:pt x="141" y="266"/>
                  </a:cubicBezTo>
                  <a:cubicBezTo>
                    <a:pt x="190" y="249"/>
                    <a:pt x="244" y="179"/>
                    <a:pt x="227" y="113"/>
                  </a:cubicBezTo>
                  <a:cubicBezTo>
                    <a:pt x="227" y="76"/>
                    <a:pt x="207" y="43"/>
                    <a:pt x="190" y="27"/>
                  </a:cubicBezTo>
                  <a:cubicBezTo>
                    <a:pt x="174" y="27"/>
                    <a:pt x="174" y="10"/>
                    <a:pt x="157" y="10"/>
                  </a:cubicBezTo>
                  <a:cubicBezTo>
                    <a:pt x="146" y="10"/>
                    <a:pt x="135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6" name="Google Shape;21126;p60"/>
            <p:cNvSpPr/>
            <p:nvPr/>
          </p:nvSpPr>
          <p:spPr>
            <a:xfrm>
              <a:off x="4179425" y="2412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73" y="246"/>
                    <a:pt x="190" y="230"/>
                  </a:cubicBezTo>
                  <a:cubicBezTo>
                    <a:pt x="223" y="213"/>
                    <a:pt x="239" y="180"/>
                    <a:pt x="239" y="143"/>
                  </a:cubicBezTo>
                  <a:cubicBezTo>
                    <a:pt x="239" y="110"/>
                    <a:pt x="239" y="77"/>
                    <a:pt x="206" y="40"/>
                  </a:cubicBezTo>
                  <a:cubicBezTo>
                    <a:pt x="206" y="24"/>
                    <a:pt x="190" y="24"/>
                    <a:pt x="173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7" name="Google Shape;21127;p60"/>
            <p:cNvSpPr/>
            <p:nvPr/>
          </p:nvSpPr>
          <p:spPr>
            <a:xfrm>
              <a:off x="4178075" y="23852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04" y="1"/>
                  </a:moveTo>
                  <a:cubicBezTo>
                    <a:pt x="86" y="1"/>
                    <a:pt x="66" y="13"/>
                    <a:pt x="54" y="28"/>
                  </a:cubicBezTo>
                  <a:cubicBezTo>
                    <a:pt x="21" y="44"/>
                    <a:pt x="21" y="77"/>
                    <a:pt x="1" y="110"/>
                  </a:cubicBezTo>
                  <a:cubicBezTo>
                    <a:pt x="1" y="148"/>
                    <a:pt x="21" y="181"/>
                    <a:pt x="38" y="213"/>
                  </a:cubicBezTo>
                  <a:cubicBezTo>
                    <a:pt x="57" y="245"/>
                    <a:pt x="89" y="264"/>
                    <a:pt x="123" y="264"/>
                  </a:cubicBezTo>
                  <a:cubicBezTo>
                    <a:pt x="146" y="264"/>
                    <a:pt x="170" y="254"/>
                    <a:pt x="190" y="234"/>
                  </a:cubicBezTo>
                  <a:cubicBezTo>
                    <a:pt x="244" y="181"/>
                    <a:pt x="244" y="110"/>
                    <a:pt x="207" y="44"/>
                  </a:cubicBezTo>
                  <a:cubicBezTo>
                    <a:pt x="190" y="28"/>
                    <a:pt x="174" y="28"/>
                    <a:pt x="157" y="7"/>
                  </a:cubicBezTo>
                  <a:lnTo>
                    <a:pt x="124" y="7"/>
                  </a:lnTo>
                  <a:cubicBezTo>
                    <a:pt x="119" y="3"/>
                    <a:pt x="112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8" name="Google Shape;21128;p60"/>
            <p:cNvSpPr/>
            <p:nvPr/>
          </p:nvSpPr>
          <p:spPr>
            <a:xfrm>
              <a:off x="4181175" y="2318925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36" y="0"/>
                  </a:moveTo>
                  <a:cubicBezTo>
                    <a:pt x="120" y="0"/>
                    <a:pt x="83" y="0"/>
                    <a:pt x="66" y="33"/>
                  </a:cubicBezTo>
                  <a:cubicBezTo>
                    <a:pt x="17" y="66"/>
                    <a:pt x="0" y="153"/>
                    <a:pt x="50" y="206"/>
                  </a:cubicBezTo>
                  <a:cubicBezTo>
                    <a:pt x="66" y="239"/>
                    <a:pt x="83" y="256"/>
                    <a:pt x="120" y="256"/>
                  </a:cubicBezTo>
                  <a:cubicBezTo>
                    <a:pt x="153" y="256"/>
                    <a:pt x="169" y="256"/>
                    <a:pt x="207" y="223"/>
                  </a:cubicBezTo>
                  <a:cubicBezTo>
                    <a:pt x="240" y="186"/>
                    <a:pt x="256" y="103"/>
                    <a:pt x="223" y="50"/>
                  </a:cubicBezTo>
                  <a:cubicBezTo>
                    <a:pt x="207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9" name="Google Shape;21129;p60"/>
            <p:cNvSpPr/>
            <p:nvPr/>
          </p:nvSpPr>
          <p:spPr>
            <a:xfrm>
              <a:off x="4180250" y="23653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3" y="0"/>
                  </a:moveTo>
                  <a:cubicBezTo>
                    <a:pt x="54" y="17"/>
                    <a:pt x="0" y="83"/>
                    <a:pt x="17" y="153"/>
                  </a:cubicBezTo>
                  <a:cubicBezTo>
                    <a:pt x="17" y="186"/>
                    <a:pt x="37" y="223"/>
                    <a:pt x="70" y="240"/>
                  </a:cubicBezTo>
                  <a:cubicBezTo>
                    <a:pt x="82" y="251"/>
                    <a:pt x="102" y="263"/>
                    <a:pt x="120" y="263"/>
                  </a:cubicBezTo>
                  <a:cubicBezTo>
                    <a:pt x="127" y="263"/>
                    <a:pt x="134" y="261"/>
                    <a:pt x="140" y="256"/>
                  </a:cubicBezTo>
                  <a:cubicBezTo>
                    <a:pt x="206" y="256"/>
                    <a:pt x="244" y="186"/>
                    <a:pt x="244" y="120"/>
                  </a:cubicBezTo>
                  <a:cubicBezTo>
                    <a:pt x="223" y="83"/>
                    <a:pt x="223" y="50"/>
                    <a:pt x="190" y="33"/>
                  </a:cubicBezTo>
                  <a:cubicBezTo>
                    <a:pt x="190" y="17"/>
                    <a:pt x="173" y="17"/>
                    <a:pt x="173" y="17"/>
                  </a:cubicBezTo>
                  <a:cubicBezTo>
                    <a:pt x="157" y="0"/>
                    <a:pt x="14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0" name="Google Shape;21130;p60"/>
            <p:cNvSpPr/>
            <p:nvPr/>
          </p:nvSpPr>
          <p:spPr>
            <a:xfrm>
              <a:off x="4172525" y="2261300"/>
              <a:ext cx="3000" cy="6100"/>
            </a:xfrm>
            <a:custGeom>
              <a:avLst/>
              <a:gdLst/>
              <a:ahLst/>
              <a:cxnLst/>
              <a:rect l="l" t="t" r="r" b="b"/>
              <a:pathLst>
                <a:path w="120" h="244" extrusionOk="0">
                  <a:moveTo>
                    <a:pt x="37" y="0"/>
                  </a:moveTo>
                  <a:cubicBezTo>
                    <a:pt x="17" y="37"/>
                    <a:pt x="0" y="54"/>
                    <a:pt x="0" y="87"/>
                  </a:cubicBezTo>
                  <a:cubicBezTo>
                    <a:pt x="0" y="120"/>
                    <a:pt x="0" y="157"/>
                    <a:pt x="17" y="190"/>
                  </a:cubicBezTo>
                  <a:cubicBezTo>
                    <a:pt x="37" y="207"/>
                    <a:pt x="70" y="223"/>
                    <a:pt x="103" y="244"/>
                  </a:cubicBezTo>
                  <a:lnTo>
                    <a:pt x="120" y="244"/>
                  </a:lnTo>
                  <a:cubicBezTo>
                    <a:pt x="87" y="157"/>
                    <a:pt x="70" y="87"/>
                    <a:pt x="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1" name="Google Shape;21131;p60"/>
            <p:cNvSpPr/>
            <p:nvPr/>
          </p:nvSpPr>
          <p:spPr>
            <a:xfrm>
              <a:off x="4182000" y="2349475"/>
              <a:ext cx="6425" cy="6475"/>
            </a:xfrm>
            <a:custGeom>
              <a:avLst/>
              <a:gdLst/>
              <a:ahLst/>
              <a:cxnLst/>
              <a:rect l="l" t="t" r="r" b="b"/>
              <a:pathLst>
                <a:path w="257" h="259" extrusionOk="0">
                  <a:moveTo>
                    <a:pt x="120" y="0"/>
                  </a:moveTo>
                  <a:cubicBezTo>
                    <a:pt x="76" y="0"/>
                    <a:pt x="41" y="33"/>
                    <a:pt x="17" y="81"/>
                  </a:cubicBezTo>
                  <a:cubicBezTo>
                    <a:pt x="0" y="151"/>
                    <a:pt x="33" y="221"/>
                    <a:pt x="87" y="254"/>
                  </a:cubicBezTo>
                  <a:cubicBezTo>
                    <a:pt x="95" y="257"/>
                    <a:pt x="104" y="258"/>
                    <a:pt x="114" y="258"/>
                  </a:cubicBezTo>
                  <a:cubicBezTo>
                    <a:pt x="159" y="258"/>
                    <a:pt x="209" y="226"/>
                    <a:pt x="223" y="167"/>
                  </a:cubicBezTo>
                  <a:cubicBezTo>
                    <a:pt x="256" y="118"/>
                    <a:pt x="223" y="31"/>
                    <a:pt x="174" y="15"/>
                  </a:cubicBezTo>
                  <a:cubicBezTo>
                    <a:pt x="154" y="5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2" name="Google Shape;21132;p60"/>
            <p:cNvSpPr/>
            <p:nvPr/>
          </p:nvSpPr>
          <p:spPr>
            <a:xfrm>
              <a:off x="4192725" y="241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11" y="1"/>
                  </a:moveTo>
                  <a:cubicBezTo>
                    <a:pt x="69" y="1"/>
                    <a:pt x="29" y="34"/>
                    <a:pt x="17" y="82"/>
                  </a:cubicBezTo>
                  <a:cubicBezTo>
                    <a:pt x="0" y="152"/>
                    <a:pt x="17" y="238"/>
                    <a:pt x="87" y="255"/>
                  </a:cubicBezTo>
                  <a:cubicBezTo>
                    <a:pt x="98" y="255"/>
                    <a:pt x="109" y="262"/>
                    <a:pt x="120" y="262"/>
                  </a:cubicBezTo>
                  <a:cubicBezTo>
                    <a:pt x="125" y="262"/>
                    <a:pt x="131" y="260"/>
                    <a:pt x="136" y="255"/>
                  </a:cubicBezTo>
                  <a:cubicBezTo>
                    <a:pt x="173" y="255"/>
                    <a:pt x="206" y="222"/>
                    <a:pt x="223" y="185"/>
                  </a:cubicBezTo>
                  <a:cubicBezTo>
                    <a:pt x="239" y="135"/>
                    <a:pt x="223" y="82"/>
                    <a:pt x="206" y="49"/>
                  </a:cubicBezTo>
                  <a:cubicBezTo>
                    <a:pt x="190" y="32"/>
                    <a:pt x="173" y="16"/>
                    <a:pt x="157" y="16"/>
                  </a:cubicBezTo>
                  <a:cubicBezTo>
                    <a:pt x="142" y="6"/>
                    <a:pt x="126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3" name="Google Shape;21133;p60"/>
            <p:cNvSpPr/>
            <p:nvPr/>
          </p:nvSpPr>
          <p:spPr>
            <a:xfrm>
              <a:off x="4197050" y="2321900"/>
              <a:ext cx="850" cy="2200"/>
            </a:xfrm>
            <a:custGeom>
              <a:avLst/>
              <a:gdLst/>
              <a:ahLst/>
              <a:cxnLst/>
              <a:rect l="l" t="t" r="r" b="b"/>
              <a:pathLst>
                <a:path w="34" h="88" extrusionOk="0">
                  <a:moveTo>
                    <a:pt x="0" y="1"/>
                  </a:moveTo>
                  <a:lnTo>
                    <a:pt x="0" y="17"/>
                  </a:lnTo>
                  <a:cubicBezTo>
                    <a:pt x="0" y="34"/>
                    <a:pt x="17" y="67"/>
                    <a:pt x="33" y="87"/>
                  </a:cubicBezTo>
                  <a:cubicBezTo>
                    <a:pt x="17" y="67"/>
                    <a:pt x="17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4" name="Google Shape;21134;p60"/>
            <p:cNvSpPr/>
            <p:nvPr/>
          </p:nvSpPr>
          <p:spPr>
            <a:xfrm>
              <a:off x="4195300" y="23618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6" y="0"/>
                  </a:moveTo>
                  <a:cubicBezTo>
                    <a:pt x="103" y="0"/>
                    <a:pt x="70" y="0"/>
                    <a:pt x="54" y="17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5" y="237"/>
                    <a:pt x="85" y="256"/>
                    <a:pt x="118" y="256"/>
                  </a:cubicBezTo>
                  <a:cubicBezTo>
                    <a:pt x="142" y="256"/>
                    <a:pt x="167" y="246"/>
                    <a:pt x="190" y="22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90" y="3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5" name="Google Shape;21135;p60"/>
            <p:cNvSpPr/>
            <p:nvPr/>
          </p:nvSpPr>
          <p:spPr>
            <a:xfrm>
              <a:off x="4190150" y="2336125"/>
              <a:ext cx="6500" cy="6750"/>
            </a:xfrm>
            <a:custGeom>
              <a:avLst/>
              <a:gdLst/>
              <a:ahLst/>
              <a:cxnLst/>
              <a:rect l="l" t="t" r="r" b="b"/>
              <a:pathLst>
                <a:path w="260" h="270" extrusionOk="0">
                  <a:moveTo>
                    <a:pt x="129" y="0"/>
                  </a:moveTo>
                  <a:cubicBezTo>
                    <a:pt x="87" y="0"/>
                    <a:pt x="44" y="32"/>
                    <a:pt x="17" y="83"/>
                  </a:cubicBezTo>
                  <a:cubicBezTo>
                    <a:pt x="0" y="153"/>
                    <a:pt x="33" y="240"/>
                    <a:pt x="87" y="256"/>
                  </a:cubicBezTo>
                  <a:cubicBezTo>
                    <a:pt x="100" y="265"/>
                    <a:pt x="114" y="269"/>
                    <a:pt x="129" y="269"/>
                  </a:cubicBezTo>
                  <a:cubicBezTo>
                    <a:pt x="170" y="269"/>
                    <a:pt x="211" y="238"/>
                    <a:pt x="223" y="186"/>
                  </a:cubicBezTo>
                  <a:cubicBezTo>
                    <a:pt x="260" y="116"/>
                    <a:pt x="223" y="34"/>
                    <a:pt x="173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6" name="Google Shape;21136;p60"/>
            <p:cNvSpPr/>
            <p:nvPr/>
          </p:nvSpPr>
          <p:spPr>
            <a:xfrm>
              <a:off x="4178600" y="2288400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36" y="1"/>
                  </a:moveTo>
                  <a:cubicBezTo>
                    <a:pt x="103" y="1"/>
                    <a:pt x="66" y="17"/>
                    <a:pt x="50" y="34"/>
                  </a:cubicBezTo>
                  <a:cubicBezTo>
                    <a:pt x="0" y="87"/>
                    <a:pt x="0" y="153"/>
                    <a:pt x="33" y="223"/>
                  </a:cubicBezTo>
                  <a:cubicBezTo>
                    <a:pt x="50" y="240"/>
                    <a:pt x="83" y="256"/>
                    <a:pt x="103" y="273"/>
                  </a:cubicBezTo>
                  <a:cubicBezTo>
                    <a:pt x="136" y="273"/>
                    <a:pt x="169" y="256"/>
                    <a:pt x="186" y="240"/>
                  </a:cubicBezTo>
                  <a:cubicBezTo>
                    <a:pt x="206" y="223"/>
                    <a:pt x="223" y="190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186" y="34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7" name="Google Shape;21137;p60"/>
            <p:cNvSpPr/>
            <p:nvPr/>
          </p:nvSpPr>
          <p:spPr>
            <a:xfrm>
              <a:off x="4175100" y="2335425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21" y="1"/>
                  </a:moveTo>
                  <a:cubicBezTo>
                    <a:pt x="115" y="1"/>
                    <a:pt x="109" y="2"/>
                    <a:pt x="103" y="8"/>
                  </a:cubicBezTo>
                  <a:cubicBezTo>
                    <a:pt x="37" y="8"/>
                    <a:pt x="0" y="78"/>
                    <a:pt x="0" y="144"/>
                  </a:cubicBezTo>
                  <a:cubicBezTo>
                    <a:pt x="17" y="181"/>
                    <a:pt x="37" y="214"/>
                    <a:pt x="54" y="231"/>
                  </a:cubicBezTo>
                  <a:cubicBezTo>
                    <a:pt x="70" y="247"/>
                    <a:pt x="103" y="268"/>
                    <a:pt x="140" y="268"/>
                  </a:cubicBezTo>
                  <a:cubicBezTo>
                    <a:pt x="190" y="247"/>
                    <a:pt x="243" y="181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8" name="Google Shape;21138;p60"/>
            <p:cNvSpPr/>
            <p:nvPr/>
          </p:nvSpPr>
          <p:spPr>
            <a:xfrm>
              <a:off x="4186750" y="2302950"/>
              <a:ext cx="4750" cy="6675"/>
            </a:xfrm>
            <a:custGeom>
              <a:avLst/>
              <a:gdLst/>
              <a:ahLst/>
              <a:cxnLst/>
              <a:rect l="l" t="t" r="r" b="b"/>
              <a:pathLst>
                <a:path w="190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0" y="190"/>
                    <a:pt x="17" y="227"/>
                    <a:pt x="50" y="243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6" y="267"/>
                    <a:pt x="126" y="265"/>
                    <a:pt x="136" y="260"/>
                  </a:cubicBezTo>
                  <a:cubicBezTo>
                    <a:pt x="153" y="260"/>
                    <a:pt x="169" y="243"/>
                    <a:pt x="190" y="227"/>
                  </a:cubicBezTo>
                  <a:cubicBezTo>
                    <a:pt x="169" y="157"/>
                    <a:pt x="136" y="87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9" name="Google Shape;21139;p60"/>
            <p:cNvSpPr/>
            <p:nvPr/>
          </p:nvSpPr>
          <p:spPr>
            <a:xfrm>
              <a:off x="4128700" y="22678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17"/>
                    <a:pt x="38" y="33"/>
                    <a:pt x="17" y="50"/>
                  </a:cubicBezTo>
                  <a:cubicBezTo>
                    <a:pt x="1" y="87"/>
                    <a:pt x="1" y="120"/>
                    <a:pt x="1" y="153"/>
                  </a:cubicBezTo>
                  <a:cubicBezTo>
                    <a:pt x="1" y="190"/>
                    <a:pt x="17" y="223"/>
                    <a:pt x="38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1" y="256"/>
                    <a:pt x="223" y="190"/>
                    <a:pt x="223" y="120"/>
                  </a:cubicBezTo>
                  <a:cubicBezTo>
                    <a:pt x="207" y="87"/>
                    <a:pt x="191" y="50"/>
                    <a:pt x="174" y="33"/>
                  </a:cubicBezTo>
                  <a:cubicBezTo>
                    <a:pt x="174" y="17"/>
                    <a:pt x="158" y="17"/>
                    <a:pt x="158" y="17"/>
                  </a:cubicBez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0" name="Google Shape;21140;p60"/>
            <p:cNvSpPr/>
            <p:nvPr/>
          </p:nvSpPr>
          <p:spPr>
            <a:xfrm>
              <a:off x="3796300" y="2343850"/>
              <a:ext cx="4350" cy="6600"/>
            </a:xfrm>
            <a:custGeom>
              <a:avLst/>
              <a:gdLst/>
              <a:ahLst/>
              <a:cxnLst/>
              <a:rect l="l" t="t" r="r" b="b"/>
              <a:pathLst>
                <a:path w="174" h="264" extrusionOk="0">
                  <a:moveTo>
                    <a:pt x="52" y="1"/>
                  </a:moveTo>
                  <a:cubicBezTo>
                    <a:pt x="37" y="1"/>
                    <a:pt x="19" y="5"/>
                    <a:pt x="0" y="13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56"/>
                    <a:pt x="43" y="264"/>
                    <a:pt x="54" y="264"/>
                  </a:cubicBezTo>
                  <a:cubicBezTo>
                    <a:pt x="60" y="264"/>
                    <a:pt x="65" y="262"/>
                    <a:pt x="71" y="256"/>
                  </a:cubicBezTo>
                  <a:cubicBezTo>
                    <a:pt x="104" y="256"/>
                    <a:pt x="141" y="219"/>
                    <a:pt x="157" y="186"/>
                  </a:cubicBezTo>
                  <a:cubicBezTo>
                    <a:pt x="174" y="137"/>
                    <a:pt x="157" y="83"/>
                    <a:pt x="141" y="50"/>
                  </a:cubicBezTo>
                  <a:cubicBezTo>
                    <a:pt x="120" y="34"/>
                    <a:pt x="104" y="13"/>
                    <a:pt x="87" y="13"/>
                  </a:cubicBezTo>
                  <a:cubicBezTo>
                    <a:pt x="79" y="5"/>
                    <a:pt x="66" y="1"/>
                    <a:pt x="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1" name="Google Shape;21141;p60"/>
            <p:cNvSpPr/>
            <p:nvPr/>
          </p:nvSpPr>
          <p:spPr>
            <a:xfrm>
              <a:off x="3796300" y="2437850"/>
              <a:ext cx="4350" cy="6425"/>
            </a:xfrm>
            <a:custGeom>
              <a:avLst/>
              <a:gdLst/>
              <a:ahLst/>
              <a:cxnLst/>
              <a:rect l="l" t="t" r="r" b="b"/>
              <a:pathLst>
                <a:path w="174" h="257" extrusionOk="0">
                  <a:moveTo>
                    <a:pt x="38" y="1"/>
                  </a:moveTo>
                  <a:cubicBezTo>
                    <a:pt x="17" y="1"/>
                    <a:pt x="17" y="1"/>
                    <a:pt x="0" y="17"/>
                  </a:cubicBezTo>
                  <a:lnTo>
                    <a:pt x="0" y="257"/>
                  </a:lnTo>
                  <a:lnTo>
                    <a:pt x="71" y="257"/>
                  </a:lnTo>
                  <a:cubicBezTo>
                    <a:pt x="104" y="257"/>
                    <a:pt x="120" y="240"/>
                    <a:pt x="141" y="207"/>
                  </a:cubicBezTo>
                  <a:cubicBezTo>
                    <a:pt x="157" y="170"/>
                    <a:pt x="174" y="137"/>
                    <a:pt x="157" y="104"/>
                  </a:cubicBezTo>
                  <a:cubicBezTo>
                    <a:pt x="157" y="67"/>
                    <a:pt x="141" y="50"/>
                    <a:pt x="120" y="34"/>
                  </a:cubicBezTo>
                  <a:cubicBezTo>
                    <a:pt x="104" y="17"/>
                    <a:pt x="104" y="17"/>
                    <a:pt x="87" y="17"/>
                  </a:cubicBezTo>
                  <a:cubicBezTo>
                    <a:pt x="71" y="1"/>
                    <a:pt x="54" y="1"/>
                    <a:pt x="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2" name="Google Shape;21142;p60"/>
            <p:cNvSpPr/>
            <p:nvPr/>
          </p:nvSpPr>
          <p:spPr>
            <a:xfrm>
              <a:off x="3796300" y="2387675"/>
              <a:ext cx="4350" cy="6725"/>
            </a:xfrm>
            <a:custGeom>
              <a:avLst/>
              <a:gdLst/>
              <a:ahLst/>
              <a:cxnLst/>
              <a:rect l="l" t="t" r="r" b="b"/>
              <a:pathLst>
                <a:path w="174" h="269" extrusionOk="0">
                  <a:moveTo>
                    <a:pt x="52" y="0"/>
                  </a:moveTo>
                  <a:cubicBezTo>
                    <a:pt x="37" y="0"/>
                    <a:pt x="19" y="4"/>
                    <a:pt x="0" y="12"/>
                  </a:cubicBezTo>
                  <a:lnTo>
                    <a:pt x="0" y="256"/>
                  </a:lnTo>
                  <a:lnTo>
                    <a:pt x="17" y="256"/>
                  </a:lnTo>
                  <a:cubicBezTo>
                    <a:pt x="31" y="264"/>
                    <a:pt x="47" y="269"/>
                    <a:pt x="62" y="269"/>
                  </a:cubicBezTo>
                  <a:cubicBezTo>
                    <a:pt x="104" y="269"/>
                    <a:pt x="145" y="237"/>
                    <a:pt x="157" y="186"/>
                  </a:cubicBezTo>
                  <a:cubicBezTo>
                    <a:pt x="174" y="115"/>
                    <a:pt x="157" y="33"/>
                    <a:pt x="87" y="12"/>
                  </a:cubicBezTo>
                  <a:cubicBezTo>
                    <a:pt x="79" y="4"/>
                    <a:pt x="66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3" name="Google Shape;21143;p60"/>
            <p:cNvSpPr/>
            <p:nvPr/>
          </p:nvSpPr>
          <p:spPr>
            <a:xfrm>
              <a:off x="4141600" y="2216750"/>
              <a:ext cx="6500" cy="6700"/>
            </a:xfrm>
            <a:custGeom>
              <a:avLst/>
              <a:gdLst/>
              <a:ahLst/>
              <a:cxnLst/>
              <a:rect l="l" t="t" r="r" b="b"/>
              <a:pathLst>
                <a:path w="260" h="268" extrusionOk="0">
                  <a:moveTo>
                    <a:pt x="122" y="1"/>
                  </a:moveTo>
                  <a:cubicBezTo>
                    <a:pt x="78" y="1"/>
                    <a:pt x="44" y="32"/>
                    <a:pt x="17" y="84"/>
                  </a:cubicBezTo>
                  <a:cubicBezTo>
                    <a:pt x="0" y="150"/>
                    <a:pt x="37" y="220"/>
                    <a:pt x="87" y="253"/>
                  </a:cubicBezTo>
                  <a:cubicBezTo>
                    <a:pt x="101" y="263"/>
                    <a:pt x="117" y="268"/>
                    <a:pt x="132" y="268"/>
                  </a:cubicBezTo>
                  <a:cubicBezTo>
                    <a:pt x="173" y="268"/>
                    <a:pt x="211" y="235"/>
                    <a:pt x="223" y="187"/>
                  </a:cubicBezTo>
                  <a:cubicBezTo>
                    <a:pt x="260" y="117"/>
                    <a:pt x="223" y="30"/>
                    <a:pt x="173" y="14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4" name="Google Shape;21144;p60"/>
            <p:cNvSpPr/>
            <p:nvPr/>
          </p:nvSpPr>
          <p:spPr>
            <a:xfrm>
              <a:off x="3806200" y="2356325"/>
              <a:ext cx="5575" cy="6825"/>
            </a:xfrm>
            <a:custGeom>
              <a:avLst/>
              <a:gdLst/>
              <a:ahLst/>
              <a:cxnLst/>
              <a:rect l="l" t="t" r="r" b="b"/>
              <a:pathLst>
                <a:path w="223" h="273" extrusionOk="0">
                  <a:moveTo>
                    <a:pt x="112" y="1"/>
                  </a:moveTo>
                  <a:cubicBezTo>
                    <a:pt x="103" y="1"/>
                    <a:pt x="95" y="5"/>
                    <a:pt x="87" y="13"/>
                  </a:cubicBezTo>
                  <a:cubicBezTo>
                    <a:pt x="54" y="13"/>
                    <a:pt x="33" y="30"/>
                    <a:pt x="17" y="67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17" y="219"/>
                    <a:pt x="33" y="236"/>
                  </a:cubicBezTo>
                  <a:cubicBezTo>
                    <a:pt x="70" y="256"/>
                    <a:pt x="87" y="273"/>
                    <a:pt x="120" y="273"/>
                  </a:cubicBezTo>
                  <a:cubicBezTo>
                    <a:pt x="190" y="256"/>
                    <a:pt x="223" y="186"/>
                    <a:pt x="206" y="116"/>
                  </a:cubicBezTo>
                  <a:cubicBezTo>
                    <a:pt x="206" y="83"/>
                    <a:pt x="190" y="50"/>
                    <a:pt x="173" y="30"/>
                  </a:cubicBezTo>
                  <a:cubicBezTo>
                    <a:pt x="157" y="30"/>
                    <a:pt x="157" y="13"/>
                    <a:pt x="136" y="13"/>
                  </a:cubicBezTo>
                  <a:cubicBezTo>
                    <a:pt x="128" y="5"/>
                    <a:pt x="120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5" name="Google Shape;21145;p60"/>
            <p:cNvSpPr/>
            <p:nvPr/>
          </p:nvSpPr>
          <p:spPr>
            <a:xfrm>
              <a:off x="3798875" y="23730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41" y="1"/>
                  </a:moveTo>
                  <a:cubicBezTo>
                    <a:pt x="104" y="1"/>
                    <a:pt x="87" y="1"/>
                    <a:pt x="54" y="17"/>
                  </a:cubicBezTo>
                  <a:cubicBezTo>
                    <a:pt x="17" y="67"/>
                    <a:pt x="1" y="153"/>
                    <a:pt x="38" y="207"/>
                  </a:cubicBezTo>
                  <a:cubicBezTo>
                    <a:pt x="54" y="240"/>
                    <a:pt x="87" y="256"/>
                    <a:pt x="120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23" y="207"/>
                    <a:pt x="244" y="170"/>
                    <a:pt x="244" y="137"/>
                  </a:cubicBezTo>
                  <a:cubicBezTo>
                    <a:pt x="244" y="104"/>
                    <a:pt x="223" y="67"/>
                    <a:pt x="207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6" name="Google Shape;21146;p60"/>
            <p:cNvSpPr/>
            <p:nvPr/>
          </p:nvSpPr>
          <p:spPr>
            <a:xfrm>
              <a:off x="3796300" y="2358800"/>
              <a:ext cx="950" cy="4350"/>
            </a:xfrm>
            <a:custGeom>
              <a:avLst/>
              <a:gdLst/>
              <a:ahLst/>
              <a:cxnLst/>
              <a:rect l="l" t="t" r="r" b="b"/>
              <a:pathLst>
                <a:path w="38" h="174" extrusionOk="0">
                  <a:moveTo>
                    <a:pt x="0" y="1"/>
                  </a:moveTo>
                  <a:lnTo>
                    <a:pt x="0" y="174"/>
                  </a:lnTo>
                  <a:cubicBezTo>
                    <a:pt x="17" y="157"/>
                    <a:pt x="17" y="157"/>
                    <a:pt x="17" y="137"/>
                  </a:cubicBezTo>
                  <a:cubicBezTo>
                    <a:pt x="38" y="87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7" name="Google Shape;21147;p60"/>
            <p:cNvSpPr/>
            <p:nvPr/>
          </p:nvSpPr>
          <p:spPr>
            <a:xfrm>
              <a:off x="3796300" y="24224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54" y="17"/>
                    <a:pt x="17" y="50"/>
                    <a:pt x="0" y="104"/>
                  </a:cubicBezTo>
                  <a:lnTo>
                    <a:pt x="0" y="170"/>
                  </a:lnTo>
                  <a:cubicBezTo>
                    <a:pt x="15" y="216"/>
                    <a:pt x="57" y="259"/>
                    <a:pt x="114" y="259"/>
                  </a:cubicBezTo>
                  <a:cubicBezTo>
                    <a:pt x="122" y="259"/>
                    <a:pt x="131" y="258"/>
                    <a:pt x="141" y="256"/>
                  </a:cubicBezTo>
                  <a:cubicBezTo>
                    <a:pt x="157" y="256"/>
                    <a:pt x="190" y="240"/>
                    <a:pt x="207" y="207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8" name="Google Shape;21148;p60"/>
            <p:cNvSpPr/>
            <p:nvPr/>
          </p:nvSpPr>
          <p:spPr>
            <a:xfrm>
              <a:off x="3796300" y="2311600"/>
              <a:ext cx="2200" cy="6000"/>
            </a:xfrm>
            <a:custGeom>
              <a:avLst/>
              <a:gdLst/>
              <a:ahLst/>
              <a:cxnLst/>
              <a:rect l="l" t="t" r="r" b="b"/>
              <a:pathLst>
                <a:path w="88" h="240" extrusionOk="0">
                  <a:moveTo>
                    <a:pt x="0" y="0"/>
                  </a:moveTo>
                  <a:lnTo>
                    <a:pt x="0" y="239"/>
                  </a:lnTo>
                  <a:cubicBezTo>
                    <a:pt x="54" y="223"/>
                    <a:pt x="87" y="169"/>
                    <a:pt x="87" y="103"/>
                  </a:cubicBezTo>
                  <a:cubicBezTo>
                    <a:pt x="71" y="66"/>
                    <a:pt x="71" y="33"/>
                    <a:pt x="38" y="17"/>
                  </a:cubicBezTo>
                  <a:lnTo>
                    <a:pt x="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9" name="Google Shape;21149;p60"/>
            <p:cNvSpPr/>
            <p:nvPr/>
          </p:nvSpPr>
          <p:spPr>
            <a:xfrm>
              <a:off x="4074600" y="24313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17"/>
                    <a:pt x="0" y="70"/>
                    <a:pt x="17" y="157"/>
                  </a:cubicBezTo>
                  <a:cubicBezTo>
                    <a:pt x="17" y="190"/>
                    <a:pt x="37" y="206"/>
                    <a:pt x="54" y="243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90" y="243"/>
                    <a:pt x="244" y="173"/>
                    <a:pt x="223" y="103"/>
                  </a:cubicBezTo>
                  <a:cubicBezTo>
                    <a:pt x="223" y="70"/>
                    <a:pt x="206" y="37"/>
                    <a:pt x="190" y="17"/>
                  </a:cubicBezTo>
                  <a:cubicBezTo>
                    <a:pt x="173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0" name="Google Shape;21150;p60"/>
            <p:cNvSpPr/>
            <p:nvPr/>
          </p:nvSpPr>
          <p:spPr>
            <a:xfrm>
              <a:off x="4102125" y="23021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06"/>
                    <a:pt x="50" y="239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39"/>
                    <a:pt x="239" y="173"/>
                    <a:pt x="223" y="103"/>
                  </a:cubicBezTo>
                  <a:cubicBezTo>
                    <a:pt x="223" y="70"/>
                    <a:pt x="206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1" name="Google Shape;21151;p60"/>
            <p:cNvSpPr/>
            <p:nvPr/>
          </p:nvSpPr>
          <p:spPr>
            <a:xfrm>
              <a:off x="4041500" y="24085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1"/>
                  </a:moveTo>
                  <a:cubicBezTo>
                    <a:pt x="54" y="22"/>
                    <a:pt x="1" y="88"/>
                    <a:pt x="21" y="158"/>
                  </a:cubicBezTo>
                  <a:cubicBezTo>
                    <a:pt x="21" y="191"/>
                    <a:pt x="38" y="228"/>
                    <a:pt x="54" y="244"/>
                  </a:cubicBezTo>
                  <a:cubicBezTo>
                    <a:pt x="87" y="261"/>
                    <a:pt x="125" y="261"/>
                    <a:pt x="141" y="261"/>
                  </a:cubicBezTo>
                  <a:cubicBezTo>
                    <a:pt x="207" y="261"/>
                    <a:pt x="244" y="191"/>
                    <a:pt x="244" y="125"/>
                  </a:cubicBezTo>
                  <a:cubicBezTo>
                    <a:pt x="228" y="71"/>
                    <a:pt x="207" y="55"/>
                    <a:pt x="191" y="38"/>
                  </a:cubicBezTo>
                  <a:cubicBezTo>
                    <a:pt x="191" y="22"/>
                    <a:pt x="174" y="22"/>
                    <a:pt x="174" y="22"/>
                  </a:cubicBezTo>
                  <a:cubicBezTo>
                    <a:pt x="141" y="1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2" name="Google Shape;21152;p60"/>
            <p:cNvSpPr/>
            <p:nvPr/>
          </p:nvSpPr>
          <p:spPr>
            <a:xfrm>
              <a:off x="3817325" y="24004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19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3" name="Google Shape;21153;p60"/>
            <p:cNvSpPr/>
            <p:nvPr/>
          </p:nvSpPr>
          <p:spPr>
            <a:xfrm>
              <a:off x="3855575" y="2425950"/>
              <a:ext cx="5175" cy="6375"/>
            </a:xfrm>
            <a:custGeom>
              <a:avLst/>
              <a:gdLst/>
              <a:ahLst/>
              <a:cxnLst/>
              <a:rect l="l" t="t" r="r" b="b"/>
              <a:pathLst>
                <a:path w="207" h="255" extrusionOk="0">
                  <a:moveTo>
                    <a:pt x="113" y="0"/>
                  </a:moveTo>
                  <a:cubicBezTo>
                    <a:pt x="92" y="0"/>
                    <a:pt x="73" y="8"/>
                    <a:pt x="54" y="28"/>
                  </a:cubicBezTo>
                  <a:cubicBezTo>
                    <a:pt x="37" y="28"/>
                    <a:pt x="17" y="65"/>
                    <a:pt x="0" y="81"/>
                  </a:cubicBezTo>
                  <a:lnTo>
                    <a:pt x="0" y="168"/>
                  </a:lnTo>
                  <a:cubicBezTo>
                    <a:pt x="17" y="201"/>
                    <a:pt x="37" y="234"/>
                    <a:pt x="70" y="254"/>
                  </a:cubicBezTo>
                  <a:cubicBezTo>
                    <a:pt x="120" y="201"/>
                    <a:pt x="157" y="151"/>
                    <a:pt x="206" y="81"/>
                  </a:cubicBezTo>
                  <a:cubicBezTo>
                    <a:pt x="206" y="48"/>
                    <a:pt x="173" y="28"/>
                    <a:pt x="157" y="11"/>
                  </a:cubicBezTo>
                  <a:cubicBezTo>
                    <a:pt x="141" y="4"/>
                    <a:pt x="127" y="0"/>
                    <a:pt x="1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4" name="Google Shape;21154;p60"/>
            <p:cNvSpPr/>
            <p:nvPr/>
          </p:nvSpPr>
          <p:spPr>
            <a:xfrm>
              <a:off x="3809600" y="24335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1"/>
                  </a:moveTo>
                  <a:cubicBezTo>
                    <a:pt x="103" y="1"/>
                    <a:pt x="70" y="1"/>
                    <a:pt x="54" y="34"/>
                  </a:cubicBezTo>
                  <a:cubicBezTo>
                    <a:pt x="0" y="71"/>
                    <a:pt x="0" y="157"/>
                    <a:pt x="37" y="207"/>
                  </a:cubicBezTo>
                  <a:cubicBezTo>
                    <a:pt x="54" y="240"/>
                    <a:pt x="87" y="260"/>
                    <a:pt x="103" y="260"/>
                  </a:cubicBezTo>
                  <a:cubicBezTo>
                    <a:pt x="141" y="260"/>
                    <a:pt x="174" y="260"/>
                    <a:pt x="190" y="223"/>
                  </a:cubicBezTo>
                  <a:cubicBezTo>
                    <a:pt x="244" y="190"/>
                    <a:pt x="244" y="104"/>
                    <a:pt x="206" y="54"/>
                  </a:cubicBezTo>
                  <a:cubicBezTo>
                    <a:pt x="190" y="34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5" name="Google Shape;21155;p60"/>
            <p:cNvSpPr/>
            <p:nvPr/>
          </p:nvSpPr>
          <p:spPr>
            <a:xfrm>
              <a:off x="3815275" y="22934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23" y="0"/>
                  </a:moveTo>
                  <a:cubicBezTo>
                    <a:pt x="98" y="0"/>
                    <a:pt x="73" y="12"/>
                    <a:pt x="50" y="23"/>
                  </a:cubicBezTo>
                  <a:cubicBezTo>
                    <a:pt x="33" y="40"/>
                    <a:pt x="17" y="56"/>
                    <a:pt x="0" y="93"/>
                  </a:cubicBezTo>
                  <a:lnTo>
                    <a:pt x="0" y="176"/>
                  </a:lnTo>
                  <a:cubicBezTo>
                    <a:pt x="17" y="213"/>
                    <a:pt x="33" y="246"/>
                    <a:pt x="66" y="246"/>
                  </a:cubicBezTo>
                  <a:cubicBezTo>
                    <a:pt x="80" y="255"/>
                    <a:pt x="95" y="259"/>
                    <a:pt x="110" y="259"/>
                  </a:cubicBezTo>
                  <a:cubicBezTo>
                    <a:pt x="151" y="259"/>
                    <a:pt x="191" y="227"/>
                    <a:pt x="206" y="176"/>
                  </a:cubicBezTo>
                  <a:cubicBezTo>
                    <a:pt x="239" y="110"/>
                    <a:pt x="206" y="40"/>
                    <a:pt x="153" y="7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6" name="Google Shape;21156;p60"/>
            <p:cNvSpPr/>
            <p:nvPr/>
          </p:nvSpPr>
          <p:spPr>
            <a:xfrm>
              <a:off x="3810925" y="246557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1" y="0"/>
                  </a:moveTo>
                  <a:cubicBezTo>
                    <a:pt x="115" y="0"/>
                    <a:pt x="110" y="2"/>
                    <a:pt x="104" y="9"/>
                  </a:cubicBezTo>
                  <a:cubicBezTo>
                    <a:pt x="71" y="9"/>
                    <a:pt x="50" y="26"/>
                    <a:pt x="34" y="59"/>
                  </a:cubicBezTo>
                  <a:cubicBezTo>
                    <a:pt x="17" y="75"/>
                    <a:pt x="1" y="112"/>
                    <a:pt x="17" y="145"/>
                  </a:cubicBezTo>
                  <a:cubicBezTo>
                    <a:pt x="17" y="178"/>
                    <a:pt x="34" y="215"/>
                    <a:pt x="50" y="232"/>
                  </a:cubicBezTo>
                  <a:cubicBezTo>
                    <a:pt x="88" y="248"/>
                    <a:pt x="104" y="265"/>
                    <a:pt x="137" y="265"/>
                  </a:cubicBezTo>
                  <a:cubicBezTo>
                    <a:pt x="207" y="248"/>
                    <a:pt x="240" y="178"/>
                    <a:pt x="224" y="112"/>
                  </a:cubicBezTo>
                  <a:cubicBezTo>
                    <a:pt x="224" y="75"/>
                    <a:pt x="207" y="42"/>
                    <a:pt x="191" y="26"/>
                  </a:cubicBezTo>
                  <a:cubicBezTo>
                    <a:pt x="174" y="26"/>
                    <a:pt x="174" y="9"/>
                    <a:pt x="153" y="9"/>
                  </a:cubicBezTo>
                  <a:cubicBezTo>
                    <a:pt x="142" y="9"/>
                    <a:pt x="132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7" name="Google Shape;21157;p60"/>
            <p:cNvSpPr/>
            <p:nvPr/>
          </p:nvSpPr>
          <p:spPr>
            <a:xfrm>
              <a:off x="3811750" y="236992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71" y="1"/>
                    <a:pt x="55" y="22"/>
                    <a:pt x="38" y="38"/>
                  </a:cubicBezTo>
                  <a:cubicBezTo>
                    <a:pt x="17" y="71"/>
                    <a:pt x="1" y="104"/>
                    <a:pt x="1" y="158"/>
                  </a:cubicBezTo>
                  <a:cubicBezTo>
                    <a:pt x="1" y="191"/>
                    <a:pt x="17" y="228"/>
                    <a:pt x="55" y="244"/>
                  </a:cubicBezTo>
                  <a:cubicBezTo>
                    <a:pt x="71" y="261"/>
                    <a:pt x="104" y="261"/>
                    <a:pt x="141" y="261"/>
                  </a:cubicBezTo>
                  <a:cubicBezTo>
                    <a:pt x="191" y="261"/>
                    <a:pt x="224" y="191"/>
                    <a:pt x="224" y="125"/>
                  </a:cubicBezTo>
                  <a:lnTo>
                    <a:pt x="224" y="104"/>
                  </a:lnTo>
                  <a:cubicBezTo>
                    <a:pt x="224" y="71"/>
                    <a:pt x="191" y="38"/>
                    <a:pt x="158" y="22"/>
                  </a:cubicBezTo>
                  <a:cubicBezTo>
                    <a:pt x="141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8" name="Google Shape;21158;p60"/>
            <p:cNvSpPr/>
            <p:nvPr/>
          </p:nvSpPr>
          <p:spPr>
            <a:xfrm>
              <a:off x="3814750" y="23257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24" y="0"/>
                  </a:moveTo>
                  <a:cubicBezTo>
                    <a:pt x="87" y="0"/>
                    <a:pt x="71" y="17"/>
                    <a:pt x="38" y="37"/>
                  </a:cubicBezTo>
                  <a:cubicBezTo>
                    <a:pt x="21" y="54"/>
                    <a:pt x="0" y="87"/>
                    <a:pt x="0" y="120"/>
                  </a:cubicBezTo>
                  <a:cubicBezTo>
                    <a:pt x="0" y="157"/>
                    <a:pt x="0" y="190"/>
                    <a:pt x="21" y="223"/>
                  </a:cubicBezTo>
                  <a:cubicBezTo>
                    <a:pt x="38" y="243"/>
                    <a:pt x="71" y="260"/>
                    <a:pt x="104" y="260"/>
                  </a:cubicBezTo>
                  <a:cubicBezTo>
                    <a:pt x="110" y="265"/>
                    <a:pt x="117" y="267"/>
                    <a:pt x="124" y="267"/>
                  </a:cubicBezTo>
                  <a:cubicBezTo>
                    <a:pt x="142" y="267"/>
                    <a:pt x="162" y="255"/>
                    <a:pt x="174" y="243"/>
                  </a:cubicBezTo>
                  <a:cubicBezTo>
                    <a:pt x="227" y="190"/>
                    <a:pt x="244" y="103"/>
                    <a:pt x="190" y="54"/>
                  </a:cubicBezTo>
                  <a:cubicBezTo>
                    <a:pt x="190" y="37"/>
                    <a:pt x="174" y="17"/>
                    <a:pt x="157" y="17"/>
                  </a:cubicBezTo>
                  <a:cubicBezTo>
                    <a:pt x="141" y="17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9" name="Google Shape;21159;p60"/>
            <p:cNvSpPr/>
            <p:nvPr/>
          </p:nvSpPr>
          <p:spPr>
            <a:xfrm>
              <a:off x="3813925" y="2245825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20" y="1"/>
                    <a:pt x="87" y="17"/>
                    <a:pt x="71" y="38"/>
                  </a:cubicBezTo>
                  <a:cubicBezTo>
                    <a:pt x="17" y="88"/>
                    <a:pt x="1" y="174"/>
                    <a:pt x="54" y="224"/>
                  </a:cubicBezTo>
                  <a:cubicBezTo>
                    <a:pt x="71" y="244"/>
                    <a:pt x="87" y="261"/>
                    <a:pt x="120" y="277"/>
                  </a:cubicBezTo>
                  <a:cubicBezTo>
                    <a:pt x="157" y="277"/>
                    <a:pt x="174" y="261"/>
                    <a:pt x="207" y="244"/>
                  </a:cubicBezTo>
                  <a:cubicBezTo>
                    <a:pt x="223" y="224"/>
                    <a:pt x="240" y="191"/>
                    <a:pt x="240" y="158"/>
                  </a:cubicBezTo>
                  <a:cubicBezTo>
                    <a:pt x="240" y="121"/>
                    <a:pt x="240" y="88"/>
                    <a:pt x="223" y="55"/>
                  </a:cubicBezTo>
                  <a:cubicBezTo>
                    <a:pt x="207" y="38"/>
                    <a:pt x="190" y="17"/>
                    <a:pt x="174" y="17"/>
                  </a:cubicBezTo>
                  <a:cubicBezTo>
                    <a:pt x="157" y="17"/>
                    <a:pt x="15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0" name="Google Shape;21160;p60"/>
            <p:cNvSpPr/>
            <p:nvPr/>
          </p:nvSpPr>
          <p:spPr>
            <a:xfrm>
              <a:off x="3844425" y="2412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3" y="254"/>
                    <a:pt x="103" y="267"/>
                    <a:pt x="120" y="267"/>
                  </a:cubicBezTo>
                  <a:cubicBezTo>
                    <a:pt x="126" y="267"/>
                    <a:pt x="132" y="265"/>
                    <a:pt x="137" y="260"/>
                  </a:cubicBezTo>
                  <a:cubicBezTo>
                    <a:pt x="207" y="260"/>
                    <a:pt x="240" y="190"/>
                    <a:pt x="240" y="120"/>
                  </a:cubicBezTo>
                  <a:cubicBezTo>
                    <a:pt x="240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1" name="Google Shape;21161;p60"/>
            <p:cNvSpPr/>
            <p:nvPr/>
          </p:nvSpPr>
          <p:spPr>
            <a:xfrm>
              <a:off x="3800225" y="23265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32" y="0"/>
                  </a:moveTo>
                  <a:cubicBezTo>
                    <a:pt x="83" y="0"/>
                    <a:pt x="43" y="32"/>
                    <a:pt x="17" y="72"/>
                  </a:cubicBezTo>
                  <a:cubicBezTo>
                    <a:pt x="0" y="142"/>
                    <a:pt x="33" y="229"/>
                    <a:pt x="87" y="245"/>
                  </a:cubicBezTo>
                  <a:cubicBezTo>
                    <a:pt x="103" y="262"/>
                    <a:pt x="120" y="262"/>
                    <a:pt x="136" y="262"/>
                  </a:cubicBezTo>
                  <a:cubicBezTo>
                    <a:pt x="169" y="245"/>
                    <a:pt x="206" y="229"/>
                    <a:pt x="223" y="175"/>
                  </a:cubicBezTo>
                  <a:cubicBezTo>
                    <a:pt x="239" y="126"/>
                    <a:pt x="239" y="72"/>
                    <a:pt x="206" y="39"/>
                  </a:cubicBezTo>
                  <a:cubicBezTo>
                    <a:pt x="206" y="23"/>
                    <a:pt x="190" y="23"/>
                    <a:pt x="169" y="6"/>
                  </a:cubicBezTo>
                  <a:cubicBezTo>
                    <a:pt x="156" y="2"/>
                    <a:pt x="14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2" name="Google Shape;21162;p60"/>
            <p:cNvSpPr/>
            <p:nvPr/>
          </p:nvSpPr>
          <p:spPr>
            <a:xfrm>
              <a:off x="3810100" y="2417250"/>
              <a:ext cx="6025" cy="6575"/>
            </a:xfrm>
            <a:custGeom>
              <a:avLst/>
              <a:gdLst/>
              <a:ahLst/>
              <a:cxnLst/>
              <a:rect l="l" t="t" r="r" b="b"/>
              <a:pathLst>
                <a:path w="241" h="263" extrusionOk="0">
                  <a:moveTo>
                    <a:pt x="104" y="0"/>
                  </a:moveTo>
                  <a:cubicBezTo>
                    <a:pt x="34" y="17"/>
                    <a:pt x="1" y="87"/>
                    <a:pt x="1" y="153"/>
                  </a:cubicBezTo>
                  <a:cubicBezTo>
                    <a:pt x="17" y="190"/>
                    <a:pt x="17" y="223"/>
                    <a:pt x="50" y="239"/>
                  </a:cubicBezTo>
                  <a:cubicBezTo>
                    <a:pt x="62" y="251"/>
                    <a:pt x="84" y="263"/>
                    <a:pt x="108" y="263"/>
                  </a:cubicBezTo>
                  <a:cubicBezTo>
                    <a:pt x="117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4" y="120"/>
                  </a:cubicBezTo>
                  <a:cubicBezTo>
                    <a:pt x="224" y="87"/>
                    <a:pt x="207" y="50"/>
                    <a:pt x="170" y="33"/>
                  </a:cubicBezTo>
                  <a:cubicBezTo>
                    <a:pt x="170" y="17"/>
                    <a:pt x="170" y="17"/>
                    <a:pt x="154" y="17"/>
                  </a:cubicBezTo>
                  <a:cubicBezTo>
                    <a:pt x="137" y="0"/>
                    <a:pt x="12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3" name="Google Shape;21163;p60"/>
            <p:cNvSpPr/>
            <p:nvPr/>
          </p:nvSpPr>
          <p:spPr>
            <a:xfrm>
              <a:off x="3809600" y="23868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2" y="1"/>
                  </a:moveTo>
                  <a:cubicBezTo>
                    <a:pt x="78" y="1"/>
                    <a:pt x="45" y="32"/>
                    <a:pt x="21" y="84"/>
                  </a:cubicBezTo>
                  <a:cubicBezTo>
                    <a:pt x="0" y="149"/>
                    <a:pt x="37" y="220"/>
                    <a:pt x="87" y="253"/>
                  </a:cubicBezTo>
                  <a:cubicBezTo>
                    <a:pt x="97" y="256"/>
                    <a:pt x="107" y="258"/>
                    <a:pt x="118" y="258"/>
                  </a:cubicBezTo>
                  <a:cubicBezTo>
                    <a:pt x="164" y="258"/>
                    <a:pt x="210" y="224"/>
                    <a:pt x="227" y="170"/>
                  </a:cubicBezTo>
                  <a:cubicBezTo>
                    <a:pt x="260" y="117"/>
                    <a:pt x="227" y="30"/>
                    <a:pt x="174" y="13"/>
                  </a:cubicBezTo>
                  <a:cubicBezTo>
                    <a:pt x="155" y="5"/>
                    <a:pt x="138" y="1"/>
                    <a:pt x="1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4" name="Google Shape;21164;p60"/>
            <p:cNvSpPr/>
            <p:nvPr/>
          </p:nvSpPr>
          <p:spPr>
            <a:xfrm>
              <a:off x="4105100" y="22553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0"/>
                    <a:pt x="71" y="17"/>
                  </a:cubicBezTo>
                  <a:cubicBezTo>
                    <a:pt x="17" y="70"/>
                    <a:pt x="1" y="153"/>
                    <a:pt x="54" y="206"/>
                  </a:cubicBezTo>
                  <a:cubicBezTo>
                    <a:pt x="71" y="239"/>
                    <a:pt x="87" y="256"/>
                    <a:pt x="120" y="256"/>
                  </a:cubicBezTo>
                  <a:cubicBezTo>
                    <a:pt x="157" y="256"/>
                    <a:pt x="174" y="256"/>
                    <a:pt x="207" y="223"/>
                  </a:cubicBezTo>
                  <a:cubicBezTo>
                    <a:pt x="223" y="206"/>
                    <a:pt x="240" y="173"/>
                    <a:pt x="240" y="136"/>
                  </a:cubicBezTo>
                  <a:cubicBezTo>
                    <a:pt x="240" y="103"/>
                    <a:pt x="240" y="70"/>
                    <a:pt x="223" y="50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5" name="Google Shape;21165;p60"/>
            <p:cNvSpPr/>
            <p:nvPr/>
          </p:nvSpPr>
          <p:spPr>
            <a:xfrm>
              <a:off x="3802375" y="240250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5" y="1"/>
                  </a:moveTo>
                  <a:cubicBezTo>
                    <a:pt x="81" y="1"/>
                    <a:pt x="31" y="31"/>
                    <a:pt x="17" y="75"/>
                  </a:cubicBezTo>
                  <a:cubicBezTo>
                    <a:pt x="1" y="141"/>
                    <a:pt x="34" y="228"/>
                    <a:pt x="83" y="244"/>
                  </a:cubicBezTo>
                  <a:cubicBezTo>
                    <a:pt x="98" y="254"/>
                    <a:pt x="114" y="259"/>
                    <a:pt x="129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70" y="5"/>
                  </a:cubicBezTo>
                  <a:cubicBezTo>
                    <a:pt x="158" y="2"/>
                    <a:pt x="146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6" name="Google Shape;21166;p60"/>
            <p:cNvSpPr/>
            <p:nvPr/>
          </p:nvSpPr>
          <p:spPr>
            <a:xfrm>
              <a:off x="3803200" y="24503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7"/>
                    <a:pt x="1" y="67"/>
                    <a:pt x="17" y="153"/>
                  </a:cubicBezTo>
                  <a:cubicBezTo>
                    <a:pt x="17" y="186"/>
                    <a:pt x="34" y="207"/>
                    <a:pt x="50" y="223"/>
                  </a:cubicBezTo>
                  <a:cubicBezTo>
                    <a:pt x="71" y="256"/>
                    <a:pt x="104" y="256"/>
                    <a:pt x="137" y="256"/>
                  </a:cubicBezTo>
                  <a:cubicBezTo>
                    <a:pt x="174" y="256"/>
                    <a:pt x="190" y="223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34"/>
                    <a:pt x="190" y="17"/>
                  </a:cubicBezTo>
                  <a:cubicBezTo>
                    <a:pt x="174" y="17"/>
                    <a:pt x="174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7" name="Google Shape;21167;p60"/>
            <p:cNvSpPr/>
            <p:nvPr/>
          </p:nvSpPr>
          <p:spPr>
            <a:xfrm>
              <a:off x="3806200" y="24829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87" y="1"/>
                  </a:moveTo>
                  <a:cubicBezTo>
                    <a:pt x="33" y="38"/>
                    <a:pt x="0" y="87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20" y="260"/>
                    <a:pt x="136" y="260"/>
                  </a:cubicBezTo>
                  <a:cubicBezTo>
                    <a:pt x="206" y="244"/>
                    <a:pt x="239" y="174"/>
                    <a:pt x="239" y="104"/>
                  </a:cubicBezTo>
                  <a:cubicBezTo>
                    <a:pt x="239" y="104"/>
                    <a:pt x="223" y="87"/>
                    <a:pt x="223" y="71"/>
                  </a:cubicBezTo>
                  <a:cubicBezTo>
                    <a:pt x="206" y="38"/>
                    <a:pt x="190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8" name="Google Shape;21168;p60"/>
            <p:cNvSpPr/>
            <p:nvPr/>
          </p:nvSpPr>
          <p:spPr>
            <a:xfrm>
              <a:off x="3811350" y="23407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4" y="239"/>
                  </a:cubicBezTo>
                  <a:cubicBezTo>
                    <a:pt x="66" y="254"/>
                    <a:pt x="86" y="267"/>
                    <a:pt x="109" y="267"/>
                  </a:cubicBezTo>
                  <a:cubicBezTo>
                    <a:pt x="118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0"/>
                  </a:cubicBezTo>
                  <a:cubicBezTo>
                    <a:pt x="223" y="70"/>
                    <a:pt x="190" y="33"/>
                    <a:pt x="157" y="17"/>
                  </a:cubicBezTo>
                  <a:cubicBezTo>
                    <a:pt x="136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9" name="Google Shape;21169;p60"/>
            <p:cNvSpPr/>
            <p:nvPr/>
          </p:nvSpPr>
          <p:spPr>
            <a:xfrm>
              <a:off x="4108100" y="22854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17" y="66"/>
                    <a:pt x="0" y="153"/>
                    <a:pt x="37" y="223"/>
                  </a:cubicBezTo>
                  <a:cubicBezTo>
                    <a:pt x="70" y="239"/>
                    <a:pt x="87" y="256"/>
                    <a:pt x="120" y="256"/>
                  </a:cubicBezTo>
                  <a:cubicBezTo>
                    <a:pt x="131" y="261"/>
                    <a:pt x="140" y="263"/>
                    <a:pt x="148" y="263"/>
                  </a:cubicBezTo>
                  <a:cubicBezTo>
                    <a:pt x="168" y="263"/>
                    <a:pt x="183" y="251"/>
                    <a:pt x="206" y="239"/>
                  </a:cubicBezTo>
                  <a:cubicBezTo>
                    <a:pt x="244" y="186"/>
                    <a:pt x="260" y="103"/>
                    <a:pt x="223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0" name="Google Shape;21170;p60"/>
            <p:cNvSpPr/>
            <p:nvPr/>
          </p:nvSpPr>
          <p:spPr>
            <a:xfrm>
              <a:off x="4113250" y="2269725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34" y="1"/>
                  </a:moveTo>
                  <a:cubicBezTo>
                    <a:pt x="126" y="1"/>
                    <a:pt x="116" y="3"/>
                    <a:pt x="103" y="10"/>
                  </a:cubicBezTo>
                  <a:cubicBezTo>
                    <a:pt x="54" y="10"/>
                    <a:pt x="0" y="76"/>
                    <a:pt x="17" y="146"/>
                  </a:cubicBezTo>
                  <a:cubicBezTo>
                    <a:pt x="17" y="179"/>
                    <a:pt x="38" y="216"/>
                    <a:pt x="71" y="232"/>
                  </a:cubicBezTo>
                  <a:cubicBezTo>
                    <a:pt x="87" y="249"/>
                    <a:pt x="120" y="265"/>
                    <a:pt x="141" y="265"/>
                  </a:cubicBezTo>
                  <a:cubicBezTo>
                    <a:pt x="207" y="249"/>
                    <a:pt x="244" y="179"/>
                    <a:pt x="244" y="113"/>
                  </a:cubicBezTo>
                  <a:cubicBezTo>
                    <a:pt x="223" y="76"/>
                    <a:pt x="223" y="43"/>
                    <a:pt x="190" y="26"/>
                  </a:cubicBezTo>
                  <a:lnTo>
                    <a:pt x="174" y="10"/>
                  </a:lnTo>
                  <a:cubicBezTo>
                    <a:pt x="163" y="10"/>
                    <a:pt x="152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1" name="Google Shape;21171;p60"/>
            <p:cNvSpPr/>
            <p:nvPr/>
          </p:nvSpPr>
          <p:spPr>
            <a:xfrm>
              <a:off x="4112000" y="2240075"/>
              <a:ext cx="6025" cy="6725"/>
            </a:xfrm>
            <a:custGeom>
              <a:avLst/>
              <a:gdLst/>
              <a:ahLst/>
              <a:cxnLst/>
              <a:rect l="l" t="t" r="r" b="b"/>
              <a:pathLst>
                <a:path w="241" h="269" extrusionOk="0">
                  <a:moveTo>
                    <a:pt x="121" y="1"/>
                  </a:moveTo>
                  <a:cubicBezTo>
                    <a:pt x="115" y="1"/>
                    <a:pt x="110" y="3"/>
                    <a:pt x="104" y="8"/>
                  </a:cubicBezTo>
                  <a:cubicBezTo>
                    <a:pt x="50" y="8"/>
                    <a:pt x="1" y="78"/>
                    <a:pt x="17" y="144"/>
                  </a:cubicBezTo>
                  <a:cubicBezTo>
                    <a:pt x="17" y="181"/>
                    <a:pt x="34" y="214"/>
                    <a:pt x="50" y="231"/>
                  </a:cubicBezTo>
                  <a:cubicBezTo>
                    <a:pt x="88" y="247"/>
                    <a:pt x="104" y="268"/>
                    <a:pt x="137" y="268"/>
                  </a:cubicBezTo>
                  <a:cubicBezTo>
                    <a:pt x="170" y="247"/>
                    <a:pt x="191" y="231"/>
                    <a:pt x="207" y="214"/>
                  </a:cubicBezTo>
                  <a:cubicBezTo>
                    <a:pt x="224" y="181"/>
                    <a:pt x="240" y="144"/>
                    <a:pt x="240" y="111"/>
                  </a:cubicBezTo>
                  <a:cubicBezTo>
                    <a:pt x="224" y="78"/>
                    <a:pt x="207" y="41"/>
                    <a:pt x="191" y="25"/>
                  </a:cubicBezTo>
                  <a:cubicBezTo>
                    <a:pt x="191" y="25"/>
                    <a:pt x="170" y="8"/>
                    <a:pt x="153" y="8"/>
                  </a:cubicBezTo>
                  <a:cubicBezTo>
                    <a:pt x="142" y="8"/>
                    <a:pt x="131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2" name="Google Shape;21172;p60"/>
            <p:cNvSpPr/>
            <p:nvPr/>
          </p:nvSpPr>
          <p:spPr>
            <a:xfrm>
              <a:off x="4109025" y="23159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6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33" y="238"/>
                    <a:pt x="83" y="254"/>
                  </a:cubicBezTo>
                  <a:cubicBezTo>
                    <a:pt x="97" y="263"/>
                    <a:pt x="112" y="267"/>
                    <a:pt x="128" y="267"/>
                  </a:cubicBezTo>
                  <a:cubicBezTo>
                    <a:pt x="170" y="267"/>
                    <a:pt x="211" y="236"/>
                    <a:pt x="223" y="184"/>
                  </a:cubicBezTo>
                  <a:cubicBezTo>
                    <a:pt x="240" y="118"/>
                    <a:pt x="223" y="48"/>
                    <a:pt x="169" y="15"/>
                  </a:cubicBezTo>
                  <a:cubicBezTo>
                    <a:pt x="151" y="5"/>
                    <a:pt x="13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3" name="Google Shape;21173;p60"/>
            <p:cNvSpPr/>
            <p:nvPr/>
          </p:nvSpPr>
          <p:spPr>
            <a:xfrm>
              <a:off x="4116750" y="2391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19" y="1"/>
                  </a:moveTo>
                  <a:cubicBezTo>
                    <a:pt x="67" y="1"/>
                    <a:pt x="28" y="34"/>
                    <a:pt x="1" y="92"/>
                  </a:cubicBezTo>
                  <a:lnTo>
                    <a:pt x="1" y="141"/>
                  </a:lnTo>
                  <a:cubicBezTo>
                    <a:pt x="1" y="195"/>
                    <a:pt x="34" y="244"/>
                    <a:pt x="67" y="261"/>
                  </a:cubicBezTo>
                  <a:cubicBezTo>
                    <a:pt x="77" y="266"/>
                    <a:pt x="88" y="269"/>
                    <a:pt x="100" y="269"/>
                  </a:cubicBezTo>
                  <a:cubicBezTo>
                    <a:pt x="130" y="269"/>
                    <a:pt x="162" y="252"/>
                    <a:pt x="186" y="228"/>
                  </a:cubicBezTo>
                  <a:cubicBezTo>
                    <a:pt x="186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1" y="2"/>
                    <a:pt x="130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4" name="Google Shape;21174;p60"/>
            <p:cNvSpPr/>
            <p:nvPr/>
          </p:nvSpPr>
          <p:spPr>
            <a:xfrm>
              <a:off x="4107275" y="23322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"/>
                    <a:pt x="0" y="67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87" y="257"/>
                    <a:pt x="120" y="257"/>
                    <a:pt x="136" y="257"/>
                  </a:cubicBezTo>
                  <a:cubicBezTo>
                    <a:pt x="206" y="240"/>
                    <a:pt x="239" y="170"/>
                    <a:pt x="239" y="104"/>
                  </a:cubicBezTo>
                  <a:cubicBezTo>
                    <a:pt x="223" y="67"/>
                    <a:pt x="206" y="34"/>
                    <a:pt x="190" y="17"/>
                  </a:cubicBezTo>
                  <a:lnTo>
                    <a:pt x="17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5" name="Google Shape;21175;p60"/>
            <p:cNvSpPr/>
            <p:nvPr/>
          </p:nvSpPr>
          <p:spPr>
            <a:xfrm>
              <a:off x="4113250" y="2364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0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8" y="206"/>
                    <a:pt x="54" y="244"/>
                  </a:cubicBezTo>
                  <a:cubicBezTo>
                    <a:pt x="87" y="260"/>
                    <a:pt x="103" y="260"/>
                    <a:pt x="141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44" y="140"/>
                    <a:pt x="223" y="103"/>
                  </a:cubicBezTo>
                  <a:cubicBezTo>
                    <a:pt x="223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6" name="Google Shape;21176;p60"/>
            <p:cNvSpPr/>
            <p:nvPr/>
          </p:nvSpPr>
          <p:spPr>
            <a:xfrm>
              <a:off x="4118000" y="2345500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54" y="1"/>
                    <a:pt x="33" y="34"/>
                    <a:pt x="17" y="50"/>
                  </a:cubicBezTo>
                  <a:cubicBezTo>
                    <a:pt x="0" y="87"/>
                    <a:pt x="0" y="120"/>
                    <a:pt x="0" y="153"/>
                  </a:cubicBezTo>
                  <a:cubicBezTo>
                    <a:pt x="0" y="190"/>
                    <a:pt x="17" y="223"/>
                    <a:pt x="33" y="240"/>
                  </a:cubicBezTo>
                  <a:cubicBezTo>
                    <a:pt x="70" y="256"/>
                    <a:pt x="87" y="256"/>
                    <a:pt x="120" y="256"/>
                  </a:cubicBezTo>
                  <a:cubicBezTo>
                    <a:pt x="190" y="240"/>
                    <a:pt x="223" y="190"/>
                    <a:pt x="223" y="104"/>
                  </a:cubicBezTo>
                  <a:cubicBezTo>
                    <a:pt x="206" y="71"/>
                    <a:pt x="190" y="50"/>
                    <a:pt x="173" y="34"/>
                  </a:cubicBezTo>
                  <a:cubicBezTo>
                    <a:pt x="173" y="17"/>
                    <a:pt x="157" y="17"/>
                    <a:pt x="136" y="17"/>
                  </a:cubicBezTo>
                  <a:cubicBezTo>
                    <a:pt x="120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7" name="Google Shape;21177;p60"/>
            <p:cNvSpPr/>
            <p:nvPr/>
          </p:nvSpPr>
          <p:spPr>
            <a:xfrm>
              <a:off x="4107275" y="2210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71"/>
                    <a:pt x="0" y="157"/>
                  </a:cubicBezTo>
                  <a:cubicBezTo>
                    <a:pt x="17" y="190"/>
                    <a:pt x="17" y="207"/>
                    <a:pt x="50" y="244"/>
                  </a:cubicBezTo>
                  <a:cubicBezTo>
                    <a:pt x="70" y="260"/>
                    <a:pt x="103" y="260"/>
                    <a:pt x="136" y="260"/>
                  </a:cubicBezTo>
                  <a:cubicBezTo>
                    <a:pt x="190" y="244"/>
                    <a:pt x="239" y="174"/>
                    <a:pt x="223" y="103"/>
                  </a:cubicBezTo>
                  <a:cubicBezTo>
                    <a:pt x="223" y="71"/>
                    <a:pt x="206" y="38"/>
                    <a:pt x="173" y="21"/>
                  </a:cubicBezTo>
                  <a:cubicBezTo>
                    <a:pt x="173" y="21"/>
                    <a:pt x="153" y="21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8" name="Google Shape;21178;p60"/>
            <p:cNvSpPr/>
            <p:nvPr/>
          </p:nvSpPr>
          <p:spPr>
            <a:xfrm>
              <a:off x="4134800" y="220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86" y="240"/>
                    <a:pt x="239" y="170"/>
                    <a:pt x="223" y="104"/>
                  </a:cubicBezTo>
                  <a:cubicBezTo>
                    <a:pt x="223" y="67"/>
                    <a:pt x="206" y="34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9" name="Google Shape;21179;p60"/>
            <p:cNvSpPr/>
            <p:nvPr/>
          </p:nvSpPr>
          <p:spPr>
            <a:xfrm>
              <a:off x="4140775" y="21861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120" y="1"/>
                    <a:pt x="87" y="1"/>
                    <a:pt x="70" y="34"/>
                  </a:cubicBezTo>
                  <a:cubicBezTo>
                    <a:pt x="17" y="71"/>
                    <a:pt x="0" y="157"/>
                    <a:pt x="50" y="207"/>
                  </a:cubicBezTo>
                  <a:cubicBezTo>
                    <a:pt x="70" y="240"/>
                    <a:pt x="87" y="261"/>
                    <a:pt x="120" y="261"/>
                  </a:cubicBezTo>
                  <a:cubicBezTo>
                    <a:pt x="153" y="261"/>
                    <a:pt x="173" y="261"/>
                    <a:pt x="206" y="240"/>
                  </a:cubicBezTo>
                  <a:cubicBezTo>
                    <a:pt x="256" y="190"/>
                    <a:pt x="256" y="104"/>
                    <a:pt x="223" y="54"/>
                  </a:cubicBezTo>
                  <a:cubicBezTo>
                    <a:pt x="206" y="34"/>
                    <a:pt x="190" y="17"/>
                    <a:pt x="173" y="17"/>
                  </a:cubicBezTo>
                  <a:cubicBezTo>
                    <a:pt x="173" y="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0" name="Google Shape;21180;p60"/>
            <p:cNvSpPr/>
            <p:nvPr/>
          </p:nvSpPr>
          <p:spPr>
            <a:xfrm>
              <a:off x="4106450" y="23794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33"/>
                  </a:cubicBezTo>
                  <a:cubicBezTo>
                    <a:pt x="0" y="70"/>
                    <a:pt x="0" y="157"/>
                    <a:pt x="33" y="206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36" y="260"/>
                    <a:pt x="169" y="260"/>
                    <a:pt x="186" y="223"/>
                  </a:cubicBezTo>
                  <a:cubicBezTo>
                    <a:pt x="223" y="206"/>
                    <a:pt x="223" y="173"/>
                    <a:pt x="239" y="136"/>
                  </a:cubicBezTo>
                  <a:cubicBezTo>
                    <a:pt x="239" y="103"/>
                    <a:pt x="223" y="70"/>
                    <a:pt x="206" y="54"/>
                  </a:cubicBezTo>
                  <a:cubicBezTo>
                    <a:pt x="206" y="33"/>
                    <a:pt x="186" y="17"/>
                    <a:pt x="1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1" name="Google Shape;21181;p60"/>
            <p:cNvSpPr/>
            <p:nvPr/>
          </p:nvSpPr>
          <p:spPr>
            <a:xfrm>
              <a:off x="4129125" y="231457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03" y="1"/>
                  </a:moveTo>
                  <a:cubicBezTo>
                    <a:pt x="54" y="17"/>
                    <a:pt x="0" y="87"/>
                    <a:pt x="21" y="153"/>
                  </a:cubicBezTo>
                  <a:cubicBezTo>
                    <a:pt x="21" y="191"/>
                    <a:pt x="37" y="224"/>
                    <a:pt x="70" y="240"/>
                  </a:cubicBezTo>
                  <a:cubicBezTo>
                    <a:pt x="87" y="257"/>
                    <a:pt x="124" y="257"/>
                    <a:pt x="141" y="257"/>
                  </a:cubicBezTo>
                  <a:cubicBezTo>
                    <a:pt x="206" y="240"/>
                    <a:pt x="244" y="191"/>
                    <a:pt x="244" y="104"/>
                  </a:cubicBezTo>
                  <a:cubicBezTo>
                    <a:pt x="227" y="71"/>
                    <a:pt x="206" y="50"/>
                    <a:pt x="190" y="17"/>
                  </a:cubicBezTo>
                  <a:lnTo>
                    <a:pt x="174" y="17"/>
                  </a:ln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2" name="Google Shape;21182;p60"/>
            <p:cNvSpPr/>
            <p:nvPr/>
          </p:nvSpPr>
          <p:spPr>
            <a:xfrm>
              <a:off x="4105100" y="235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0"/>
                  </a:moveTo>
                  <a:cubicBezTo>
                    <a:pt x="104" y="0"/>
                    <a:pt x="71" y="0"/>
                    <a:pt x="5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5" y="238"/>
                    <a:pt x="87" y="257"/>
                    <a:pt x="121" y="257"/>
                  </a:cubicBezTo>
                  <a:cubicBezTo>
                    <a:pt x="144" y="257"/>
                    <a:pt x="168" y="248"/>
                    <a:pt x="190" y="227"/>
                  </a:cubicBezTo>
                  <a:cubicBezTo>
                    <a:pt x="223" y="190"/>
                    <a:pt x="240" y="103"/>
                    <a:pt x="207" y="54"/>
                  </a:cubicBezTo>
                  <a:cubicBezTo>
                    <a:pt x="190" y="38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3" name="Google Shape;21183;p60"/>
            <p:cNvSpPr/>
            <p:nvPr/>
          </p:nvSpPr>
          <p:spPr>
            <a:xfrm>
              <a:off x="4140350" y="2232775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15" y="0"/>
                  </a:moveTo>
                  <a:cubicBezTo>
                    <a:pt x="107" y="0"/>
                    <a:pt x="98" y="2"/>
                    <a:pt x="87" y="8"/>
                  </a:cubicBezTo>
                  <a:cubicBezTo>
                    <a:pt x="34" y="8"/>
                    <a:pt x="1" y="78"/>
                    <a:pt x="1" y="148"/>
                  </a:cubicBezTo>
                  <a:cubicBezTo>
                    <a:pt x="1" y="181"/>
                    <a:pt x="17" y="214"/>
                    <a:pt x="50" y="230"/>
                  </a:cubicBezTo>
                  <a:cubicBezTo>
                    <a:pt x="67" y="251"/>
                    <a:pt x="104" y="267"/>
                    <a:pt x="120" y="267"/>
                  </a:cubicBezTo>
                  <a:cubicBezTo>
                    <a:pt x="190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31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4" name="Google Shape;21184;p60"/>
            <p:cNvSpPr/>
            <p:nvPr/>
          </p:nvSpPr>
          <p:spPr>
            <a:xfrm>
              <a:off x="4117175" y="23028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8" y="0"/>
                  </a:moveTo>
                  <a:cubicBezTo>
                    <a:pt x="87" y="0"/>
                    <a:pt x="44" y="35"/>
                    <a:pt x="17" y="91"/>
                  </a:cubicBezTo>
                  <a:cubicBezTo>
                    <a:pt x="0" y="161"/>
                    <a:pt x="33" y="231"/>
                    <a:pt x="87" y="247"/>
                  </a:cubicBezTo>
                  <a:cubicBezTo>
                    <a:pt x="100" y="256"/>
                    <a:pt x="114" y="260"/>
                    <a:pt x="129" y="260"/>
                  </a:cubicBezTo>
                  <a:cubicBezTo>
                    <a:pt x="170" y="260"/>
                    <a:pt x="211" y="229"/>
                    <a:pt x="223" y="177"/>
                  </a:cubicBezTo>
                  <a:cubicBezTo>
                    <a:pt x="256" y="107"/>
                    <a:pt x="223" y="41"/>
                    <a:pt x="169" y="4"/>
                  </a:cubicBezTo>
                  <a:cubicBezTo>
                    <a:pt x="159" y="1"/>
                    <a:pt x="148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5" name="Google Shape;21185;p60"/>
            <p:cNvSpPr/>
            <p:nvPr/>
          </p:nvSpPr>
          <p:spPr>
            <a:xfrm>
              <a:off x="4119325" y="2421850"/>
              <a:ext cx="6425" cy="6450"/>
            </a:xfrm>
            <a:custGeom>
              <a:avLst/>
              <a:gdLst/>
              <a:ahLst/>
              <a:cxnLst/>
              <a:rect l="l" t="t" r="r" b="b"/>
              <a:pathLst>
                <a:path w="257" h="258" extrusionOk="0">
                  <a:moveTo>
                    <a:pt x="140" y="0"/>
                  </a:moveTo>
                  <a:cubicBezTo>
                    <a:pt x="96" y="0"/>
                    <a:pt x="47" y="35"/>
                    <a:pt x="34" y="88"/>
                  </a:cubicBezTo>
                  <a:cubicBezTo>
                    <a:pt x="1" y="159"/>
                    <a:pt x="34" y="229"/>
                    <a:pt x="83" y="245"/>
                  </a:cubicBezTo>
                  <a:cubicBezTo>
                    <a:pt x="102" y="254"/>
                    <a:pt x="119" y="258"/>
                    <a:pt x="135" y="258"/>
                  </a:cubicBezTo>
                  <a:cubicBezTo>
                    <a:pt x="180" y="258"/>
                    <a:pt x="216" y="226"/>
                    <a:pt x="240" y="175"/>
                  </a:cubicBezTo>
                  <a:cubicBezTo>
                    <a:pt x="256" y="109"/>
                    <a:pt x="223" y="39"/>
                    <a:pt x="170" y="6"/>
                  </a:cubicBezTo>
                  <a:cubicBezTo>
                    <a:pt x="160" y="2"/>
                    <a:pt x="15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6" name="Google Shape;21186;p60"/>
            <p:cNvSpPr/>
            <p:nvPr/>
          </p:nvSpPr>
          <p:spPr>
            <a:xfrm>
              <a:off x="4120575" y="2252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7"/>
                    <a:pt x="17" y="153"/>
                  </a:cubicBezTo>
                  <a:cubicBezTo>
                    <a:pt x="17" y="190"/>
                    <a:pt x="33" y="223"/>
                    <a:pt x="54" y="240"/>
                  </a:cubicBezTo>
                  <a:cubicBezTo>
                    <a:pt x="77" y="251"/>
                    <a:pt x="92" y="263"/>
                    <a:pt x="111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73" y="256"/>
                    <a:pt x="190" y="240"/>
                    <a:pt x="206" y="207"/>
                  </a:cubicBezTo>
                  <a:cubicBezTo>
                    <a:pt x="223" y="190"/>
                    <a:pt x="239" y="153"/>
                    <a:pt x="223" y="120"/>
                  </a:cubicBezTo>
                  <a:cubicBezTo>
                    <a:pt x="223" y="87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7" name="Google Shape;21187;p60"/>
            <p:cNvSpPr/>
            <p:nvPr/>
          </p:nvSpPr>
          <p:spPr>
            <a:xfrm>
              <a:off x="4119750" y="220470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19" y="0"/>
                  </a:moveTo>
                  <a:cubicBezTo>
                    <a:pt x="76" y="0"/>
                    <a:pt x="41" y="32"/>
                    <a:pt x="17" y="83"/>
                  </a:cubicBezTo>
                  <a:cubicBezTo>
                    <a:pt x="0" y="153"/>
                    <a:pt x="33" y="219"/>
                    <a:pt x="87" y="257"/>
                  </a:cubicBezTo>
                  <a:cubicBezTo>
                    <a:pt x="95" y="259"/>
                    <a:pt x="104" y="261"/>
                    <a:pt x="113" y="261"/>
                  </a:cubicBezTo>
                  <a:cubicBezTo>
                    <a:pt x="159" y="261"/>
                    <a:pt x="209" y="228"/>
                    <a:pt x="223" y="170"/>
                  </a:cubicBezTo>
                  <a:cubicBezTo>
                    <a:pt x="256" y="116"/>
                    <a:pt x="223" y="34"/>
                    <a:pt x="169" y="13"/>
                  </a:cubicBezTo>
                  <a:cubicBezTo>
                    <a:pt x="152" y="5"/>
                    <a:pt x="135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8" name="Google Shape;21188;p60"/>
            <p:cNvSpPr/>
            <p:nvPr/>
          </p:nvSpPr>
          <p:spPr>
            <a:xfrm>
              <a:off x="4112000" y="2189925"/>
              <a:ext cx="6025" cy="6675"/>
            </a:xfrm>
            <a:custGeom>
              <a:avLst/>
              <a:gdLst/>
              <a:ahLst/>
              <a:cxnLst/>
              <a:rect l="l" t="t" r="r" b="b"/>
              <a:pathLst>
                <a:path w="241" h="267" extrusionOk="0">
                  <a:moveTo>
                    <a:pt x="124" y="1"/>
                  </a:moveTo>
                  <a:cubicBezTo>
                    <a:pt x="80" y="1"/>
                    <a:pt x="31" y="35"/>
                    <a:pt x="17" y="89"/>
                  </a:cubicBezTo>
                  <a:cubicBezTo>
                    <a:pt x="1" y="159"/>
                    <a:pt x="17" y="229"/>
                    <a:pt x="88" y="262"/>
                  </a:cubicBezTo>
                  <a:cubicBezTo>
                    <a:pt x="96" y="265"/>
                    <a:pt x="105" y="266"/>
                    <a:pt x="114" y="266"/>
                  </a:cubicBezTo>
                  <a:cubicBezTo>
                    <a:pt x="159" y="266"/>
                    <a:pt x="210" y="234"/>
                    <a:pt x="224" y="175"/>
                  </a:cubicBezTo>
                  <a:cubicBezTo>
                    <a:pt x="240" y="110"/>
                    <a:pt x="224" y="39"/>
                    <a:pt x="153" y="6"/>
                  </a:cubicBezTo>
                  <a:cubicBezTo>
                    <a:pt x="144" y="3"/>
                    <a:pt x="134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9" name="Google Shape;21189;p60"/>
            <p:cNvSpPr/>
            <p:nvPr/>
          </p:nvSpPr>
          <p:spPr>
            <a:xfrm>
              <a:off x="4113650" y="2224800"/>
              <a:ext cx="5700" cy="6525"/>
            </a:xfrm>
            <a:custGeom>
              <a:avLst/>
              <a:gdLst/>
              <a:ahLst/>
              <a:cxnLst/>
              <a:rect l="l" t="t" r="r" b="b"/>
              <a:pathLst>
                <a:path w="228" h="261" extrusionOk="0">
                  <a:moveTo>
                    <a:pt x="104" y="1"/>
                  </a:moveTo>
                  <a:cubicBezTo>
                    <a:pt x="38" y="1"/>
                    <a:pt x="1" y="71"/>
                    <a:pt x="1" y="137"/>
                  </a:cubicBezTo>
                  <a:cubicBezTo>
                    <a:pt x="22" y="207"/>
                    <a:pt x="71" y="261"/>
                    <a:pt x="141" y="261"/>
                  </a:cubicBezTo>
                  <a:cubicBezTo>
                    <a:pt x="158" y="240"/>
                    <a:pt x="191" y="224"/>
                    <a:pt x="207" y="207"/>
                  </a:cubicBezTo>
                  <a:cubicBezTo>
                    <a:pt x="228" y="174"/>
                    <a:pt x="228" y="137"/>
                    <a:pt x="228" y="104"/>
                  </a:cubicBezTo>
                  <a:cubicBezTo>
                    <a:pt x="228" y="71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0" name="Google Shape;21190;p60"/>
            <p:cNvSpPr/>
            <p:nvPr/>
          </p:nvSpPr>
          <p:spPr>
            <a:xfrm>
              <a:off x="4123975" y="228490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87" y="1"/>
                  </a:moveTo>
                  <a:cubicBezTo>
                    <a:pt x="87" y="21"/>
                    <a:pt x="70" y="21"/>
                    <a:pt x="70" y="21"/>
                  </a:cubicBezTo>
                  <a:cubicBezTo>
                    <a:pt x="21" y="38"/>
                    <a:pt x="0" y="104"/>
                    <a:pt x="0" y="157"/>
                  </a:cubicBezTo>
                  <a:cubicBezTo>
                    <a:pt x="0" y="190"/>
                    <a:pt x="21" y="227"/>
                    <a:pt x="54" y="244"/>
                  </a:cubicBezTo>
                  <a:cubicBezTo>
                    <a:pt x="65" y="255"/>
                    <a:pt x="85" y="267"/>
                    <a:pt x="103" y="267"/>
                  </a:cubicBezTo>
                  <a:cubicBezTo>
                    <a:pt x="111" y="267"/>
                    <a:pt x="118" y="265"/>
                    <a:pt x="124" y="260"/>
                  </a:cubicBezTo>
                  <a:cubicBezTo>
                    <a:pt x="190" y="260"/>
                    <a:pt x="227" y="190"/>
                    <a:pt x="227" y="124"/>
                  </a:cubicBezTo>
                  <a:cubicBezTo>
                    <a:pt x="227" y="104"/>
                    <a:pt x="206" y="87"/>
                    <a:pt x="206" y="87"/>
                  </a:cubicBezTo>
                  <a:cubicBezTo>
                    <a:pt x="206" y="54"/>
                    <a:pt x="173" y="38"/>
                    <a:pt x="157" y="21"/>
                  </a:cubicBezTo>
                  <a:cubicBezTo>
                    <a:pt x="140" y="1"/>
                    <a:pt x="124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1" name="Google Shape;21191;p60"/>
            <p:cNvSpPr/>
            <p:nvPr/>
          </p:nvSpPr>
          <p:spPr>
            <a:xfrm>
              <a:off x="4125300" y="2360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22" y="0"/>
                  </a:moveTo>
                  <a:cubicBezTo>
                    <a:pt x="77" y="0"/>
                    <a:pt x="42" y="32"/>
                    <a:pt x="17" y="83"/>
                  </a:cubicBezTo>
                  <a:cubicBezTo>
                    <a:pt x="1" y="149"/>
                    <a:pt x="34" y="219"/>
                    <a:pt x="87" y="252"/>
                  </a:cubicBezTo>
                  <a:lnTo>
                    <a:pt x="137" y="252"/>
                  </a:lnTo>
                  <a:cubicBezTo>
                    <a:pt x="174" y="252"/>
                    <a:pt x="207" y="219"/>
                    <a:pt x="223" y="166"/>
                  </a:cubicBezTo>
                  <a:cubicBezTo>
                    <a:pt x="240" y="133"/>
                    <a:pt x="240" y="83"/>
                    <a:pt x="207" y="46"/>
                  </a:cubicBezTo>
                  <a:cubicBezTo>
                    <a:pt x="190" y="30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2" name="Google Shape;21192;p60"/>
            <p:cNvSpPr/>
            <p:nvPr/>
          </p:nvSpPr>
          <p:spPr>
            <a:xfrm>
              <a:off x="4121900" y="2328300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7" y="0"/>
                  </a:moveTo>
                  <a:cubicBezTo>
                    <a:pt x="120" y="0"/>
                    <a:pt x="83" y="17"/>
                    <a:pt x="67" y="37"/>
                  </a:cubicBezTo>
                  <a:cubicBezTo>
                    <a:pt x="17" y="70"/>
                    <a:pt x="1" y="157"/>
                    <a:pt x="50" y="223"/>
                  </a:cubicBezTo>
                  <a:cubicBezTo>
                    <a:pt x="69" y="253"/>
                    <a:pt x="99" y="266"/>
                    <a:pt x="131" y="266"/>
                  </a:cubicBezTo>
                  <a:cubicBezTo>
                    <a:pt x="157" y="266"/>
                    <a:pt x="183" y="258"/>
                    <a:pt x="207" y="244"/>
                  </a:cubicBezTo>
                  <a:cubicBezTo>
                    <a:pt x="240" y="190"/>
                    <a:pt x="256" y="103"/>
                    <a:pt x="223" y="54"/>
                  </a:cubicBezTo>
                  <a:cubicBezTo>
                    <a:pt x="207" y="37"/>
                    <a:pt x="186" y="17"/>
                    <a:pt x="170" y="17"/>
                  </a:cubicBezTo>
                  <a:cubicBezTo>
                    <a:pt x="170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3" name="Google Shape;21193;p60"/>
            <p:cNvSpPr/>
            <p:nvPr/>
          </p:nvSpPr>
          <p:spPr>
            <a:xfrm>
              <a:off x="4119750" y="237805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0"/>
                  </a:moveTo>
                  <a:cubicBezTo>
                    <a:pt x="79" y="0"/>
                    <a:pt x="30" y="35"/>
                    <a:pt x="17" y="88"/>
                  </a:cubicBezTo>
                  <a:cubicBezTo>
                    <a:pt x="0" y="142"/>
                    <a:pt x="17" y="228"/>
                    <a:pt x="87" y="245"/>
                  </a:cubicBezTo>
                  <a:cubicBezTo>
                    <a:pt x="103" y="261"/>
                    <a:pt x="120" y="261"/>
                    <a:pt x="120" y="261"/>
                  </a:cubicBezTo>
                  <a:cubicBezTo>
                    <a:pt x="169" y="261"/>
                    <a:pt x="206" y="228"/>
                    <a:pt x="223" y="175"/>
                  </a:cubicBezTo>
                  <a:cubicBezTo>
                    <a:pt x="239" y="125"/>
                    <a:pt x="223" y="72"/>
                    <a:pt x="206" y="39"/>
                  </a:cubicBezTo>
                  <a:cubicBezTo>
                    <a:pt x="190" y="22"/>
                    <a:pt x="169" y="22"/>
                    <a:pt x="153" y="6"/>
                  </a:cubicBezTo>
                  <a:cubicBezTo>
                    <a:pt x="143" y="2"/>
                    <a:pt x="133" y="0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4" name="Google Shape;21194;p60"/>
            <p:cNvSpPr/>
            <p:nvPr/>
          </p:nvSpPr>
          <p:spPr>
            <a:xfrm>
              <a:off x="4127050" y="218905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43" y="0"/>
                  </a:moveTo>
                  <a:cubicBezTo>
                    <a:pt x="98" y="0"/>
                    <a:pt x="48" y="33"/>
                    <a:pt x="34" y="91"/>
                  </a:cubicBezTo>
                  <a:cubicBezTo>
                    <a:pt x="1" y="145"/>
                    <a:pt x="34" y="227"/>
                    <a:pt x="83" y="248"/>
                  </a:cubicBezTo>
                  <a:cubicBezTo>
                    <a:pt x="102" y="256"/>
                    <a:pt x="119" y="260"/>
                    <a:pt x="136" y="260"/>
                  </a:cubicBezTo>
                  <a:cubicBezTo>
                    <a:pt x="180" y="260"/>
                    <a:pt x="216" y="229"/>
                    <a:pt x="240" y="178"/>
                  </a:cubicBezTo>
                  <a:cubicBezTo>
                    <a:pt x="257" y="107"/>
                    <a:pt x="224" y="41"/>
                    <a:pt x="170" y="4"/>
                  </a:cubicBezTo>
                  <a:cubicBezTo>
                    <a:pt x="161" y="2"/>
                    <a:pt x="152" y="0"/>
                    <a:pt x="1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5" name="Google Shape;21195;p60"/>
            <p:cNvSpPr/>
            <p:nvPr/>
          </p:nvSpPr>
          <p:spPr>
            <a:xfrm>
              <a:off x="4127050" y="2235525"/>
              <a:ext cx="6025" cy="6925"/>
            </a:xfrm>
            <a:custGeom>
              <a:avLst/>
              <a:gdLst/>
              <a:ahLst/>
              <a:cxnLst/>
              <a:rect l="l" t="t" r="r" b="b"/>
              <a:pathLst>
                <a:path w="241" h="277" extrusionOk="0">
                  <a:moveTo>
                    <a:pt x="137" y="1"/>
                  </a:moveTo>
                  <a:cubicBezTo>
                    <a:pt x="104" y="1"/>
                    <a:pt x="67" y="17"/>
                    <a:pt x="50" y="38"/>
                  </a:cubicBezTo>
                  <a:cubicBezTo>
                    <a:pt x="1" y="87"/>
                    <a:pt x="1" y="157"/>
                    <a:pt x="34" y="223"/>
                  </a:cubicBezTo>
                  <a:cubicBezTo>
                    <a:pt x="50" y="244"/>
                    <a:pt x="83" y="260"/>
                    <a:pt x="104" y="277"/>
                  </a:cubicBezTo>
                  <a:cubicBezTo>
                    <a:pt x="137" y="277"/>
                    <a:pt x="170" y="260"/>
                    <a:pt x="186" y="244"/>
                  </a:cubicBezTo>
                  <a:cubicBezTo>
                    <a:pt x="240" y="190"/>
                    <a:pt x="240" y="120"/>
                    <a:pt x="207" y="54"/>
                  </a:cubicBezTo>
                  <a:cubicBezTo>
                    <a:pt x="186" y="38"/>
                    <a:pt x="170" y="17"/>
                    <a:pt x="153" y="17"/>
                  </a:cubicBezTo>
                  <a:cubicBezTo>
                    <a:pt x="153" y="17"/>
                    <a:pt x="137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6" name="Google Shape;21196;p60"/>
            <p:cNvSpPr/>
            <p:nvPr/>
          </p:nvSpPr>
          <p:spPr>
            <a:xfrm>
              <a:off x="4127475" y="22196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7"/>
                    <a:pt x="0" y="71"/>
                    <a:pt x="0" y="157"/>
                  </a:cubicBezTo>
                  <a:cubicBezTo>
                    <a:pt x="17" y="190"/>
                    <a:pt x="33" y="207"/>
                    <a:pt x="50" y="240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90" y="240"/>
                    <a:pt x="240" y="174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7" name="Google Shape;21197;p60"/>
            <p:cNvSpPr/>
            <p:nvPr/>
          </p:nvSpPr>
          <p:spPr>
            <a:xfrm>
              <a:off x="3894225" y="2264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2"/>
                    <a:pt x="0" y="88"/>
                    <a:pt x="0" y="158"/>
                  </a:cubicBezTo>
                  <a:cubicBezTo>
                    <a:pt x="17" y="191"/>
                    <a:pt x="17" y="228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57" y="261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5"/>
                    <a:pt x="173" y="38"/>
                  </a:cubicBezTo>
                  <a:cubicBezTo>
                    <a:pt x="173" y="22"/>
                    <a:pt x="157" y="22"/>
                    <a:pt x="157" y="22"/>
                  </a:cubicBezTo>
                  <a:cubicBezTo>
                    <a:pt x="140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8" name="Google Shape;21198;p60"/>
            <p:cNvSpPr/>
            <p:nvPr/>
          </p:nvSpPr>
          <p:spPr>
            <a:xfrm>
              <a:off x="3838875" y="2257075"/>
              <a:ext cx="5575" cy="6575"/>
            </a:xfrm>
            <a:custGeom>
              <a:avLst/>
              <a:gdLst/>
              <a:ahLst/>
              <a:cxnLst/>
              <a:rect l="l" t="t" r="r" b="b"/>
              <a:pathLst>
                <a:path w="223" h="263" extrusionOk="0">
                  <a:moveTo>
                    <a:pt x="87" y="0"/>
                  </a:moveTo>
                  <a:cubicBezTo>
                    <a:pt x="66" y="17"/>
                    <a:pt x="33" y="33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0" y="239"/>
                  </a:cubicBezTo>
                  <a:cubicBezTo>
                    <a:pt x="61" y="251"/>
                    <a:pt x="83" y="263"/>
                    <a:pt x="101" y="263"/>
                  </a:cubicBezTo>
                  <a:cubicBezTo>
                    <a:pt x="108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6" y="83"/>
                    <a:pt x="206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9" name="Google Shape;21199;p60"/>
            <p:cNvSpPr/>
            <p:nvPr/>
          </p:nvSpPr>
          <p:spPr>
            <a:xfrm>
              <a:off x="3840525" y="2210700"/>
              <a:ext cx="5675" cy="6400"/>
            </a:xfrm>
            <a:custGeom>
              <a:avLst/>
              <a:gdLst/>
              <a:ahLst/>
              <a:cxnLst/>
              <a:rect l="l" t="t" r="r" b="b"/>
              <a:pathLst>
                <a:path w="227" h="256" extrusionOk="0">
                  <a:moveTo>
                    <a:pt x="103" y="0"/>
                  </a:moveTo>
                  <a:cubicBezTo>
                    <a:pt x="37" y="0"/>
                    <a:pt x="0" y="66"/>
                    <a:pt x="0" y="136"/>
                  </a:cubicBezTo>
                  <a:cubicBezTo>
                    <a:pt x="21" y="186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157" y="239"/>
                    <a:pt x="190" y="223"/>
                    <a:pt x="206" y="206"/>
                  </a:cubicBezTo>
                  <a:cubicBezTo>
                    <a:pt x="227" y="169"/>
                    <a:pt x="227" y="136"/>
                    <a:pt x="227" y="103"/>
                  </a:cubicBezTo>
                  <a:cubicBezTo>
                    <a:pt x="227" y="66"/>
                    <a:pt x="206" y="33"/>
                    <a:pt x="173" y="17"/>
                  </a:cubicBezTo>
                  <a:lnTo>
                    <a:pt x="1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0" name="Google Shape;21200;p60"/>
            <p:cNvSpPr/>
            <p:nvPr/>
          </p:nvSpPr>
          <p:spPr>
            <a:xfrm>
              <a:off x="3821250" y="2230925"/>
              <a:ext cx="5575" cy="6800"/>
            </a:xfrm>
            <a:custGeom>
              <a:avLst/>
              <a:gdLst/>
              <a:ahLst/>
              <a:cxnLst/>
              <a:rect l="l" t="t" r="r" b="b"/>
              <a:pathLst>
                <a:path w="223" h="272" extrusionOk="0">
                  <a:moveTo>
                    <a:pt x="126" y="0"/>
                  </a:moveTo>
                  <a:cubicBezTo>
                    <a:pt x="116" y="0"/>
                    <a:pt x="103" y="5"/>
                    <a:pt x="87" y="16"/>
                  </a:cubicBezTo>
                  <a:cubicBezTo>
                    <a:pt x="33" y="16"/>
                    <a:pt x="0" y="82"/>
                    <a:pt x="0" y="152"/>
                  </a:cubicBezTo>
                  <a:cubicBezTo>
                    <a:pt x="0" y="185"/>
                    <a:pt x="17" y="222"/>
                    <a:pt x="50" y="238"/>
                  </a:cubicBezTo>
                  <a:cubicBezTo>
                    <a:pt x="70" y="255"/>
                    <a:pt x="103" y="271"/>
                    <a:pt x="120" y="271"/>
                  </a:cubicBezTo>
                  <a:cubicBezTo>
                    <a:pt x="153" y="255"/>
                    <a:pt x="190" y="238"/>
                    <a:pt x="206" y="201"/>
                  </a:cubicBezTo>
                  <a:cubicBezTo>
                    <a:pt x="223" y="185"/>
                    <a:pt x="223" y="152"/>
                    <a:pt x="223" y="119"/>
                  </a:cubicBezTo>
                  <a:cubicBezTo>
                    <a:pt x="223" y="82"/>
                    <a:pt x="206" y="49"/>
                    <a:pt x="173" y="32"/>
                  </a:cubicBezTo>
                  <a:lnTo>
                    <a:pt x="153" y="16"/>
                  </a:lnTo>
                  <a:cubicBezTo>
                    <a:pt x="145" y="5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1" name="Google Shape;21201;p60"/>
            <p:cNvSpPr/>
            <p:nvPr/>
          </p:nvSpPr>
          <p:spPr>
            <a:xfrm>
              <a:off x="3832775" y="2227075"/>
              <a:ext cx="6525" cy="6825"/>
            </a:xfrm>
            <a:custGeom>
              <a:avLst/>
              <a:gdLst/>
              <a:ahLst/>
              <a:cxnLst/>
              <a:rect l="l" t="t" r="r" b="b"/>
              <a:pathLst>
                <a:path w="261" h="273" extrusionOk="0">
                  <a:moveTo>
                    <a:pt x="132" y="0"/>
                  </a:moveTo>
                  <a:cubicBezTo>
                    <a:pt x="91" y="0"/>
                    <a:pt x="50" y="32"/>
                    <a:pt x="38" y="83"/>
                  </a:cubicBezTo>
                  <a:cubicBezTo>
                    <a:pt x="1" y="149"/>
                    <a:pt x="38" y="236"/>
                    <a:pt x="88" y="252"/>
                  </a:cubicBezTo>
                  <a:cubicBezTo>
                    <a:pt x="104" y="273"/>
                    <a:pt x="125" y="273"/>
                    <a:pt x="141" y="273"/>
                  </a:cubicBezTo>
                  <a:cubicBezTo>
                    <a:pt x="191" y="252"/>
                    <a:pt x="228" y="236"/>
                    <a:pt x="244" y="186"/>
                  </a:cubicBezTo>
                  <a:cubicBezTo>
                    <a:pt x="261" y="133"/>
                    <a:pt x="244" y="83"/>
                    <a:pt x="207" y="46"/>
                  </a:cubicBezTo>
                  <a:cubicBezTo>
                    <a:pt x="207" y="29"/>
                    <a:pt x="191" y="13"/>
                    <a:pt x="174" y="13"/>
                  </a:cubicBezTo>
                  <a:cubicBezTo>
                    <a:pt x="161" y="4"/>
                    <a:pt x="146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2" name="Google Shape;21202;p60"/>
            <p:cNvSpPr/>
            <p:nvPr/>
          </p:nvSpPr>
          <p:spPr>
            <a:xfrm>
              <a:off x="3847425" y="22265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0" y="1"/>
                  </a:moveTo>
                  <a:cubicBezTo>
                    <a:pt x="87" y="1"/>
                    <a:pt x="71" y="17"/>
                    <a:pt x="33" y="34"/>
                  </a:cubicBezTo>
                  <a:cubicBezTo>
                    <a:pt x="17" y="50"/>
                    <a:pt x="0" y="88"/>
                    <a:pt x="0" y="121"/>
                  </a:cubicBezTo>
                  <a:cubicBezTo>
                    <a:pt x="0" y="154"/>
                    <a:pt x="0" y="191"/>
                    <a:pt x="17" y="207"/>
                  </a:cubicBezTo>
                  <a:cubicBezTo>
                    <a:pt x="54" y="240"/>
                    <a:pt x="71" y="257"/>
                    <a:pt x="104" y="257"/>
                  </a:cubicBezTo>
                  <a:cubicBezTo>
                    <a:pt x="137" y="257"/>
                    <a:pt x="157" y="257"/>
                    <a:pt x="190" y="240"/>
                  </a:cubicBezTo>
                  <a:cubicBezTo>
                    <a:pt x="223" y="191"/>
                    <a:pt x="240" y="104"/>
                    <a:pt x="207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37" y="1"/>
                    <a:pt x="13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3" name="Google Shape;21203;p60"/>
            <p:cNvSpPr/>
            <p:nvPr/>
          </p:nvSpPr>
          <p:spPr>
            <a:xfrm>
              <a:off x="3825575" y="22121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66" y="8"/>
                    <a:pt x="33" y="24"/>
                    <a:pt x="17" y="62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50" y="231"/>
                  </a:cubicBezTo>
                  <a:cubicBezTo>
                    <a:pt x="66" y="251"/>
                    <a:pt x="103" y="268"/>
                    <a:pt x="136" y="268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23" y="78"/>
                    <a:pt x="207" y="45"/>
                    <a:pt x="169" y="24"/>
                  </a:cubicBezTo>
                  <a:lnTo>
                    <a:pt x="153" y="8"/>
                  </a:ln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4" name="Google Shape;21204;p60"/>
            <p:cNvSpPr/>
            <p:nvPr/>
          </p:nvSpPr>
          <p:spPr>
            <a:xfrm>
              <a:off x="3829800" y="21950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9" y="1"/>
                  </a:moveTo>
                  <a:cubicBezTo>
                    <a:pt x="85" y="1"/>
                    <a:pt x="66" y="15"/>
                    <a:pt x="54" y="26"/>
                  </a:cubicBezTo>
                  <a:cubicBezTo>
                    <a:pt x="0" y="76"/>
                    <a:pt x="0" y="162"/>
                    <a:pt x="38" y="216"/>
                  </a:cubicBezTo>
                  <a:cubicBezTo>
                    <a:pt x="57" y="245"/>
                    <a:pt x="88" y="262"/>
                    <a:pt x="121" y="262"/>
                  </a:cubicBezTo>
                  <a:cubicBezTo>
                    <a:pt x="145" y="262"/>
                    <a:pt x="169" y="253"/>
                    <a:pt x="190" y="232"/>
                  </a:cubicBezTo>
                  <a:cubicBezTo>
                    <a:pt x="244" y="195"/>
                    <a:pt x="244" y="113"/>
                    <a:pt x="207" y="43"/>
                  </a:cubicBezTo>
                  <a:cubicBezTo>
                    <a:pt x="190" y="26"/>
                    <a:pt x="174" y="26"/>
                    <a:pt x="157" y="10"/>
                  </a:cubicBezTo>
                  <a:lnTo>
                    <a:pt x="141" y="10"/>
                  </a:lnTo>
                  <a:cubicBezTo>
                    <a:pt x="130" y="3"/>
                    <a:pt x="119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5" name="Google Shape;21205;p60"/>
            <p:cNvSpPr/>
            <p:nvPr/>
          </p:nvSpPr>
          <p:spPr>
            <a:xfrm>
              <a:off x="3844025" y="22416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17" y="153"/>
                  </a:cubicBezTo>
                  <a:cubicBezTo>
                    <a:pt x="17" y="186"/>
                    <a:pt x="33" y="224"/>
                    <a:pt x="50" y="240"/>
                  </a:cubicBezTo>
                  <a:cubicBezTo>
                    <a:pt x="62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40" y="186"/>
                    <a:pt x="223" y="120"/>
                  </a:cubicBezTo>
                  <a:cubicBezTo>
                    <a:pt x="223" y="67"/>
                    <a:pt x="190" y="34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6" name="Google Shape;21206;p60"/>
            <p:cNvSpPr/>
            <p:nvPr/>
          </p:nvSpPr>
          <p:spPr>
            <a:xfrm>
              <a:off x="3859900" y="2189225"/>
              <a:ext cx="6400" cy="6550"/>
            </a:xfrm>
            <a:custGeom>
              <a:avLst/>
              <a:gdLst/>
              <a:ahLst/>
              <a:cxnLst/>
              <a:rect l="l" t="t" r="r" b="b"/>
              <a:pathLst>
                <a:path w="256" h="262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1"/>
                  </a:cubicBezTo>
                  <a:cubicBezTo>
                    <a:pt x="256" y="117"/>
                    <a:pt x="223" y="34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7" name="Google Shape;21207;p60"/>
            <p:cNvSpPr/>
            <p:nvPr/>
          </p:nvSpPr>
          <p:spPr>
            <a:xfrm>
              <a:off x="3865050" y="23022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1"/>
                  </a:moveTo>
                  <a:cubicBezTo>
                    <a:pt x="87" y="1"/>
                    <a:pt x="46" y="32"/>
                    <a:pt x="33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8" y="259"/>
                    <a:pt x="108" y="261"/>
                    <a:pt x="118" y="261"/>
                  </a:cubicBezTo>
                  <a:cubicBezTo>
                    <a:pt x="170" y="261"/>
                    <a:pt x="212" y="226"/>
                    <a:pt x="240" y="170"/>
                  </a:cubicBezTo>
                  <a:cubicBezTo>
                    <a:pt x="256" y="100"/>
                    <a:pt x="223" y="30"/>
                    <a:pt x="174" y="14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8" name="Google Shape;21208;p60"/>
            <p:cNvSpPr/>
            <p:nvPr/>
          </p:nvSpPr>
          <p:spPr>
            <a:xfrm>
              <a:off x="3847825" y="219412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6" y="1"/>
                  </a:moveTo>
                  <a:cubicBezTo>
                    <a:pt x="101" y="1"/>
                    <a:pt x="78" y="12"/>
                    <a:pt x="55" y="24"/>
                  </a:cubicBezTo>
                  <a:cubicBezTo>
                    <a:pt x="38" y="24"/>
                    <a:pt x="17" y="61"/>
                    <a:pt x="1" y="78"/>
                  </a:cubicBezTo>
                  <a:lnTo>
                    <a:pt x="1" y="164"/>
                  </a:lnTo>
                  <a:cubicBezTo>
                    <a:pt x="17" y="214"/>
                    <a:pt x="38" y="230"/>
                    <a:pt x="71" y="251"/>
                  </a:cubicBezTo>
                  <a:cubicBezTo>
                    <a:pt x="84" y="260"/>
                    <a:pt x="99" y="264"/>
                    <a:pt x="113" y="264"/>
                  </a:cubicBezTo>
                  <a:cubicBezTo>
                    <a:pt x="154" y="264"/>
                    <a:pt x="195" y="232"/>
                    <a:pt x="207" y="181"/>
                  </a:cubicBezTo>
                  <a:cubicBezTo>
                    <a:pt x="244" y="111"/>
                    <a:pt x="207" y="45"/>
                    <a:pt x="158" y="7"/>
                  </a:cubicBezTo>
                  <a:cubicBezTo>
                    <a:pt x="147" y="3"/>
                    <a:pt x="136" y="1"/>
                    <a:pt x="12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9" name="Google Shape;21209;p60"/>
            <p:cNvSpPr/>
            <p:nvPr/>
          </p:nvSpPr>
          <p:spPr>
            <a:xfrm>
              <a:off x="3855150" y="22093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34" y="17"/>
                    <a:pt x="1" y="87"/>
                    <a:pt x="17" y="157"/>
                  </a:cubicBezTo>
                  <a:cubicBezTo>
                    <a:pt x="17" y="190"/>
                    <a:pt x="34" y="223"/>
                    <a:pt x="54" y="240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190" y="240"/>
                    <a:pt x="240" y="190"/>
                    <a:pt x="223" y="104"/>
                  </a:cubicBezTo>
                  <a:cubicBezTo>
                    <a:pt x="223" y="71"/>
                    <a:pt x="207" y="54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0" name="Google Shape;21210;p60"/>
            <p:cNvSpPr/>
            <p:nvPr/>
          </p:nvSpPr>
          <p:spPr>
            <a:xfrm>
              <a:off x="3853400" y="22545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41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1" y="66"/>
                    <a:pt x="1" y="153"/>
                    <a:pt x="38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41" y="256"/>
                    <a:pt x="174" y="256"/>
                    <a:pt x="190" y="223"/>
                  </a:cubicBezTo>
                  <a:cubicBezTo>
                    <a:pt x="207" y="206"/>
                    <a:pt x="227" y="169"/>
                    <a:pt x="227" y="136"/>
                  </a:cubicBezTo>
                  <a:cubicBezTo>
                    <a:pt x="244" y="103"/>
                    <a:pt x="227" y="66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41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1" name="Google Shape;21211;p60"/>
            <p:cNvSpPr/>
            <p:nvPr/>
          </p:nvSpPr>
          <p:spPr>
            <a:xfrm>
              <a:off x="3850000" y="23013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4" y="239"/>
                  </a:cubicBezTo>
                  <a:cubicBezTo>
                    <a:pt x="77" y="251"/>
                    <a:pt x="93" y="263"/>
                    <a:pt x="111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90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2" name="Google Shape;21212;p60"/>
            <p:cNvSpPr/>
            <p:nvPr/>
          </p:nvSpPr>
          <p:spPr>
            <a:xfrm>
              <a:off x="3861650" y="22239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214"/>
                    <a:pt x="54" y="260"/>
                    <a:pt x="110" y="260"/>
                  </a:cubicBezTo>
                  <a:cubicBezTo>
                    <a:pt x="118" y="260"/>
                    <a:pt x="127" y="259"/>
                    <a:pt x="136" y="257"/>
                  </a:cubicBezTo>
                  <a:cubicBezTo>
                    <a:pt x="169" y="257"/>
                    <a:pt x="186" y="240"/>
                    <a:pt x="207" y="207"/>
                  </a:cubicBezTo>
                  <a:cubicBezTo>
                    <a:pt x="223" y="170"/>
                    <a:pt x="240" y="137"/>
                    <a:pt x="223" y="104"/>
                  </a:cubicBezTo>
                  <a:cubicBezTo>
                    <a:pt x="223" y="67"/>
                    <a:pt x="207" y="50"/>
                    <a:pt x="186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3" name="Google Shape;21213;p60"/>
            <p:cNvSpPr/>
            <p:nvPr/>
          </p:nvSpPr>
          <p:spPr>
            <a:xfrm>
              <a:off x="3797225" y="22943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04" y="1"/>
                    <a:pt x="67" y="1"/>
                    <a:pt x="50" y="17"/>
                  </a:cubicBezTo>
                  <a:cubicBezTo>
                    <a:pt x="1" y="71"/>
                    <a:pt x="1" y="157"/>
                    <a:pt x="34" y="207"/>
                  </a:cubicBezTo>
                  <a:cubicBezTo>
                    <a:pt x="53" y="238"/>
                    <a:pt x="84" y="256"/>
                    <a:pt x="116" y="256"/>
                  </a:cubicBezTo>
                  <a:cubicBezTo>
                    <a:pt x="140" y="256"/>
                    <a:pt x="165" y="246"/>
                    <a:pt x="186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86" y="34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4" name="Google Shape;21214;p60"/>
            <p:cNvSpPr/>
            <p:nvPr/>
          </p:nvSpPr>
          <p:spPr>
            <a:xfrm>
              <a:off x="3799800" y="2500625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17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53"/>
                    <a:pt x="34" y="219"/>
                    <a:pt x="83" y="256"/>
                  </a:cubicBezTo>
                  <a:cubicBezTo>
                    <a:pt x="96" y="260"/>
                    <a:pt x="109" y="262"/>
                    <a:pt x="122" y="262"/>
                  </a:cubicBezTo>
                  <a:cubicBezTo>
                    <a:pt x="166" y="262"/>
                    <a:pt x="211" y="240"/>
                    <a:pt x="223" y="186"/>
                  </a:cubicBezTo>
                  <a:cubicBezTo>
                    <a:pt x="256" y="116"/>
                    <a:pt x="223" y="30"/>
                    <a:pt x="170" y="13"/>
                  </a:cubicBezTo>
                  <a:cubicBezTo>
                    <a:pt x="152" y="4"/>
                    <a:pt x="13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5" name="Google Shape;21215;p60"/>
            <p:cNvSpPr/>
            <p:nvPr/>
          </p:nvSpPr>
          <p:spPr>
            <a:xfrm>
              <a:off x="3798875" y="22510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87" y="0"/>
                    <a:pt x="71" y="0"/>
                    <a:pt x="71" y="17"/>
                  </a:cubicBezTo>
                  <a:cubicBezTo>
                    <a:pt x="17" y="37"/>
                    <a:pt x="1" y="87"/>
                    <a:pt x="1" y="157"/>
                  </a:cubicBezTo>
                  <a:cubicBezTo>
                    <a:pt x="1" y="190"/>
                    <a:pt x="17" y="206"/>
                    <a:pt x="54" y="243"/>
                  </a:cubicBezTo>
                  <a:cubicBezTo>
                    <a:pt x="71" y="260"/>
                    <a:pt x="104" y="260"/>
                    <a:pt x="141" y="260"/>
                  </a:cubicBezTo>
                  <a:cubicBezTo>
                    <a:pt x="190" y="243"/>
                    <a:pt x="223" y="173"/>
                    <a:pt x="223" y="103"/>
                  </a:cubicBezTo>
                  <a:cubicBezTo>
                    <a:pt x="223" y="103"/>
                    <a:pt x="223" y="87"/>
                    <a:pt x="207" y="70"/>
                  </a:cubicBezTo>
                  <a:cubicBezTo>
                    <a:pt x="207" y="54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6" name="Google Shape;21216;p60"/>
            <p:cNvSpPr/>
            <p:nvPr/>
          </p:nvSpPr>
          <p:spPr>
            <a:xfrm>
              <a:off x="3796300" y="2269025"/>
              <a:ext cx="2200" cy="6100"/>
            </a:xfrm>
            <a:custGeom>
              <a:avLst/>
              <a:gdLst/>
              <a:ahLst/>
              <a:cxnLst/>
              <a:rect l="l" t="t" r="r" b="b"/>
              <a:pathLst>
                <a:path w="88" h="244" extrusionOk="0">
                  <a:moveTo>
                    <a:pt x="0" y="1"/>
                  </a:moveTo>
                  <a:lnTo>
                    <a:pt x="0" y="244"/>
                  </a:lnTo>
                  <a:cubicBezTo>
                    <a:pt x="38" y="223"/>
                    <a:pt x="54" y="207"/>
                    <a:pt x="54" y="174"/>
                  </a:cubicBezTo>
                  <a:cubicBezTo>
                    <a:pt x="87" y="104"/>
                    <a:pt x="54" y="3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7" name="Google Shape;21217;p60"/>
            <p:cNvSpPr/>
            <p:nvPr/>
          </p:nvSpPr>
          <p:spPr>
            <a:xfrm>
              <a:off x="3796300" y="2467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54" y="17"/>
                    <a:pt x="17" y="37"/>
                    <a:pt x="0" y="87"/>
                  </a:cubicBezTo>
                  <a:lnTo>
                    <a:pt x="0" y="190"/>
                  </a:lnTo>
                  <a:cubicBezTo>
                    <a:pt x="17" y="206"/>
                    <a:pt x="38" y="223"/>
                    <a:pt x="38" y="24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3"/>
                    <a:pt x="223" y="190"/>
                    <a:pt x="223" y="103"/>
                  </a:cubicBezTo>
                  <a:cubicBezTo>
                    <a:pt x="207" y="70"/>
                    <a:pt x="190" y="54"/>
                    <a:pt x="174" y="17"/>
                  </a:cubicBezTo>
                  <a:lnTo>
                    <a:pt x="157" y="17"/>
                  </a:lnTo>
                  <a:cubicBezTo>
                    <a:pt x="141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8" name="Google Shape;21218;p60"/>
            <p:cNvSpPr/>
            <p:nvPr/>
          </p:nvSpPr>
          <p:spPr>
            <a:xfrm>
              <a:off x="3796300" y="2485475"/>
              <a:ext cx="425" cy="2200"/>
            </a:xfrm>
            <a:custGeom>
              <a:avLst/>
              <a:gdLst/>
              <a:ahLst/>
              <a:cxnLst/>
              <a:rect l="l" t="t" r="r" b="b"/>
              <a:pathLst>
                <a:path w="17" h="88" extrusionOk="0">
                  <a:moveTo>
                    <a:pt x="0" y="1"/>
                  </a:moveTo>
                  <a:lnTo>
                    <a:pt x="0" y="87"/>
                  </a:lnTo>
                  <a:cubicBezTo>
                    <a:pt x="17" y="54"/>
                    <a:pt x="17" y="1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9" name="Google Shape;21219;p60"/>
            <p:cNvSpPr/>
            <p:nvPr/>
          </p:nvSpPr>
          <p:spPr>
            <a:xfrm>
              <a:off x="3816925" y="22758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9" y="1"/>
                  </a:moveTo>
                  <a:cubicBezTo>
                    <a:pt x="87" y="1"/>
                    <a:pt x="47" y="33"/>
                    <a:pt x="17" y="91"/>
                  </a:cubicBezTo>
                  <a:cubicBezTo>
                    <a:pt x="0" y="157"/>
                    <a:pt x="37" y="227"/>
                    <a:pt x="87" y="260"/>
                  </a:cubicBezTo>
                  <a:lnTo>
                    <a:pt x="140" y="260"/>
                  </a:lnTo>
                  <a:cubicBezTo>
                    <a:pt x="173" y="260"/>
                    <a:pt x="206" y="227"/>
                    <a:pt x="223" y="178"/>
                  </a:cubicBezTo>
                  <a:cubicBezTo>
                    <a:pt x="243" y="124"/>
                    <a:pt x="243" y="91"/>
                    <a:pt x="206" y="38"/>
                  </a:cubicBezTo>
                  <a:cubicBezTo>
                    <a:pt x="190" y="38"/>
                    <a:pt x="190" y="21"/>
                    <a:pt x="173" y="5"/>
                  </a:cubicBezTo>
                  <a:cubicBezTo>
                    <a:pt x="161" y="2"/>
                    <a:pt x="150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0" name="Google Shape;21220;p60"/>
            <p:cNvSpPr/>
            <p:nvPr/>
          </p:nvSpPr>
          <p:spPr>
            <a:xfrm>
              <a:off x="3802375" y="2185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1"/>
                  </a:moveTo>
                  <a:cubicBezTo>
                    <a:pt x="34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74" y="252"/>
                    <a:pt x="91" y="263"/>
                    <a:pt x="110" y="263"/>
                  </a:cubicBezTo>
                  <a:cubicBezTo>
                    <a:pt x="119" y="263"/>
                    <a:pt x="127" y="261"/>
                    <a:pt x="137" y="256"/>
                  </a:cubicBezTo>
                  <a:cubicBezTo>
                    <a:pt x="186" y="256"/>
                    <a:pt x="240" y="190"/>
                    <a:pt x="223" y="120"/>
                  </a:cubicBezTo>
                  <a:cubicBezTo>
                    <a:pt x="223" y="87"/>
                    <a:pt x="207" y="50"/>
                    <a:pt x="186" y="34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1" name="Google Shape;21221;p60"/>
            <p:cNvSpPr/>
            <p:nvPr/>
          </p:nvSpPr>
          <p:spPr>
            <a:xfrm>
              <a:off x="3812700" y="22184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66" y="17"/>
                    <a:pt x="50" y="33"/>
                  </a:cubicBezTo>
                  <a:cubicBezTo>
                    <a:pt x="33" y="50"/>
                    <a:pt x="17" y="83"/>
                    <a:pt x="17" y="120"/>
                  </a:cubicBezTo>
                  <a:cubicBezTo>
                    <a:pt x="0" y="153"/>
                    <a:pt x="17" y="186"/>
                    <a:pt x="33" y="223"/>
                  </a:cubicBezTo>
                  <a:cubicBezTo>
                    <a:pt x="51" y="250"/>
                    <a:pt x="81" y="262"/>
                    <a:pt x="112" y="262"/>
                  </a:cubicBezTo>
                  <a:cubicBezTo>
                    <a:pt x="137" y="262"/>
                    <a:pt x="163" y="254"/>
                    <a:pt x="186" y="239"/>
                  </a:cubicBezTo>
                  <a:cubicBezTo>
                    <a:pt x="239" y="186"/>
                    <a:pt x="239" y="103"/>
                    <a:pt x="206" y="50"/>
                  </a:cubicBezTo>
                  <a:cubicBezTo>
                    <a:pt x="186" y="33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2" name="Google Shape;21222;p60"/>
            <p:cNvSpPr/>
            <p:nvPr/>
          </p:nvSpPr>
          <p:spPr>
            <a:xfrm>
              <a:off x="3815275" y="21986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40"/>
                  </a:cubicBezTo>
                  <a:cubicBezTo>
                    <a:pt x="61" y="251"/>
                    <a:pt x="83" y="265"/>
                    <a:pt x="106" y="265"/>
                  </a:cubicBezTo>
                  <a:cubicBezTo>
                    <a:pt x="116" y="265"/>
                    <a:pt x="126" y="262"/>
                    <a:pt x="136" y="256"/>
                  </a:cubicBezTo>
                  <a:cubicBezTo>
                    <a:pt x="186" y="256"/>
                    <a:pt x="223" y="190"/>
                    <a:pt x="223" y="120"/>
                  </a:cubicBezTo>
                  <a:cubicBezTo>
                    <a:pt x="223" y="87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3" name="Google Shape;21223;p60"/>
            <p:cNvSpPr/>
            <p:nvPr/>
          </p:nvSpPr>
          <p:spPr>
            <a:xfrm>
              <a:off x="3810100" y="2263050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0"/>
                  </a:moveTo>
                  <a:cubicBezTo>
                    <a:pt x="67" y="0"/>
                    <a:pt x="50" y="17"/>
                    <a:pt x="34" y="50"/>
                  </a:cubicBezTo>
                  <a:cubicBezTo>
                    <a:pt x="17" y="71"/>
                    <a:pt x="1" y="104"/>
                    <a:pt x="1" y="137"/>
                  </a:cubicBezTo>
                  <a:cubicBezTo>
                    <a:pt x="17" y="174"/>
                    <a:pt x="34" y="207"/>
                    <a:pt x="50" y="223"/>
                  </a:cubicBezTo>
                  <a:cubicBezTo>
                    <a:pt x="67" y="256"/>
                    <a:pt x="104" y="256"/>
                    <a:pt x="137" y="256"/>
                  </a:cubicBezTo>
                  <a:cubicBezTo>
                    <a:pt x="186" y="240"/>
                    <a:pt x="240" y="174"/>
                    <a:pt x="224" y="104"/>
                  </a:cubicBezTo>
                  <a:cubicBezTo>
                    <a:pt x="224" y="71"/>
                    <a:pt x="207" y="33"/>
                    <a:pt x="186" y="17"/>
                  </a:cubicBezTo>
                  <a:cubicBezTo>
                    <a:pt x="170" y="17"/>
                    <a:pt x="170" y="0"/>
                    <a:pt x="1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4" name="Google Shape;21224;p60"/>
            <p:cNvSpPr/>
            <p:nvPr/>
          </p:nvSpPr>
          <p:spPr>
            <a:xfrm>
              <a:off x="3807950" y="23098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87" y="0"/>
                  </a:moveTo>
                  <a:cubicBezTo>
                    <a:pt x="33" y="17"/>
                    <a:pt x="0" y="70"/>
                    <a:pt x="0" y="157"/>
                  </a:cubicBezTo>
                  <a:cubicBezTo>
                    <a:pt x="0" y="190"/>
                    <a:pt x="33" y="223"/>
                    <a:pt x="50" y="239"/>
                  </a:cubicBezTo>
                  <a:cubicBezTo>
                    <a:pt x="66" y="260"/>
                    <a:pt x="103" y="260"/>
                    <a:pt x="120" y="260"/>
                  </a:cubicBezTo>
                  <a:cubicBezTo>
                    <a:pt x="153" y="260"/>
                    <a:pt x="190" y="239"/>
                    <a:pt x="207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7" y="54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5" name="Google Shape;21225;p60"/>
            <p:cNvSpPr/>
            <p:nvPr/>
          </p:nvSpPr>
          <p:spPr>
            <a:xfrm>
              <a:off x="3804450" y="2280500"/>
              <a:ext cx="5675" cy="6600"/>
            </a:xfrm>
            <a:custGeom>
              <a:avLst/>
              <a:gdLst/>
              <a:ahLst/>
              <a:cxnLst/>
              <a:rect l="l" t="t" r="r" b="b"/>
              <a:pathLst>
                <a:path w="227" h="264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3"/>
                    <a:pt x="0" y="144"/>
                  </a:cubicBezTo>
                  <a:cubicBezTo>
                    <a:pt x="0" y="177"/>
                    <a:pt x="21" y="214"/>
                    <a:pt x="54" y="230"/>
                  </a:cubicBezTo>
                  <a:cubicBezTo>
                    <a:pt x="70" y="247"/>
                    <a:pt x="103" y="263"/>
                    <a:pt x="124" y="263"/>
                  </a:cubicBezTo>
                  <a:cubicBezTo>
                    <a:pt x="190" y="247"/>
                    <a:pt x="227" y="177"/>
                    <a:pt x="227" y="111"/>
                  </a:cubicBezTo>
                  <a:cubicBezTo>
                    <a:pt x="227" y="73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6" name="Google Shape;21226;p60"/>
            <p:cNvSpPr/>
            <p:nvPr/>
          </p:nvSpPr>
          <p:spPr>
            <a:xfrm>
              <a:off x="3801875" y="220162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0" y="0"/>
                  </a:moveTo>
                  <a:cubicBezTo>
                    <a:pt x="103" y="0"/>
                    <a:pt x="87" y="0"/>
                    <a:pt x="54" y="33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39"/>
                    <a:pt x="87" y="260"/>
                    <a:pt x="124" y="260"/>
                  </a:cubicBezTo>
                  <a:cubicBezTo>
                    <a:pt x="140" y="260"/>
                    <a:pt x="173" y="260"/>
                    <a:pt x="190" y="223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57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7" name="Google Shape;21227;p60"/>
            <p:cNvSpPr/>
            <p:nvPr/>
          </p:nvSpPr>
          <p:spPr>
            <a:xfrm>
              <a:off x="3928125" y="22428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4" y="0"/>
                  </a:moveTo>
                  <a:cubicBezTo>
                    <a:pt x="54" y="0"/>
                    <a:pt x="1" y="70"/>
                    <a:pt x="21" y="136"/>
                  </a:cubicBezTo>
                  <a:cubicBezTo>
                    <a:pt x="21" y="174"/>
                    <a:pt x="38" y="207"/>
                    <a:pt x="54" y="223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207" y="240"/>
                    <a:pt x="244" y="174"/>
                    <a:pt x="227" y="103"/>
                  </a:cubicBezTo>
                  <a:cubicBezTo>
                    <a:pt x="227" y="70"/>
                    <a:pt x="207" y="33"/>
                    <a:pt x="190" y="17"/>
                  </a:cubicBezTo>
                  <a:cubicBezTo>
                    <a:pt x="174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8" name="Google Shape;21228;p60"/>
            <p:cNvSpPr/>
            <p:nvPr/>
          </p:nvSpPr>
          <p:spPr>
            <a:xfrm>
              <a:off x="3905875" y="2260575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27" y="0"/>
                  </a:moveTo>
                  <a:cubicBezTo>
                    <a:pt x="86" y="0"/>
                    <a:pt x="45" y="31"/>
                    <a:pt x="33" y="83"/>
                  </a:cubicBezTo>
                  <a:cubicBezTo>
                    <a:pt x="0" y="149"/>
                    <a:pt x="33" y="219"/>
                    <a:pt x="87" y="252"/>
                  </a:cubicBezTo>
                  <a:lnTo>
                    <a:pt x="136" y="252"/>
                  </a:lnTo>
                  <a:cubicBezTo>
                    <a:pt x="190" y="252"/>
                    <a:pt x="223" y="219"/>
                    <a:pt x="239" y="170"/>
                  </a:cubicBezTo>
                  <a:cubicBezTo>
                    <a:pt x="256" y="132"/>
                    <a:pt x="239" y="83"/>
                    <a:pt x="223" y="46"/>
                  </a:cubicBezTo>
                  <a:cubicBezTo>
                    <a:pt x="206" y="29"/>
                    <a:pt x="190" y="13"/>
                    <a:pt x="169" y="13"/>
                  </a:cubicBezTo>
                  <a:cubicBezTo>
                    <a:pt x="156" y="4"/>
                    <a:pt x="141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9" name="Google Shape;21229;p60"/>
            <p:cNvSpPr/>
            <p:nvPr/>
          </p:nvSpPr>
          <p:spPr>
            <a:xfrm>
              <a:off x="3932875" y="22225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9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0" y="161"/>
                    <a:pt x="37" y="227"/>
                    <a:pt x="87" y="248"/>
                  </a:cubicBezTo>
                  <a:cubicBezTo>
                    <a:pt x="101" y="256"/>
                    <a:pt x="116" y="260"/>
                    <a:pt x="131" y="260"/>
                  </a:cubicBezTo>
                  <a:cubicBezTo>
                    <a:pt x="172" y="260"/>
                    <a:pt x="211" y="229"/>
                    <a:pt x="223" y="177"/>
                  </a:cubicBezTo>
                  <a:cubicBezTo>
                    <a:pt x="260" y="107"/>
                    <a:pt x="223" y="41"/>
                    <a:pt x="173" y="4"/>
                  </a:cubicBezTo>
                  <a:cubicBezTo>
                    <a:pt x="162" y="1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0" name="Google Shape;21230;p60"/>
            <p:cNvSpPr/>
            <p:nvPr/>
          </p:nvSpPr>
          <p:spPr>
            <a:xfrm>
              <a:off x="3930300" y="2192500"/>
              <a:ext cx="5575" cy="6725"/>
            </a:xfrm>
            <a:custGeom>
              <a:avLst/>
              <a:gdLst/>
              <a:ahLst/>
              <a:cxnLst/>
              <a:rect l="l" t="t" r="r" b="b"/>
              <a:pathLst>
                <a:path w="223" h="269" extrusionOk="0">
                  <a:moveTo>
                    <a:pt x="109" y="1"/>
                  </a:moveTo>
                  <a:cubicBezTo>
                    <a:pt x="62" y="1"/>
                    <a:pt x="14" y="35"/>
                    <a:pt x="0" y="89"/>
                  </a:cubicBezTo>
                  <a:lnTo>
                    <a:pt x="0" y="143"/>
                  </a:lnTo>
                  <a:cubicBezTo>
                    <a:pt x="0" y="192"/>
                    <a:pt x="17" y="246"/>
                    <a:pt x="70" y="262"/>
                  </a:cubicBezTo>
                  <a:cubicBezTo>
                    <a:pt x="79" y="267"/>
                    <a:pt x="90" y="269"/>
                    <a:pt x="100" y="269"/>
                  </a:cubicBezTo>
                  <a:cubicBezTo>
                    <a:pt x="129" y="269"/>
                    <a:pt x="161" y="253"/>
                    <a:pt x="173" y="229"/>
                  </a:cubicBezTo>
                  <a:cubicBezTo>
                    <a:pt x="190" y="213"/>
                    <a:pt x="206" y="192"/>
                    <a:pt x="206" y="176"/>
                  </a:cubicBezTo>
                  <a:cubicBezTo>
                    <a:pt x="223" y="110"/>
                    <a:pt x="206" y="40"/>
                    <a:pt x="140" y="7"/>
                  </a:cubicBezTo>
                  <a:cubicBezTo>
                    <a:pt x="130" y="3"/>
                    <a:pt x="120" y="1"/>
                    <a:pt x="1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1" name="Google Shape;21231;p60"/>
            <p:cNvSpPr/>
            <p:nvPr/>
          </p:nvSpPr>
          <p:spPr>
            <a:xfrm>
              <a:off x="3920925" y="22275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1" y="0"/>
                  </a:moveTo>
                  <a:cubicBezTo>
                    <a:pt x="84" y="0"/>
                    <a:pt x="66" y="4"/>
                    <a:pt x="50" y="12"/>
                  </a:cubicBezTo>
                  <a:cubicBezTo>
                    <a:pt x="33" y="29"/>
                    <a:pt x="17" y="50"/>
                    <a:pt x="17" y="83"/>
                  </a:cubicBezTo>
                  <a:cubicBezTo>
                    <a:pt x="0" y="116"/>
                    <a:pt x="0" y="132"/>
                    <a:pt x="0" y="169"/>
                  </a:cubicBezTo>
                  <a:cubicBezTo>
                    <a:pt x="17" y="202"/>
                    <a:pt x="33" y="235"/>
                    <a:pt x="66" y="256"/>
                  </a:cubicBezTo>
                  <a:cubicBezTo>
                    <a:pt x="78" y="258"/>
                    <a:pt x="89" y="260"/>
                    <a:pt x="99" y="260"/>
                  </a:cubicBezTo>
                  <a:cubicBezTo>
                    <a:pt x="152" y="260"/>
                    <a:pt x="192" y="227"/>
                    <a:pt x="223" y="186"/>
                  </a:cubicBezTo>
                  <a:cubicBezTo>
                    <a:pt x="239" y="116"/>
                    <a:pt x="206" y="29"/>
                    <a:pt x="153" y="12"/>
                  </a:cubicBezTo>
                  <a:cubicBezTo>
                    <a:pt x="136" y="4"/>
                    <a:pt x="119" y="0"/>
                    <a:pt x="1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2" name="Google Shape;21232;p60"/>
            <p:cNvSpPr/>
            <p:nvPr/>
          </p:nvSpPr>
          <p:spPr>
            <a:xfrm>
              <a:off x="3910100" y="2214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37" y="223"/>
                    <a:pt x="54" y="240"/>
                  </a:cubicBezTo>
                  <a:cubicBezTo>
                    <a:pt x="70" y="260"/>
                    <a:pt x="103" y="260"/>
                    <a:pt x="140" y="260"/>
                  </a:cubicBezTo>
                  <a:cubicBezTo>
                    <a:pt x="190" y="260"/>
                    <a:pt x="243" y="190"/>
                    <a:pt x="227" y="120"/>
                  </a:cubicBezTo>
                  <a:cubicBezTo>
                    <a:pt x="227" y="87"/>
                    <a:pt x="206" y="54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3" name="Google Shape;21233;p60"/>
            <p:cNvSpPr/>
            <p:nvPr/>
          </p:nvSpPr>
          <p:spPr>
            <a:xfrm>
              <a:off x="3913600" y="224367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103" y="0"/>
                  </a:moveTo>
                  <a:cubicBezTo>
                    <a:pt x="33" y="21"/>
                    <a:pt x="0" y="87"/>
                    <a:pt x="0" y="157"/>
                  </a:cubicBezTo>
                  <a:cubicBezTo>
                    <a:pt x="17" y="190"/>
                    <a:pt x="33" y="227"/>
                    <a:pt x="66" y="244"/>
                  </a:cubicBezTo>
                  <a:cubicBezTo>
                    <a:pt x="81" y="255"/>
                    <a:pt x="93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53" y="260"/>
                    <a:pt x="190" y="244"/>
                    <a:pt x="206" y="207"/>
                  </a:cubicBezTo>
                  <a:cubicBezTo>
                    <a:pt x="223" y="190"/>
                    <a:pt x="223" y="157"/>
                    <a:pt x="223" y="124"/>
                  </a:cubicBezTo>
                  <a:cubicBezTo>
                    <a:pt x="223" y="87"/>
                    <a:pt x="206" y="54"/>
                    <a:pt x="190" y="37"/>
                  </a:cubicBezTo>
                  <a:cubicBezTo>
                    <a:pt x="169" y="21"/>
                    <a:pt x="169" y="21"/>
                    <a:pt x="153" y="21"/>
                  </a:cubicBezTo>
                  <a:lnTo>
                    <a:pt x="136" y="21"/>
                  </a:lnTo>
                  <a:cubicBezTo>
                    <a:pt x="120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4" name="Google Shape;21234;p60"/>
            <p:cNvSpPr/>
            <p:nvPr/>
          </p:nvSpPr>
          <p:spPr>
            <a:xfrm>
              <a:off x="3922575" y="2209850"/>
              <a:ext cx="6500" cy="6850"/>
            </a:xfrm>
            <a:custGeom>
              <a:avLst/>
              <a:gdLst/>
              <a:ahLst/>
              <a:cxnLst/>
              <a:rect l="l" t="t" r="r" b="b"/>
              <a:pathLst>
                <a:path w="260" h="274" extrusionOk="0">
                  <a:moveTo>
                    <a:pt x="129" y="1"/>
                  </a:moveTo>
                  <a:cubicBezTo>
                    <a:pt x="88" y="1"/>
                    <a:pt x="49" y="32"/>
                    <a:pt x="37" y="84"/>
                  </a:cubicBezTo>
                  <a:cubicBezTo>
                    <a:pt x="0" y="154"/>
                    <a:pt x="37" y="240"/>
                    <a:pt x="87" y="257"/>
                  </a:cubicBezTo>
                  <a:cubicBezTo>
                    <a:pt x="103" y="273"/>
                    <a:pt x="120" y="273"/>
                    <a:pt x="140" y="273"/>
                  </a:cubicBezTo>
                  <a:cubicBezTo>
                    <a:pt x="190" y="257"/>
                    <a:pt x="223" y="240"/>
                    <a:pt x="243" y="187"/>
                  </a:cubicBezTo>
                  <a:cubicBezTo>
                    <a:pt x="260" y="137"/>
                    <a:pt x="243" y="84"/>
                    <a:pt x="206" y="51"/>
                  </a:cubicBezTo>
                  <a:cubicBezTo>
                    <a:pt x="206" y="34"/>
                    <a:pt x="190" y="13"/>
                    <a:pt x="173" y="13"/>
                  </a:cubicBezTo>
                  <a:cubicBezTo>
                    <a:pt x="159" y="5"/>
                    <a:pt x="144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5" name="Google Shape;21235;p60"/>
            <p:cNvSpPr/>
            <p:nvPr/>
          </p:nvSpPr>
          <p:spPr>
            <a:xfrm>
              <a:off x="3948325" y="22216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19" y="0"/>
                  </a:moveTo>
                  <a:cubicBezTo>
                    <a:pt x="76" y="0"/>
                    <a:pt x="33" y="23"/>
                    <a:pt x="17" y="76"/>
                  </a:cubicBezTo>
                  <a:cubicBezTo>
                    <a:pt x="1" y="142"/>
                    <a:pt x="17" y="229"/>
                    <a:pt x="87" y="245"/>
                  </a:cubicBezTo>
                  <a:cubicBezTo>
                    <a:pt x="102" y="256"/>
                    <a:pt x="118" y="260"/>
                    <a:pt x="133" y="260"/>
                  </a:cubicBezTo>
                  <a:cubicBezTo>
                    <a:pt x="173" y="260"/>
                    <a:pt x="211" y="227"/>
                    <a:pt x="223" y="179"/>
                  </a:cubicBezTo>
                  <a:cubicBezTo>
                    <a:pt x="244" y="109"/>
                    <a:pt x="223" y="39"/>
                    <a:pt x="157" y="6"/>
                  </a:cubicBezTo>
                  <a:cubicBezTo>
                    <a:pt x="145" y="2"/>
                    <a:pt x="132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6" name="Google Shape;21236;p60"/>
            <p:cNvSpPr/>
            <p:nvPr/>
          </p:nvSpPr>
          <p:spPr>
            <a:xfrm>
              <a:off x="3950075" y="22047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87" y="13"/>
                    <a:pt x="71" y="34"/>
                    <a:pt x="50" y="50"/>
                  </a:cubicBezTo>
                  <a:cubicBezTo>
                    <a:pt x="17" y="67"/>
                    <a:pt x="1" y="116"/>
                    <a:pt x="17" y="153"/>
                  </a:cubicBezTo>
                  <a:cubicBezTo>
                    <a:pt x="17" y="186"/>
                    <a:pt x="34" y="219"/>
                    <a:pt x="50" y="240"/>
                  </a:cubicBezTo>
                  <a:cubicBezTo>
                    <a:pt x="87" y="257"/>
                    <a:pt x="104" y="273"/>
                    <a:pt x="137" y="273"/>
                  </a:cubicBezTo>
                  <a:cubicBezTo>
                    <a:pt x="191" y="257"/>
                    <a:pt x="240" y="186"/>
                    <a:pt x="240" y="137"/>
                  </a:cubicBezTo>
                  <a:lnTo>
                    <a:pt x="240" y="116"/>
                  </a:lnTo>
                  <a:cubicBezTo>
                    <a:pt x="223" y="67"/>
                    <a:pt x="207" y="34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7" name="Google Shape;21237;p60"/>
            <p:cNvSpPr/>
            <p:nvPr/>
          </p:nvSpPr>
          <p:spPr>
            <a:xfrm>
              <a:off x="3950500" y="23472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67"/>
                    <a:pt x="0" y="153"/>
                  </a:cubicBezTo>
                  <a:cubicBezTo>
                    <a:pt x="17" y="186"/>
                    <a:pt x="33" y="207"/>
                    <a:pt x="54" y="240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0"/>
                    <a:pt x="223" y="104"/>
                  </a:cubicBezTo>
                  <a:cubicBezTo>
                    <a:pt x="223" y="67"/>
                    <a:pt x="206" y="50"/>
                    <a:pt x="190" y="17"/>
                  </a:cubicBezTo>
                  <a:cubicBezTo>
                    <a:pt x="174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8" name="Google Shape;21238;p60"/>
            <p:cNvSpPr/>
            <p:nvPr/>
          </p:nvSpPr>
          <p:spPr>
            <a:xfrm>
              <a:off x="3937600" y="220760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7" y="0"/>
                  </a:moveTo>
                  <a:cubicBezTo>
                    <a:pt x="104" y="0"/>
                    <a:pt x="71" y="21"/>
                    <a:pt x="55" y="37"/>
                  </a:cubicBezTo>
                  <a:cubicBezTo>
                    <a:pt x="1" y="70"/>
                    <a:pt x="1" y="157"/>
                    <a:pt x="34" y="206"/>
                  </a:cubicBezTo>
                  <a:cubicBezTo>
                    <a:pt x="55" y="244"/>
                    <a:pt x="88" y="260"/>
                    <a:pt x="104" y="260"/>
                  </a:cubicBezTo>
                  <a:cubicBezTo>
                    <a:pt x="137" y="260"/>
                    <a:pt x="174" y="260"/>
                    <a:pt x="191" y="244"/>
                  </a:cubicBezTo>
                  <a:cubicBezTo>
                    <a:pt x="207" y="206"/>
                    <a:pt x="224" y="190"/>
                    <a:pt x="224" y="157"/>
                  </a:cubicBezTo>
                  <a:cubicBezTo>
                    <a:pt x="240" y="124"/>
                    <a:pt x="224" y="87"/>
                    <a:pt x="207" y="54"/>
                  </a:cubicBezTo>
                  <a:cubicBezTo>
                    <a:pt x="191" y="37"/>
                    <a:pt x="174" y="21"/>
                    <a:pt x="158" y="21"/>
                  </a:cubicBezTo>
                  <a:cubicBezTo>
                    <a:pt x="158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9" name="Google Shape;21239;p60"/>
            <p:cNvSpPr/>
            <p:nvPr/>
          </p:nvSpPr>
          <p:spPr>
            <a:xfrm>
              <a:off x="3944525" y="2191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66" y="1"/>
                    <a:pt x="50" y="17"/>
                    <a:pt x="33" y="55"/>
                  </a:cubicBezTo>
                  <a:cubicBezTo>
                    <a:pt x="17" y="88"/>
                    <a:pt x="0" y="120"/>
                    <a:pt x="0" y="158"/>
                  </a:cubicBezTo>
                  <a:cubicBezTo>
                    <a:pt x="17" y="191"/>
                    <a:pt x="33" y="207"/>
                    <a:pt x="50" y="240"/>
                  </a:cubicBezTo>
                  <a:cubicBezTo>
                    <a:pt x="66" y="261"/>
                    <a:pt x="103" y="261"/>
                    <a:pt x="136" y="261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0" name="Google Shape;21240;p60"/>
            <p:cNvSpPr/>
            <p:nvPr/>
          </p:nvSpPr>
          <p:spPr>
            <a:xfrm>
              <a:off x="3940600" y="2237175"/>
              <a:ext cx="6525" cy="6675"/>
            </a:xfrm>
            <a:custGeom>
              <a:avLst/>
              <a:gdLst/>
              <a:ahLst/>
              <a:cxnLst/>
              <a:rect l="l" t="t" r="r" b="b"/>
              <a:pathLst>
                <a:path w="261" h="267" extrusionOk="0">
                  <a:moveTo>
                    <a:pt x="146" y="1"/>
                  </a:moveTo>
                  <a:cubicBezTo>
                    <a:pt x="99" y="1"/>
                    <a:pt x="51" y="33"/>
                    <a:pt x="38" y="91"/>
                  </a:cubicBezTo>
                  <a:cubicBezTo>
                    <a:pt x="1" y="157"/>
                    <a:pt x="38" y="227"/>
                    <a:pt x="87" y="260"/>
                  </a:cubicBezTo>
                  <a:cubicBezTo>
                    <a:pt x="100" y="264"/>
                    <a:pt x="113" y="266"/>
                    <a:pt x="124" y="266"/>
                  </a:cubicBezTo>
                  <a:cubicBezTo>
                    <a:pt x="175" y="266"/>
                    <a:pt x="214" y="232"/>
                    <a:pt x="244" y="178"/>
                  </a:cubicBezTo>
                  <a:cubicBezTo>
                    <a:pt x="260" y="108"/>
                    <a:pt x="223" y="38"/>
                    <a:pt x="174" y="5"/>
                  </a:cubicBezTo>
                  <a:cubicBezTo>
                    <a:pt x="165" y="2"/>
                    <a:pt x="155" y="1"/>
                    <a:pt x="1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1" name="Google Shape;21241;p60"/>
            <p:cNvSpPr/>
            <p:nvPr/>
          </p:nvSpPr>
          <p:spPr>
            <a:xfrm>
              <a:off x="38753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50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207" y="240"/>
                    <a:pt x="240" y="190"/>
                    <a:pt x="223" y="104"/>
                  </a:cubicBezTo>
                  <a:cubicBezTo>
                    <a:pt x="223" y="67"/>
                    <a:pt x="207" y="50"/>
                    <a:pt x="190" y="34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2" name="Google Shape;21242;p60"/>
            <p:cNvSpPr/>
            <p:nvPr/>
          </p:nvSpPr>
          <p:spPr>
            <a:xfrm>
              <a:off x="3875350" y="21882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7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57"/>
                    <a:pt x="17" y="227"/>
                    <a:pt x="87" y="260"/>
                  </a:cubicBezTo>
                  <a:cubicBezTo>
                    <a:pt x="97" y="264"/>
                    <a:pt x="107" y="266"/>
                    <a:pt x="117" y="266"/>
                  </a:cubicBezTo>
                  <a:cubicBezTo>
                    <a:pt x="161" y="266"/>
                    <a:pt x="210" y="231"/>
                    <a:pt x="223" y="178"/>
                  </a:cubicBezTo>
                  <a:cubicBezTo>
                    <a:pt x="240" y="107"/>
                    <a:pt x="207" y="37"/>
                    <a:pt x="153" y="4"/>
                  </a:cubicBezTo>
                  <a:cubicBezTo>
                    <a:pt x="145" y="2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3" name="Google Shape;21243;p60"/>
            <p:cNvSpPr/>
            <p:nvPr/>
          </p:nvSpPr>
          <p:spPr>
            <a:xfrm>
              <a:off x="3867625" y="220387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4" y="83"/>
                  </a:cubicBezTo>
                  <a:cubicBezTo>
                    <a:pt x="1" y="149"/>
                    <a:pt x="34" y="219"/>
                    <a:pt x="87" y="252"/>
                  </a:cubicBezTo>
                  <a:cubicBezTo>
                    <a:pt x="103" y="258"/>
                    <a:pt x="119" y="260"/>
                    <a:pt x="134" y="260"/>
                  </a:cubicBezTo>
                  <a:cubicBezTo>
                    <a:pt x="178" y="260"/>
                    <a:pt x="215" y="236"/>
                    <a:pt x="240" y="186"/>
                  </a:cubicBezTo>
                  <a:cubicBezTo>
                    <a:pt x="256" y="116"/>
                    <a:pt x="223" y="30"/>
                    <a:pt x="174" y="13"/>
                  </a:cubicBezTo>
                  <a:cubicBezTo>
                    <a:pt x="159" y="5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4" name="Google Shape;21244;p60"/>
            <p:cNvSpPr/>
            <p:nvPr/>
          </p:nvSpPr>
          <p:spPr>
            <a:xfrm>
              <a:off x="3904525" y="218492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04" y="0"/>
                  </a:moveTo>
                  <a:cubicBezTo>
                    <a:pt x="87" y="17"/>
                    <a:pt x="87" y="17"/>
                    <a:pt x="71" y="17"/>
                  </a:cubicBezTo>
                  <a:cubicBezTo>
                    <a:pt x="38" y="33"/>
                    <a:pt x="1" y="103"/>
                    <a:pt x="17" y="153"/>
                  </a:cubicBezTo>
                  <a:cubicBezTo>
                    <a:pt x="17" y="186"/>
                    <a:pt x="38" y="223"/>
                    <a:pt x="54" y="239"/>
                  </a:cubicBezTo>
                  <a:cubicBezTo>
                    <a:pt x="66" y="251"/>
                    <a:pt x="86" y="263"/>
                    <a:pt x="109" y="263"/>
                  </a:cubicBezTo>
                  <a:cubicBezTo>
                    <a:pt x="119" y="263"/>
                    <a:pt x="130" y="261"/>
                    <a:pt x="141" y="256"/>
                  </a:cubicBezTo>
                  <a:cubicBezTo>
                    <a:pt x="190" y="256"/>
                    <a:pt x="244" y="186"/>
                    <a:pt x="223" y="120"/>
                  </a:cubicBezTo>
                  <a:lnTo>
                    <a:pt x="223" y="83"/>
                  </a:lnTo>
                  <a:cubicBezTo>
                    <a:pt x="207" y="50"/>
                    <a:pt x="190" y="33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5" name="Google Shape;21245;p60"/>
            <p:cNvSpPr/>
            <p:nvPr/>
          </p:nvSpPr>
          <p:spPr>
            <a:xfrm>
              <a:off x="3874950" y="2234950"/>
              <a:ext cx="6400" cy="6675"/>
            </a:xfrm>
            <a:custGeom>
              <a:avLst/>
              <a:gdLst/>
              <a:ahLst/>
              <a:cxnLst/>
              <a:rect l="l" t="t" r="r" b="b"/>
              <a:pathLst>
                <a:path w="256" h="267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17" y="77"/>
                    <a:pt x="0" y="164"/>
                    <a:pt x="33" y="213"/>
                  </a:cubicBezTo>
                  <a:cubicBezTo>
                    <a:pt x="50" y="246"/>
                    <a:pt x="87" y="267"/>
                    <a:pt x="120" y="267"/>
                  </a:cubicBezTo>
                  <a:cubicBezTo>
                    <a:pt x="136" y="267"/>
                    <a:pt x="169" y="246"/>
                    <a:pt x="190" y="230"/>
                  </a:cubicBezTo>
                  <a:cubicBezTo>
                    <a:pt x="239" y="197"/>
                    <a:pt x="256" y="110"/>
                    <a:pt x="206" y="40"/>
                  </a:cubicBezTo>
                  <a:cubicBezTo>
                    <a:pt x="206" y="24"/>
                    <a:pt x="190" y="24"/>
                    <a:pt x="169" y="7"/>
                  </a:cubicBezTo>
                  <a:lnTo>
                    <a:pt x="136" y="7"/>
                  </a:ln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6" name="Google Shape;21246;p60"/>
            <p:cNvSpPr/>
            <p:nvPr/>
          </p:nvSpPr>
          <p:spPr>
            <a:xfrm>
              <a:off x="3871950" y="22843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115" y="1"/>
                    <a:pt x="109" y="3"/>
                    <a:pt x="104" y="8"/>
                  </a:cubicBezTo>
                  <a:lnTo>
                    <a:pt x="67" y="8"/>
                  </a:lnTo>
                  <a:cubicBezTo>
                    <a:pt x="34" y="45"/>
                    <a:pt x="1" y="95"/>
                    <a:pt x="1" y="148"/>
                  </a:cubicBezTo>
                  <a:cubicBezTo>
                    <a:pt x="17" y="181"/>
                    <a:pt x="17" y="214"/>
                    <a:pt x="50" y="231"/>
                  </a:cubicBezTo>
                  <a:cubicBezTo>
                    <a:pt x="67" y="251"/>
                    <a:pt x="104" y="268"/>
                    <a:pt x="137" y="268"/>
                  </a:cubicBezTo>
                  <a:cubicBezTo>
                    <a:pt x="186" y="251"/>
                    <a:pt x="240" y="181"/>
                    <a:pt x="223" y="111"/>
                  </a:cubicBezTo>
                  <a:lnTo>
                    <a:pt x="223" y="78"/>
                  </a:lnTo>
                  <a:cubicBezTo>
                    <a:pt x="207" y="45"/>
                    <a:pt x="186" y="25"/>
                    <a:pt x="153" y="8"/>
                  </a:cubicBezTo>
                  <a:cubicBezTo>
                    <a:pt x="142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7" name="Google Shape;21247;p60"/>
            <p:cNvSpPr/>
            <p:nvPr/>
          </p:nvSpPr>
          <p:spPr>
            <a:xfrm>
              <a:off x="3868450" y="225170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5" y="0"/>
                  </a:moveTo>
                  <a:cubicBezTo>
                    <a:pt x="117" y="0"/>
                    <a:pt x="109" y="2"/>
                    <a:pt x="104" y="9"/>
                  </a:cubicBezTo>
                  <a:cubicBezTo>
                    <a:pt x="54" y="9"/>
                    <a:pt x="1" y="75"/>
                    <a:pt x="17" y="145"/>
                  </a:cubicBezTo>
                  <a:cubicBezTo>
                    <a:pt x="17" y="178"/>
                    <a:pt x="38" y="215"/>
                    <a:pt x="54" y="232"/>
                  </a:cubicBezTo>
                  <a:cubicBezTo>
                    <a:pt x="87" y="248"/>
                    <a:pt x="120" y="265"/>
                    <a:pt x="141" y="265"/>
                  </a:cubicBezTo>
                  <a:cubicBezTo>
                    <a:pt x="174" y="248"/>
                    <a:pt x="190" y="232"/>
                    <a:pt x="207" y="215"/>
                  </a:cubicBezTo>
                  <a:cubicBezTo>
                    <a:pt x="244" y="178"/>
                    <a:pt x="244" y="145"/>
                    <a:pt x="244" y="112"/>
                  </a:cubicBezTo>
                  <a:cubicBezTo>
                    <a:pt x="223" y="75"/>
                    <a:pt x="207" y="42"/>
                    <a:pt x="190" y="26"/>
                  </a:cubicBezTo>
                  <a:lnTo>
                    <a:pt x="174" y="9"/>
                  </a:lnTo>
                  <a:cubicBezTo>
                    <a:pt x="163" y="9"/>
                    <a:pt x="143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8" name="Google Shape;21248;p60"/>
            <p:cNvSpPr/>
            <p:nvPr/>
          </p:nvSpPr>
          <p:spPr>
            <a:xfrm>
              <a:off x="3877525" y="23137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17" y="186"/>
                    <a:pt x="17" y="224"/>
                    <a:pt x="50" y="240"/>
                  </a:cubicBezTo>
                  <a:cubicBezTo>
                    <a:pt x="61" y="252"/>
                    <a:pt x="83" y="263"/>
                    <a:pt x="107" y="263"/>
                  </a:cubicBezTo>
                  <a:cubicBezTo>
                    <a:pt x="117" y="263"/>
                    <a:pt x="127" y="261"/>
                    <a:pt x="136" y="257"/>
                  </a:cubicBezTo>
                  <a:cubicBezTo>
                    <a:pt x="190" y="257"/>
                    <a:pt x="239" y="186"/>
                    <a:pt x="223" y="120"/>
                  </a:cubicBezTo>
                  <a:cubicBezTo>
                    <a:pt x="223" y="83"/>
                    <a:pt x="206" y="50"/>
                    <a:pt x="169" y="34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9" name="Google Shape;21249;p60"/>
            <p:cNvSpPr/>
            <p:nvPr/>
          </p:nvSpPr>
          <p:spPr>
            <a:xfrm>
              <a:off x="3889475" y="2216150"/>
              <a:ext cx="6525" cy="6425"/>
            </a:xfrm>
            <a:custGeom>
              <a:avLst/>
              <a:gdLst/>
              <a:ahLst/>
              <a:cxnLst/>
              <a:rect l="l" t="t" r="r" b="b"/>
              <a:pathLst>
                <a:path w="261" h="257" extrusionOk="0">
                  <a:moveTo>
                    <a:pt x="146" y="0"/>
                  </a:moveTo>
                  <a:cubicBezTo>
                    <a:pt x="101" y="0"/>
                    <a:pt x="51" y="30"/>
                    <a:pt x="38" y="7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6" y="253"/>
                    <a:pt x="123" y="257"/>
                    <a:pt x="139" y="257"/>
                  </a:cubicBezTo>
                  <a:cubicBezTo>
                    <a:pt x="183" y="257"/>
                    <a:pt x="217" y="225"/>
                    <a:pt x="244" y="174"/>
                  </a:cubicBezTo>
                  <a:cubicBezTo>
                    <a:pt x="260" y="108"/>
                    <a:pt x="227" y="38"/>
                    <a:pt x="174" y="5"/>
                  </a:cubicBezTo>
                  <a:cubicBezTo>
                    <a:pt x="165" y="2"/>
                    <a:pt x="156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0" name="Google Shape;21250;p60"/>
            <p:cNvSpPr/>
            <p:nvPr/>
          </p:nvSpPr>
          <p:spPr>
            <a:xfrm>
              <a:off x="3898125" y="2202825"/>
              <a:ext cx="6025" cy="6650"/>
            </a:xfrm>
            <a:custGeom>
              <a:avLst/>
              <a:gdLst/>
              <a:ahLst/>
              <a:cxnLst/>
              <a:rect l="l" t="t" r="r" b="b"/>
              <a:pathLst>
                <a:path w="241" h="266" extrusionOk="0">
                  <a:moveTo>
                    <a:pt x="124" y="0"/>
                  </a:moveTo>
                  <a:cubicBezTo>
                    <a:pt x="80" y="0"/>
                    <a:pt x="31" y="35"/>
                    <a:pt x="17" y="88"/>
                  </a:cubicBezTo>
                  <a:cubicBezTo>
                    <a:pt x="1" y="158"/>
                    <a:pt x="17" y="228"/>
                    <a:pt x="87" y="261"/>
                  </a:cubicBezTo>
                  <a:cubicBezTo>
                    <a:pt x="96" y="264"/>
                    <a:pt x="105" y="266"/>
                    <a:pt x="114" y="266"/>
                  </a:cubicBezTo>
                  <a:cubicBezTo>
                    <a:pt x="159" y="266"/>
                    <a:pt x="210" y="233"/>
                    <a:pt x="224" y="175"/>
                  </a:cubicBezTo>
                  <a:cubicBezTo>
                    <a:pt x="240" y="109"/>
                    <a:pt x="207" y="39"/>
                    <a:pt x="153" y="6"/>
                  </a:cubicBezTo>
                  <a:cubicBezTo>
                    <a:pt x="144" y="2"/>
                    <a:pt x="134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1" name="Google Shape;21251;p60"/>
            <p:cNvSpPr/>
            <p:nvPr/>
          </p:nvSpPr>
          <p:spPr>
            <a:xfrm>
              <a:off x="3902875" y="22282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" y="88"/>
                    <a:pt x="1" y="158"/>
                    <a:pt x="34" y="228"/>
                  </a:cubicBezTo>
                  <a:cubicBezTo>
                    <a:pt x="52" y="255"/>
                    <a:pt x="81" y="267"/>
                    <a:pt x="112" y="267"/>
                  </a:cubicBezTo>
                  <a:cubicBezTo>
                    <a:pt x="137" y="267"/>
                    <a:pt x="164" y="259"/>
                    <a:pt x="186" y="244"/>
                  </a:cubicBezTo>
                  <a:cubicBezTo>
                    <a:pt x="240" y="191"/>
                    <a:pt x="240" y="104"/>
                    <a:pt x="207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3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2" name="Google Shape;21252;p60"/>
            <p:cNvSpPr/>
            <p:nvPr/>
          </p:nvSpPr>
          <p:spPr>
            <a:xfrm>
              <a:off x="3889075" y="21853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40" y="1"/>
                  </a:moveTo>
                  <a:cubicBezTo>
                    <a:pt x="103" y="1"/>
                    <a:pt x="70" y="17"/>
                    <a:pt x="54" y="34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40"/>
                    <a:pt x="87" y="256"/>
                    <a:pt x="103" y="256"/>
                  </a:cubicBezTo>
                  <a:cubicBezTo>
                    <a:pt x="114" y="261"/>
                    <a:pt x="125" y="263"/>
                    <a:pt x="134" y="263"/>
                  </a:cubicBezTo>
                  <a:cubicBezTo>
                    <a:pt x="158" y="263"/>
                    <a:pt x="178" y="252"/>
                    <a:pt x="190" y="240"/>
                  </a:cubicBezTo>
                  <a:cubicBezTo>
                    <a:pt x="243" y="190"/>
                    <a:pt x="243" y="104"/>
                    <a:pt x="206" y="50"/>
                  </a:cubicBezTo>
                  <a:cubicBezTo>
                    <a:pt x="190" y="34"/>
                    <a:pt x="173" y="17"/>
                    <a:pt x="157" y="17"/>
                  </a:cubicBezTo>
                  <a:lnTo>
                    <a:pt x="1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3" name="Google Shape;21253;p60"/>
            <p:cNvSpPr/>
            <p:nvPr/>
          </p:nvSpPr>
          <p:spPr>
            <a:xfrm>
              <a:off x="3882675" y="220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87" y="260"/>
                    <a:pt x="104" y="260"/>
                    <a:pt x="137" y="260"/>
                  </a:cubicBezTo>
                  <a:cubicBezTo>
                    <a:pt x="207" y="244"/>
                    <a:pt x="240" y="190"/>
                    <a:pt x="240" y="104"/>
                  </a:cubicBezTo>
                  <a:cubicBezTo>
                    <a:pt x="223" y="71"/>
                    <a:pt x="207" y="54"/>
                    <a:pt x="190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4" name="Google Shape;21254;p60"/>
            <p:cNvSpPr/>
            <p:nvPr/>
          </p:nvSpPr>
          <p:spPr>
            <a:xfrm>
              <a:off x="3888250" y="22321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33" y="17"/>
                    <a:pt x="0" y="71"/>
                    <a:pt x="0" y="153"/>
                  </a:cubicBezTo>
                  <a:cubicBezTo>
                    <a:pt x="17" y="190"/>
                    <a:pt x="33" y="207"/>
                    <a:pt x="50" y="223"/>
                  </a:cubicBezTo>
                  <a:cubicBezTo>
                    <a:pt x="70" y="256"/>
                    <a:pt x="103" y="256"/>
                    <a:pt x="136" y="256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73" y="17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5" name="Google Shape;21255;p60"/>
            <p:cNvSpPr/>
            <p:nvPr/>
          </p:nvSpPr>
          <p:spPr>
            <a:xfrm>
              <a:off x="4169125" y="24004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0"/>
                  </a:moveTo>
                  <a:cubicBezTo>
                    <a:pt x="70" y="0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6"/>
                    <a:pt x="33" y="244"/>
                  </a:cubicBezTo>
                  <a:cubicBezTo>
                    <a:pt x="70" y="260"/>
                    <a:pt x="87" y="260"/>
                    <a:pt x="120" y="260"/>
                  </a:cubicBezTo>
                  <a:cubicBezTo>
                    <a:pt x="190" y="244"/>
                    <a:pt x="223" y="173"/>
                    <a:pt x="223" y="103"/>
                  </a:cubicBezTo>
                  <a:cubicBezTo>
                    <a:pt x="206" y="70"/>
                    <a:pt x="190" y="54"/>
                    <a:pt x="173" y="17"/>
                  </a:cubicBezTo>
                  <a:cubicBezTo>
                    <a:pt x="173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6" name="Google Shape;21256;p60"/>
            <p:cNvSpPr/>
            <p:nvPr/>
          </p:nvSpPr>
          <p:spPr>
            <a:xfrm>
              <a:off x="4209525" y="240817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17" y="190"/>
                    <a:pt x="17" y="223"/>
                    <a:pt x="50" y="244"/>
                  </a:cubicBezTo>
                  <a:cubicBezTo>
                    <a:pt x="61" y="255"/>
                    <a:pt x="83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86" y="260"/>
                    <a:pt x="239" y="190"/>
                    <a:pt x="223" y="120"/>
                  </a:cubicBezTo>
                  <a:cubicBezTo>
                    <a:pt x="223" y="71"/>
                    <a:pt x="186" y="38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7" name="Google Shape;21257;p60"/>
            <p:cNvSpPr/>
            <p:nvPr/>
          </p:nvSpPr>
          <p:spPr>
            <a:xfrm>
              <a:off x="4202600" y="2348075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8" y="1"/>
                  </a:moveTo>
                  <a:cubicBezTo>
                    <a:pt x="34" y="1"/>
                    <a:pt x="1" y="71"/>
                    <a:pt x="1" y="137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71" y="256"/>
                    <a:pt x="104" y="256"/>
                    <a:pt x="121" y="256"/>
                  </a:cubicBezTo>
                  <a:cubicBezTo>
                    <a:pt x="191" y="240"/>
                    <a:pt x="224" y="174"/>
                    <a:pt x="224" y="104"/>
                  </a:cubicBezTo>
                  <a:cubicBezTo>
                    <a:pt x="224" y="71"/>
                    <a:pt x="207" y="34"/>
                    <a:pt x="174" y="17"/>
                  </a:cubicBezTo>
                  <a:lnTo>
                    <a:pt x="1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8" name="Google Shape;21258;p60"/>
            <p:cNvSpPr/>
            <p:nvPr/>
          </p:nvSpPr>
          <p:spPr>
            <a:xfrm>
              <a:off x="4204375" y="2423875"/>
              <a:ext cx="5575" cy="6700"/>
            </a:xfrm>
            <a:custGeom>
              <a:avLst/>
              <a:gdLst/>
              <a:ahLst/>
              <a:cxnLst/>
              <a:rect l="l" t="t" r="r" b="b"/>
              <a:pathLst>
                <a:path w="223" h="268" extrusionOk="0">
                  <a:moveTo>
                    <a:pt x="102" y="0"/>
                  </a:moveTo>
                  <a:cubicBezTo>
                    <a:pt x="96" y="0"/>
                    <a:pt x="89" y="2"/>
                    <a:pt x="83" y="7"/>
                  </a:cubicBezTo>
                  <a:cubicBezTo>
                    <a:pt x="50" y="7"/>
                    <a:pt x="33" y="28"/>
                    <a:pt x="17" y="61"/>
                  </a:cubicBezTo>
                  <a:cubicBezTo>
                    <a:pt x="0" y="78"/>
                    <a:pt x="0" y="111"/>
                    <a:pt x="0" y="148"/>
                  </a:cubicBezTo>
                  <a:cubicBezTo>
                    <a:pt x="0" y="181"/>
                    <a:pt x="17" y="214"/>
                    <a:pt x="33" y="234"/>
                  </a:cubicBezTo>
                  <a:cubicBezTo>
                    <a:pt x="66" y="251"/>
                    <a:pt x="83" y="267"/>
                    <a:pt x="120" y="267"/>
                  </a:cubicBezTo>
                  <a:cubicBezTo>
                    <a:pt x="186" y="251"/>
                    <a:pt x="223" y="181"/>
                    <a:pt x="223" y="111"/>
                  </a:cubicBezTo>
                  <a:cubicBezTo>
                    <a:pt x="206" y="78"/>
                    <a:pt x="186" y="45"/>
                    <a:pt x="169" y="28"/>
                  </a:cubicBezTo>
                  <a:cubicBezTo>
                    <a:pt x="153" y="28"/>
                    <a:pt x="153" y="7"/>
                    <a:pt x="136" y="7"/>
                  </a:cubicBezTo>
                  <a:cubicBezTo>
                    <a:pt x="125" y="7"/>
                    <a:pt x="114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9" name="Google Shape;21259;p60"/>
            <p:cNvSpPr/>
            <p:nvPr/>
          </p:nvSpPr>
          <p:spPr>
            <a:xfrm>
              <a:off x="4212925" y="2393125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1"/>
                  </a:moveTo>
                  <a:cubicBezTo>
                    <a:pt x="87" y="1"/>
                    <a:pt x="70" y="21"/>
                    <a:pt x="33" y="38"/>
                  </a:cubicBezTo>
                  <a:cubicBezTo>
                    <a:pt x="17" y="54"/>
                    <a:pt x="0" y="87"/>
                    <a:pt x="0" y="124"/>
                  </a:cubicBezTo>
                  <a:cubicBezTo>
                    <a:pt x="0" y="157"/>
                    <a:pt x="0" y="190"/>
                    <a:pt x="17" y="227"/>
                  </a:cubicBezTo>
                  <a:cubicBezTo>
                    <a:pt x="33" y="244"/>
                    <a:pt x="70" y="260"/>
                    <a:pt x="103" y="260"/>
                  </a:cubicBezTo>
                  <a:cubicBezTo>
                    <a:pt x="108" y="265"/>
                    <a:pt x="114" y="267"/>
                    <a:pt x="121" y="267"/>
                  </a:cubicBezTo>
                  <a:cubicBezTo>
                    <a:pt x="138" y="267"/>
                    <a:pt x="159" y="255"/>
                    <a:pt x="173" y="244"/>
                  </a:cubicBezTo>
                  <a:cubicBezTo>
                    <a:pt x="223" y="190"/>
                    <a:pt x="239" y="104"/>
                    <a:pt x="190" y="54"/>
                  </a:cubicBezTo>
                  <a:cubicBezTo>
                    <a:pt x="190" y="38"/>
                    <a:pt x="173" y="21"/>
                    <a:pt x="153" y="21"/>
                  </a:cubicBezTo>
                  <a:cubicBezTo>
                    <a:pt x="136" y="21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0" name="Google Shape;21260;p60"/>
            <p:cNvSpPr/>
            <p:nvPr/>
          </p:nvSpPr>
          <p:spPr>
            <a:xfrm>
              <a:off x="4213325" y="2362725"/>
              <a:ext cx="1775" cy="4650"/>
            </a:xfrm>
            <a:custGeom>
              <a:avLst/>
              <a:gdLst/>
              <a:ahLst/>
              <a:cxnLst/>
              <a:rect l="l" t="t" r="r" b="b"/>
              <a:pathLst>
                <a:path w="71" h="186" extrusionOk="0">
                  <a:moveTo>
                    <a:pt x="17" y="0"/>
                  </a:moveTo>
                  <a:cubicBezTo>
                    <a:pt x="17" y="0"/>
                    <a:pt x="1" y="0"/>
                    <a:pt x="1" y="17"/>
                  </a:cubicBezTo>
                  <a:lnTo>
                    <a:pt x="1" y="103"/>
                  </a:lnTo>
                  <a:cubicBezTo>
                    <a:pt x="17" y="135"/>
                    <a:pt x="32" y="167"/>
                    <a:pt x="67" y="169"/>
                  </a:cubicBezTo>
                  <a:lnTo>
                    <a:pt x="67" y="169"/>
                  </a:lnTo>
                  <a:cubicBezTo>
                    <a:pt x="51" y="108"/>
                    <a:pt x="32" y="46"/>
                    <a:pt x="17" y="0"/>
                  </a:cubicBezTo>
                  <a:close/>
                  <a:moveTo>
                    <a:pt x="67" y="169"/>
                  </a:moveTo>
                  <a:cubicBezTo>
                    <a:pt x="68" y="175"/>
                    <a:pt x="69" y="180"/>
                    <a:pt x="71" y="186"/>
                  </a:cubicBezTo>
                  <a:lnTo>
                    <a:pt x="71" y="169"/>
                  </a:lnTo>
                  <a:cubicBezTo>
                    <a:pt x="69" y="169"/>
                    <a:pt x="68" y="169"/>
                    <a:pt x="67" y="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1" name="Google Shape;21261;p60"/>
            <p:cNvSpPr/>
            <p:nvPr/>
          </p:nvSpPr>
          <p:spPr>
            <a:xfrm>
              <a:off x="4149725" y="2203675"/>
              <a:ext cx="5700" cy="6475"/>
            </a:xfrm>
            <a:custGeom>
              <a:avLst/>
              <a:gdLst/>
              <a:ahLst/>
              <a:cxnLst/>
              <a:rect l="l" t="t" r="r" b="b"/>
              <a:pathLst>
                <a:path w="228" h="259" extrusionOk="0">
                  <a:moveTo>
                    <a:pt x="147" y="1"/>
                  </a:moveTo>
                  <a:cubicBezTo>
                    <a:pt x="102" y="1"/>
                    <a:pt x="52" y="33"/>
                    <a:pt x="38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3" y="254"/>
                    <a:pt x="118" y="259"/>
                    <a:pt x="132" y="259"/>
                  </a:cubicBezTo>
                  <a:cubicBezTo>
                    <a:pt x="168" y="259"/>
                    <a:pt x="201" y="230"/>
                    <a:pt x="228" y="194"/>
                  </a:cubicBezTo>
                  <a:cubicBezTo>
                    <a:pt x="207" y="124"/>
                    <a:pt x="191" y="75"/>
                    <a:pt x="174" y="5"/>
                  </a:cubicBezTo>
                  <a:cubicBezTo>
                    <a:pt x="166" y="2"/>
                    <a:pt x="157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2" name="Google Shape;21262;p60"/>
            <p:cNvSpPr/>
            <p:nvPr/>
          </p:nvSpPr>
          <p:spPr>
            <a:xfrm>
              <a:off x="4165700" y="2245000"/>
              <a:ext cx="3850" cy="6025"/>
            </a:xfrm>
            <a:custGeom>
              <a:avLst/>
              <a:gdLst/>
              <a:ahLst/>
              <a:cxnLst/>
              <a:rect l="l" t="t" r="r" b="b"/>
              <a:pathLst>
                <a:path w="154" h="241" extrusionOk="0">
                  <a:moveTo>
                    <a:pt x="67" y="1"/>
                  </a:moveTo>
                  <a:cubicBezTo>
                    <a:pt x="17" y="17"/>
                    <a:pt x="1" y="71"/>
                    <a:pt x="1" y="137"/>
                  </a:cubicBezTo>
                  <a:cubicBezTo>
                    <a:pt x="1" y="174"/>
                    <a:pt x="34" y="207"/>
                    <a:pt x="50" y="224"/>
                  </a:cubicBezTo>
                  <a:cubicBezTo>
                    <a:pt x="67" y="240"/>
                    <a:pt x="104" y="240"/>
                    <a:pt x="121" y="240"/>
                  </a:cubicBezTo>
                  <a:lnTo>
                    <a:pt x="154" y="240"/>
                  </a:lnTo>
                  <a:cubicBezTo>
                    <a:pt x="121" y="154"/>
                    <a:pt x="104" y="7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3" name="Google Shape;21263;p60"/>
            <p:cNvSpPr/>
            <p:nvPr/>
          </p:nvSpPr>
          <p:spPr>
            <a:xfrm>
              <a:off x="4197050" y="24404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87" y="1"/>
                    <a:pt x="50" y="34"/>
                  </a:cubicBezTo>
                  <a:cubicBezTo>
                    <a:pt x="17" y="67"/>
                    <a:pt x="0" y="154"/>
                    <a:pt x="33" y="207"/>
                  </a:cubicBezTo>
                  <a:cubicBezTo>
                    <a:pt x="50" y="240"/>
                    <a:pt x="87" y="257"/>
                    <a:pt x="120" y="257"/>
                  </a:cubicBezTo>
                  <a:cubicBezTo>
                    <a:pt x="136" y="257"/>
                    <a:pt x="169" y="257"/>
                    <a:pt x="190" y="224"/>
                  </a:cubicBezTo>
                  <a:cubicBezTo>
                    <a:pt x="223" y="207"/>
                    <a:pt x="239" y="170"/>
                    <a:pt x="239" y="137"/>
                  </a:cubicBezTo>
                  <a:cubicBezTo>
                    <a:pt x="239" y="104"/>
                    <a:pt x="223" y="67"/>
                    <a:pt x="206" y="50"/>
                  </a:cubicBezTo>
                  <a:cubicBezTo>
                    <a:pt x="206" y="34"/>
                    <a:pt x="190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4" name="Google Shape;21264;p60"/>
            <p:cNvSpPr/>
            <p:nvPr/>
          </p:nvSpPr>
          <p:spPr>
            <a:xfrm>
              <a:off x="3804450" y="2526300"/>
              <a:ext cx="3525" cy="5575"/>
            </a:xfrm>
            <a:custGeom>
              <a:avLst/>
              <a:gdLst/>
              <a:ahLst/>
              <a:cxnLst/>
              <a:rect l="l" t="t" r="r" b="b"/>
              <a:pathLst>
                <a:path w="141" h="223" extrusionOk="0">
                  <a:moveTo>
                    <a:pt x="140" y="0"/>
                  </a:moveTo>
                  <a:cubicBezTo>
                    <a:pt x="103" y="0"/>
                    <a:pt x="87" y="0"/>
                    <a:pt x="70" y="17"/>
                  </a:cubicBezTo>
                  <a:cubicBezTo>
                    <a:pt x="21" y="70"/>
                    <a:pt x="0" y="157"/>
                    <a:pt x="54" y="206"/>
                  </a:cubicBezTo>
                  <a:cubicBezTo>
                    <a:pt x="54" y="223"/>
                    <a:pt x="54" y="223"/>
                    <a:pt x="70" y="223"/>
                  </a:cubicBezTo>
                  <a:cubicBezTo>
                    <a:pt x="87" y="157"/>
                    <a:pt x="124" y="7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5" name="Google Shape;21265;p60"/>
            <p:cNvSpPr/>
            <p:nvPr/>
          </p:nvSpPr>
          <p:spPr>
            <a:xfrm>
              <a:off x="4206025" y="237725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87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0" y="190"/>
                    <a:pt x="37" y="223"/>
                    <a:pt x="54" y="244"/>
                  </a:cubicBezTo>
                  <a:cubicBezTo>
                    <a:pt x="70" y="260"/>
                    <a:pt x="103" y="260"/>
                    <a:pt x="120" y="260"/>
                  </a:cubicBezTo>
                  <a:cubicBezTo>
                    <a:pt x="157" y="260"/>
                    <a:pt x="190" y="244"/>
                    <a:pt x="206" y="207"/>
                  </a:cubicBezTo>
                  <a:cubicBezTo>
                    <a:pt x="223" y="174"/>
                    <a:pt x="223" y="141"/>
                    <a:pt x="223" y="104"/>
                  </a:cubicBezTo>
                  <a:cubicBezTo>
                    <a:pt x="223" y="71"/>
                    <a:pt x="206" y="54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6" name="Google Shape;21266;p60"/>
            <p:cNvSpPr/>
            <p:nvPr/>
          </p:nvSpPr>
          <p:spPr>
            <a:xfrm>
              <a:off x="4192725" y="245512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11" y="0"/>
                  </a:moveTo>
                  <a:cubicBezTo>
                    <a:pt x="69" y="0"/>
                    <a:pt x="29" y="33"/>
                    <a:pt x="17" y="81"/>
                  </a:cubicBezTo>
                  <a:cubicBezTo>
                    <a:pt x="0" y="151"/>
                    <a:pt x="17" y="238"/>
                    <a:pt x="87" y="254"/>
                  </a:cubicBezTo>
                  <a:cubicBezTo>
                    <a:pt x="100" y="263"/>
                    <a:pt x="114" y="267"/>
                    <a:pt x="129" y="267"/>
                  </a:cubicBezTo>
                  <a:cubicBezTo>
                    <a:pt x="170" y="267"/>
                    <a:pt x="211" y="235"/>
                    <a:pt x="223" y="184"/>
                  </a:cubicBezTo>
                  <a:cubicBezTo>
                    <a:pt x="239" y="118"/>
                    <a:pt x="223" y="31"/>
                    <a:pt x="157" y="15"/>
                  </a:cubicBezTo>
                  <a:cubicBezTo>
                    <a:pt x="142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7" name="Google Shape;21267;p60"/>
            <p:cNvSpPr/>
            <p:nvPr/>
          </p:nvSpPr>
          <p:spPr>
            <a:xfrm>
              <a:off x="4186325" y="23978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0"/>
                    <a:pt x="1" y="70"/>
                    <a:pt x="17" y="140"/>
                  </a:cubicBezTo>
                  <a:cubicBezTo>
                    <a:pt x="17" y="173"/>
                    <a:pt x="34" y="206"/>
                    <a:pt x="50" y="223"/>
                  </a:cubicBezTo>
                  <a:cubicBezTo>
                    <a:pt x="83" y="260"/>
                    <a:pt x="120" y="260"/>
                    <a:pt x="137" y="260"/>
                  </a:cubicBezTo>
                  <a:cubicBezTo>
                    <a:pt x="170" y="243"/>
                    <a:pt x="186" y="223"/>
                    <a:pt x="207" y="206"/>
                  </a:cubicBezTo>
                  <a:cubicBezTo>
                    <a:pt x="223" y="173"/>
                    <a:pt x="240" y="140"/>
                    <a:pt x="240" y="103"/>
                  </a:cubicBezTo>
                  <a:cubicBezTo>
                    <a:pt x="223" y="70"/>
                    <a:pt x="207" y="37"/>
                    <a:pt x="186" y="17"/>
                  </a:cubicBezTo>
                  <a:lnTo>
                    <a:pt x="1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8" name="Google Shape;21268;p60"/>
            <p:cNvSpPr/>
            <p:nvPr/>
          </p:nvSpPr>
          <p:spPr>
            <a:xfrm>
              <a:off x="4089225" y="2184925"/>
              <a:ext cx="5600" cy="3600"/>
            </a:xfrm>
            <a:custGeom>
              <a:avLst/>
              <a:gdLst/>
              <a:ahLst/>
              <a:cxnLst/>
              <a:rect l="l" t="t" r="r" b="b"/>
              <a:pathLst>
                <a:path w="224" h="144" extrusionOk="0">
                  <a:moveTo>
                    <a:pt x="1" y="0"/>
                  </a:moveTo>
                  <a:lnTo>
                    <a:pt x="1" y="33"/>
                  </a:lnTo>
                  <a:cubicBezTo>
                    <a:pt x="1" y="66"/>
                    <a:pt x="17" y="103"/>
                    <a:pt x="50" y="120"/>
                  </a:cubicBezTo>
                  <a:cubicBezTo>
                    <a:pt x="65" y="132"/>
                    <a:pt x="86" y="143"/>
                    <a:pt x="102" y="143"/>
                  </a:cubicBezTo>
                  <a:cubicBezTo>
                    <a:pt x="109" y="143"/>
                    <a:pt x="116" y="141"/>
                    <a:pt x="120" y="136"/>
                  </a:cubicBezTo>
                  <a:cubicBezTo>
                    <a:pt x="190" y="136"/>
                    <a:pt x="223" y="66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9" name="Google Shape;21269;p60"/>
            <p:cNvSpPr/>
            <p:nvPr/>
          </p:nvSpPr>
          <p:spPr>
            <a:xfrm>
              <a:off x="4198275" y="2393950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40" y="0"/>
                  </a:moveTo>
                  <a:cubicBezTo>
                    <a:pt x="87" y="0"/>
                    <a:pt x="48" y="33"/>
                    <a:pt x="17" y="91"/>
                  </a:cubicBezTo>
                  <a:cubicBezTo>
                    <a:pt x="1" y="141"/>
                    <a:pt x="38" y="227"/>
                    <a:pt x="87" y="244"/>
                  </a:cubicBezTo>
                  <a:cubicBezTo>
                    <a:pt x="104" y="260"/>
                    <a:pt x="120" y="260"/>
                    <a:pt x="141" y="260"/>
                  </a:cubicBezTo>
                  <a:cubicBezTo>
                    <a:pt x="174" y="244"/>
                    <a:pt x="223" y="227"/>
                    <a:pt x="223" y="174"/>
                  </a:cubicBezTo>
                  <a:cubicBezTo>
                    <a:pt x="244" y="124"/>
                    <a:pt x="244" y="71"/>
                    <a:pt x="207" y="38"/>
                  </a:cubicBezTo>
                  <a:cubicBezTo>
                    <a:pt x="207" y="21"/>
                    <a:pt x="190" y="21"/>
                    <a:pt x="174" y="5"/>
                  </a:cubicBezTo>
                  <a:cubicBezTo>
                    <a:pt x="162" y="2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0" name="Google Shape;21270;p60"/>
            <p:cNvSpPr/>
            <p:nvPr/>
          </p:nvSpPr>
          <p:spPr>
            <a:xfrm>
              <a:off x="4068625" y="2184925"/>
              <a:ext cx="6000" cy="5025"/>
            </a:xfrm>
            <a:custGeom>
              <a:avLst/>
              <a:gdLst/>
              <a:ahLst/>
              <a:cxnLst/>
              <a:rect l="l" t="t" r="r" b="b"/>
              <a:pathLst>
                <a:path w="240" h="201" extrusionOk="0">
                  <a:moveTo>
                    <a:pt x="33" y="0"/>
                  </a:moveTo>
                  <a:cubicBezTo>
                    <a:pt x="33" y="17"/>
                    <a:pt x="17" y="17"/>
                    <a:pt x="17" y="33"/>
                  </a:cubicBezTo>
                  <a:cubicBezTo>
                    <a:pt x="0" y="83"/>
                    <a:pt x="33" y="169"/>
                    <a:pt x="87" y="186"/>
                  </a:cubicBezTo>
                  <a:cubicBezTo>
                    <a:pt x="100" y="196"/>
                    <a:pt x="115" y="201"/>
                    <a:pt x="130" y="201"/>
                  </a:cubicBezTo>
                  <a:cubicBezTo>
                    <a:pt x="170" y="201"/>
                    <a:pt x="211" y="168"/>
                    <a:pt x="223" y="120"/>
                  </a:cubicBezTo>
                  <a:cubicBezTo>
                    <a:pt x="239" y="83"/>
                    <a:pt x="239" y="33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1" name="Google Shape;21271;p60"/>
            <p:cNvSpPr/>
            <p:nvPr/>
          </p:nvSpPr>
          <p:spPr>
            <a:xfrm>
              <a:off x="4106850" y="2474350"/>
              <a:ext cx="1275" cy="425"/>
            </a:xfrm>
            <a:custGeom>
              <a:avLst/>
              <a:gdLst/>
              <a:ahLst/>
              <a:cxnLst/>
              <a:rect l="l" t="t" r="r" b="b"/>
              <a:pathLst>
                <a:path w="51" h="17" extrusionOk="0">
                  <a:moveTo>
                    <a:pt x="1" y="0"/>
                  </a:moveTo>
                  <a:cubicBezTo>
                    <a:pt x="17" y="0"/>
                    <a:pt x="34" y="17"/>
                    <a:pt x="50" y="17"/>
                  </a:cubicBezTo>
                  <a:cubicBezTo>
                    <a:pt x="50" y="17"/>
                    <a:pt x="34" y="17"/>
                    <a:pt x="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2" name="Google Shape;21272;p60"/>
            <p:cNvSpPr/>
            <p:nvPr/>
          </p:nvSpPr>
          <p:spPr>
            <a:xfrm>
              <a:off x="4182400" y="244265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111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21"/>
                    <a:pt x="87" y="254"/>
                  </a:cubicBezTo>
                  <a:lnTo>
                    <a:pt x="137" y="254"/>
                  </a:lnTo>
                  <a:cubicBezTo>
                    <a:pt x="174" y="254"/>
                    <a:pt x="207" y="221"/>
                    <a:pt x="224" y="168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4" y="15"/>
                    <a:pt x="158" y="15"/>
                  </a:cubicBezTo>
                  <a:cubicBezTo>
                    <a:pt x="143" y="5"/>
                    <a:pt x="127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3" name="Google Shape;21273;p60"/>
            <p:cNvSpPr/>
            <p:nvPr/>
          </p:nvSpPr>
          <p:spPr>
            <a:xfrm>
              <a:off x="3796300" y="2514750"/>
              <a:ext cx="1375" cy="4675"/>
            </a:xfrm>
            <a:custGeom>
              <a:avLst/>
              <a:gdLst/>
              <a:ahLst/>
              <a:cxnLst/>
              <a:rect l="l" t="t" r="r" b="b"/>
              <a:pathLst>
                <a:path w="55" h="187" extrusionOk="0">
                  <a:moveTo>
                    <a:pt x="0" y="1"/>
                  </a:moveTo>
                  <a:lnTo>
                    <a:pt x="0" y="186"/>
                  </a:lnTo>
                  <a:cubicBezTo>
                    <a:pt x="17" y="170"/>
                    <a:pt x="38" y="153"/>
                    <a:pt x="38" y="137"/>
                  </a:cubicBezTo>
                  <a:cubicBezTo>
                    <a:pt x="54" y="83"/>
                    <a:pt x="38" y="34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4" name="Google Shape;21274;p60"/>
            <p:cNvSpPr/>
            <p:nvPr/>
          </p:nvSpPr>
          <p:spPr>
            <a:xfrm>
              <a:off x="4187975" y="2475175"/>
              <a:ext cx="5600" cy="5600"/>
            </a:xfrm>
            <a:custGeom>
              <a:avLst/>
              <a:gdLst/>
              <a:ahLst/>
              <a:cxnLst/>
              <a:rect l="l" t="t" r="r" b="b"/>
              <a:pathLst>
                <a:path w="224" h="224" extrusionOk="0">
                  <a:moveTo>
                    <a:pt x="104" y="0"/>
                  </a:moveTo>
                  <a:cubicBezTo>
                    <a:pt x="38" y="17"/>
                    <a:pt x="1" y="87"/>
                    <a:pt x="1" y="157"/>
                  </a:cubicBezTo>
                  <a:cubicBezTo>
                    <a:pt x="1" y="190"/>
                    <a:pt x="17" y="207"/>
                    <a:pt x="38" y="223"/>
                  </a:cubicBezTo>
                  <a:cubicBezTo>
                    <a:pt x="104" y="190"/>
                    <a:pt x="157" y="157"/>
                    <a:pt x="223" y="120"/>
                  </a:cubicBezTo>
                  <a:cubicBezTo>
                    <a:pt x="223" y="87"/>
                    <a:pt x="207" y="54"/>
                    <a:pt x="174" y="37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5" name="Google Shape;21275;p60"/>
            <p:cNvSpPr/>
            <p:nvPr/>
          </p:nvSpPr>
          <p:spPr>
            <a:xfrm>
              <a:off x="4218900" y="2421050"/>
              <a:ext cx="5175" cy="6525"/>
            </a:xfrm>
            <a:custGeom>
              <a:avLst/>
              <a:gdLst/>
              <a:ahLst/>
              <a:cxnLst/>
              <a:rect l="l" t="t" r="r" b="b"/>
              <a:pathLst>
                <a:path w="207" h="261" extrusionOk="0">
                  <a:moveTo>
                    <a:pt x="141" y="1"/>
                  </a:moveTo>
                  <a:cubicBezTo>
                    <a:pt x="103" y="1"/>
                    <a:pt x="70" y="17"/>
                    <a:pt x="54" y="38"/>
                  </a:cubicBezTo>
                  <a:cubicBezTo>
                    <a:pt x="0" y="71"/>
                    <a:pt x="0" y="158"/>
                    <a:pt x="37" y="207"/>
                  </a:cubicBezTo>
                  <a:cubicBezTo>
                    <a:pt x="54" y="244"/>
                    <a:pt x="70" y="261"/>
                    <a:pt x="103" y="261"/>
                  </a:cubicBezTo>
                  <a:cubicBezTo>
                    <a:pt x="141" y="261"/>
                    <a:pt x="157" y="261"/>
                    <a:pt x="190" y="244"/>
                  </a:cubicBezTo>
                  <a:cubicBezTo>
                    <a:pt x="190" y="174"/>
                    <a:pt x="190" y="104"/>
                    <a:pt x="207" y="54"/>
                  </a:cubicBezTo>
                  <a:cubicBezTo>
                    <a:pt x="190" y="38"/>
                    <a:pt x="174" y="17"/>
                    <a:pt x="157" y="17"/>
                  </a:cubicBezTo>
                  <a:cubicBezTo>
                    <a:pt x="157" y="1"/>
                    <a:pt x="141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6" name="Google Shape;21276;p60"/>
            <p:cNvSpPr/>
            <p:nvPr/>
          </p:nvSpPr>
          <p:spPr>
            <a:xfrm>
              <a:off x="4207775" y="2454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1" y="1"/>
                  </a:moveTo>
                  <a:cubicBezTo>
                    <a:pt x="76" y="1"/>
                    <a:pt x="41" y="32"/>
                    <a:pt x="17" y="84"/>
                  </a:cubicBezTo>
                  <a:cubicBezTo>
                    <a:pt x="0" y="154"/>
                    <a:pt x="33" y="220"/>
                    <a:pt x="87" y="257"/>
                  </a:cubicBezTo>
                  <a:cubicBezTo>
                    <a:pt x="96" y="262"/>
                    <a:pt x="106" y="264"/>
                    <a:pt x="115" y="264"/>
                  </a:cubicBezTo>
                  <a:cubicBezTo>
                    <a:pt x="139" y="264"/>
                    <a:pt x="163" y="251"/>
                    <a:pt x="190" y="236"/>
                  </a:cubicBezTo>
                  <a:cubicBezTo>
                    <a:pt x="206" y="220"/>
                    <a:pt x="223" y="187"/>
                    <a:pt x="239" y="154"/>
                  </a:cubicBezTo>
                  <a:cubicBezTo>
                    <a:pt x="239" y="100"/>
                    <a:pt x="223" y="30"/>
                    <a:pt x="173" y="14"/>
                  </a:cubicBezTo>
                  <a:cubicBezTo>
                    <a:pt x="155" y="5"/>
                    <a:pt x="137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7" name="Google Shape;21277;p60"/>
            <p:cNvSpPr/>
            <p:nvPr/>
          </p:nvSpPr>
          <p:spPr>
            <a:xfrm>
              <a:off x="3800225" y="2543500"/>
              <a:ext cx="3000" cy="6000"/>
            </a:xfrm>
            <a:custGeom>
              <a:avLst/>
              <a:gdLst/>
              <a:ahLst/>
              <a:cxnLst/>
              <a:rect l="l" t="t" r="r" b="b"/>
              <a:pathLst>
                <a:path w="120" h="240" extrusionOk="0">
                  <a:moveTo>
                    <a:pt x="103" y="1"/>
                  </a:moveTo>
                  <a:cubicBezTo>
                    <a:pt x="66" y="1"/>
                    <a:pt x="50" y="17"/>
                    <a:pt x="33" y="50"/>
                  </a:cubicBezTo>
                  <a:cubicBezTo>
                    <a:pt x="17" y="67"/>
                    <a:pt x="0" y="104"/>
                    <a:pt x="17" y="137"/>
                  </a:cubicBezTo>
                  <a:cubicBezTo>
                    <a:pt x="17" y="170"/>
                    <a:pt x="33" y="207"/>
                    <a:pt x="50" y="224"/>
                  </a:cubicBezTo>
                  <a:cubicBezTo>
                    <a:pt x="50" y="224"/>
                    <a:pt x="66" y="224"/>
                    <a:pt x="66" y="240"/>
                  </a:cubicBezTo>
                  <a:cubicBezTo>
                    <a:pt x="87" y="153"/>
                    <a:pt x="103" y="67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8" name="Google Shape;21278;p60"/>
            <p:cNvSpPr/>
            <p:nvPr/>
          </p:nvSpPr>
          <p:spPr>
            <a:xfrm>
              <a:off x="3935450" y="2184925"/>
              <a:ext cx="1775" cy="425"/>
            </a:xfrm>
            <a:custGeom>
              <a:avLst/>
              <a:gdLst/>
              <a:ahLst/>
              <a:cxnLst/>
              <a:rect l="l" t="t" r="r" b="b"/>
              <a:pathLst>
                <a:path w="71" h="17" extrusionOk="0">
                  <a:moveTo>
                    <a:pt x="0" y="0"/>
                  </a:moveTo>
                  <a:cubicBezTo>
                    <a:pt x="0" y="17"/>
                    <a:pt x="17" y="17"/>
                    <a:pt x="38" y="17"/>
                  </a:cubicBezTo>
                  <a:cubicBezTo>
                    <a:pt x="54" y="17"/>
                    <a:pt x="54" y="17"/>
                    <a:pt x="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9" name="Google Shape;21279;p60"/>
            <p:cNvSpPr/>
            <p:nvPr/>
          </p:nvSpPr>
          <p:spPr>
            <a:xfrm>
              <a:off x="3920400" y="2184925"/>
              <a:ext cx="5175" cy="1675"/>
            </a:xfrm>
            <a:custGeom>
              <a:avLst/>
              <a:gdLst/>
              <a:ahLst/>
              <a:cxnLst/>
              <a:rect l="l" t="t" r="r" b="b"/>
              <a:pathLst>
                <a:path w="207" h="67" extrusionOk="0">
                  <a:moveTo>
                    <a:pt x="0" y="0"/>
                  </a:moveTo>
                  <a:lnTo>
                    <a:pt x="21" y="17"/>
                  </a:lnTo>
                  <a:cubicBezTo>
                    <a:pt x="38" y="50"/>
                    <a:pt x="71" y="66"/>
                    <a:pt x="87" y="66"/>
                  </a:cubicBezTo>
                  <a:cubicBezTo>
                    <a:pt x="124" y="66"/>
                    <a:pt x="157" y="66"/>
                    <a:pt x="174" y="33"/>
                  </a:cubicBezTo>
                  <a:cubicBezTo>
                    <a:pt x="190" y="33"/>
                    <a:pt x="190" y="17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0" name="Google Shape;21280;p60"/>
            <p:cNvSpPr/>
            <p:nvPr/>
          </p:nvSpPr>
          <p:spPr>
            <a:xfrm>
              <a:off x="3796300" y="2218425"/>
              <a:ext cx="5175" cy="6400"/>
            </a:xfrm>
            <a:custGeom>
              <a:avLst/>
              <a:gdLst/>
              <a:ahLst/>
              <a:cxnLst/>
              <a:rect l="l" t="t" r="r" b="b"/>
              <a:pathLst>
                <a:path w="207" h="256" extrusionOk="0">
                  <a:moveTo>
                    <a:pt x="71" y="0"/>
                  </a:moveTo>
                  <a:cubicBezTo>
                    <a:pt x="54" y="0"/>
                    <a:pt x="17" y="17"/>
                    <a:pt x="0" y="33"/>
                  </a:cubicBezTo>
                  <a:lnTo>
                    <a:pt x="0" y="223"/>
                  </a:lnTo>
                  <a:cubicBezTo>
                    <a:pt x="17" y="223"/>
                    <a:pt x="17" y="223"/>
                    <a:pt x="17" y="239"/>
                  </a:cubicBezTo>
                  <a:cubicBezTo>
                    <a:pt x="54" y="256"/>
                    <a:pt x="71" y="256"/>
                    <a:pt x="104" y="256"/>
                  </a:cubicBezTo>
                  <a:cubicBezTo>
                    <a:pt x="141" y="256"/>
                    <a:pt x="157" y="239"/>
                    <a:pt x="174" y="206"/>
                  </a:cubicBezTo>
                  <a:cubicBezTo>
                    <a:pt x="190" y="169"/>
                    <a:pt x="207" y="136"/>
                    <a:pt x="190" y="103"/>
                  </a:cubicBezTo>
                  <a:cubicBezTo>
                    <a:pt x="190" y="66"/>
                    <a:pt x="174" y="50"/>
                    <a:pt x="157" y="17"/>
                  </a:cubicBezTo>
                  <a:cubicBezTo>
                    <a:pt x="141" y="17"/>
                    <a:pt x="141" y="17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1" name="Google Shape;21281;p60"/>
            <p:cNvSpPr/>
            <p:nvPr/>
          </p:nvSpPr>
          <p:spPr>
            <a:xfrm>
              <a:off x="4005025" y="2184925"/>
              <a:ext cx="4350" cy="1250"/>
            </a:xfrm>
            <a:custGeom>
              <a:avLst/>
              <a:gdLst/>
              <a:ahLst/>
              <a:cxnLst/>
              <a:rect l="l" t="t" r="r" b="b"/>
              <a:pathLst>
                <a:path w="174" h="50" extrusionOk="0">
                  <a:moveTo>
                    <a:pt x="0" y="0"/>
                  </a:moveTo>
                  <a:lnTo>
                    <a:pt x="17" y="17"/>
                  </a:lnTo>
                  <a:cubicBezTo>
                    <a:pt x="54" y="50"/>
                    <a:pt x="70" y="50"/>
                    <a:pt x="103" y="50"/>
                  </a:cubicBezTo>
                  <a:cubicBezTo>
                    <a:pt x="141" y="33"/>
                    <a:pt x="157" y="33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2" name="Google Shape;21282;p60"/>
            <p:cNvSpPr/>
            <p:nvPr/>
          </p:nvSpPr>
          <p:spPr>
            <a:xfrm>
              <a:off x="3816500" y="2184925"/>
              <a:ext cx="6000" cy="4350"/>
            </a:xfrm>
            <a:custGeom>
              <a:avLst/>
              <a:gdLst/>
              <a:ahLst/>
              <a:cxnLst/>
              <a:rect l="l" t="t" r="r" b="b"/>
              <a:pathLst>
                <a:path w="240" h="174" extrusionOk="0">
                  <a:moveTo>
                    <a:pt x="17" y="0"/>
                  </a:moveTo>
                  <a:cubicBezTo>
                    <a:pt x="1" y="66"/>
                    <a:pt x="34" y="136"/>
                    <a:pt x="87" y="169"/>
                  </a:cubicBezTo>
                  <a:cubicBezTo>
                    <a:pt x="99" y="172"/>
                    <a:pt x="110" y="174"/>
                    <a:pt x="121" y="174"/>
                  </a:cubicBezTo>
                  <a:cubicBezTo>
                    <a:pt x="174" y="174"/>
                    <a:pt x="212" y="141"/>
                    <a:pt x="240" y="83"/>
                  </a:cubicBezTo>
                  <a:lnTo>
                    <a:pt x="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3" name="Google Shape;21283;p60"/>
            <p:cNvSpPr/>
            <p:nvPr/>
          </p:nvSpPr>
          <p:spPr>
            <a:xfrm>
              <a:off x="3837125" y="2184925"/>
              <a:ext cx="5575" cy="3000"/>
            </a:xfrm>
            <a:custGeom>
              <a:avLst/>
              <a:gdLst/>
              <a:ahLst/>
              <a:cxnLst/>
              <a:rect l="l" t="t" r="r" b="b"/>
              <a:pathLst>
                <a:path w="223" h="120" extrusionOk="0">
                  <a:moveTo>
                    <a:pt x="0" y="0"/>
                  </a:moveTo>
                  <a:cubicBezTo>
                    <a:pt x="17" y="33"/>
                    <a:pt x="33" y="66"/>
                    <a:pt x="54" y="83"/>
                  </a:cubicBezTo>
                  <a:cubicBezTo>
                    <a:pt x="70" y="103"/>
                    <a:pt x="103" y="120"/>
                    <a:pt x="136" y="120"/>
                  </a:cubicBezTo>
                  <a:cubicBezTo>
                    <a:pt x="173" y="103"/>
                    <a:pt x="206" y="50"/>
                    <a:pt x="2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4" name="Google Shape;21284;p60"/>
            <p:cNvSpPr/>
            <p:nvPr/>
          </p:nvSpPr>
          <p:spPr>
            <a:xfrm>
              <a:off x="4189725" y="242527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25" y="1"/>
                  </a:moveTo>
                  <a:cubicBezTo>
                    <a:pt x="80" y="1"/>
                    <a:pt x="28" y="31"/>
                    <a:pt x="1" y="75"/>
                  </a:cubicBezTo>
                  <a:lnTo>
                    <a:pt x="1" y="141"/>
                  </a:lnTo>
                  <a:cubicBezTo>
                    <a:pt x="1" y="195"/>
                    <a:pt x="34" y="228"/>
                    <a:pt x="71" y="244"/>
                  </a:cubicBezTo>
                  <a:cubicBezTo>
                    <a:pt x="84" y="251"/>
                    <a:pt x="101" y="255"/>
                    <a:pt x="118" y="255"/>
                  </a:cubicBezTo>
                  <a:cubicBezTo>
                    <a:pt x="143" y="255"/>
                    <a:pt x="169" y="247"/>
                    <a:pt x="190" y="228"/>
                  </a:cubicBezTo>
                  <a:cubicBezTo>
                    <a:pt x="190" y="211"/>
                    <a:pt x="207" y="195"/>
                    <a:pt x="207" y="178"/>
                  </a:cubicBezTo>
                  <a:cubicBezTo>
                    <a:pt x="240" y="108"/>
                    <a:pt x="207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5" name="Google Shape;21285;p60"/>
            <p:cNvSpPr/>
            <p:nvPr/>
          </p:nvSpPr>
          <p:spPr>
            <a:xfrm>
              <a:off x="4109425" y="2409150"/>
              <a:ext cx="6000" cy="6775"/>
            </a:xfrm>
            <a:custGeom>
              <a:avLst/>
              <a:gdLst/>
              <a:ahLst/>
              <a:cxnLst/>
              <a:rect l="l" t="t" r="r" b="b"/>
              <a:pathLst>
                <a:path w="240" h="271" extrusionOk="0">
                  <a:moveTo>
                    <a:pt x="110" y="0"/>
                  </a:moveTo>
                  <a:cubicBezTo>
                    <a:pt x="70" y="0"/>
                    <a:pt x="29" y="33"/>
                    <a:pt x="17" y="81"/>
                  </a:cubicBezTo>
                  <a:cubicBezTo>
                    <a:pt x="1" y="151"/>
                    <a:pt x="17" y="238"/>
                    <a:pt x="87" y="254"/>
                  </a:cubicBezTo>
                  <a:cubicBezTo>
                    <a:pt x="104" y="271"/>
                    <a:pt x="120" y="271"/>
                    <a:pt x="137" y="271"/>
                  </a:cubicBezTo>
                  <a:cubicBezTo>
                    <a:pt x="170" y="254"/>
                    <a:pt x="207" y="238"/>
                    <a:pt x="224" y="184"/>
                  </a:cubicBezTo>
                  <a:cubicBezTo>
                    <a:pt x="240" y="135"/>
                    <a:pt x="224" y="81"/>
                    <a:pt x="207" y="48"/>
                  </a:cubicBezTo>
                  <a:cubicBezTo>
                    <a:pt x="191" y="32"/>
                    <a:pt x="170" y="15"/>
                    <a:pt x="153" y="15"/>
                  </a:cubicBezTo>
                  <a:cubicBezTo>
                    <a:pt x="140" y="5"/>
                    <a:pt x="125" y="0"/>
                    <a:pt x="1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6" name="Google Shape;21286;p60"/>
            <p:cNvSpPr/>
            <p:nvPr/>
          </p:nvSpPr>
          <p:spPr>
            <a:xfrm>
              <a:off x="4107275" y="24267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5" y="1"/>
                  </a:moveTo>
                  <a:cubicBezTo>
                    <a:pt x="91" y="1"/>
                    <a:pt x="79" y="6"/>
                    <a:pt x="70" y="16"/>
                  </a:cubicBezTo>
                  <a:cubicBezTo>
                    <a:pt x="33" y="33"/>
                    <a:pt x="17" y="49"/>
                    <a:pt x="17" y="82"/>
                  </a:cubicBezTo>
                  <a:cubicBezTo>
                    <a:pt x="0" y="119"/>
                    <a:pt x="0" y="152"/>
                    <a:pt x="17" y="169"/>
                  </a:cubicBezTo>
                  <a:cubicBezTo>
                    <a:pt x="17" y="202"/>
                    <a:pt x="50" y="239"/>
                    <a:pt x="87" y="255"/>
                  </a:cubicBezTo>
                  <a:cubicBezTo>
                    <a:pt x="96" y="258"/>
                    <a:pt x="105" y="260"/>
                    <a:pt x="114" y="260"/>
                  </a:cubicBezTo>
                  <a:cubicBezTo>
                    <a:pt x="159" y="260"/>
                    <a:pt x="209" y="229"/>
                    <a:pt x="223" y="185"/>
                  </a:cubicBezTo>
                  <a:cubicBezTo>
                    <a:pt x="239" y="119"/>
                    <a:pt x="223" y="33"/>
                    <a:pt x="153" y="16"/>
                  </a:cubicBezTo>
                  <a:cubicBezTo>
                    <a:pt x="136" y="6"/>
                    <a:pt x="120" y="1"/>
                    <a:pt x="10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7" name="Google Shape;21287;p60"/>
            <p:cNvSpPr/>
            <p:nvPr/>
          </p:nvSpPr>
          <p:spPr>
            <a:xfrm>
              <a:off x="4119750" y="24720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20" y="0"/>
                  </a:moveTo>
                  <a:cubicBezTo>
                    <a:pt x="114" y="0"/>
                    <a:pt x="109" y="2"/>
                    <a:pt x="103" y="8"/>
                  </a:cubicBezTo>
                  <a:cubicBezTo>
                    <a:pt x="33" y="8"/>
                    <a:pt x="0" y="78"/>
                    <a:pt x="17" y="144"/>
                  </a:cubicBezTo>
                  <a:cubicBezTo>
                    <a:pt x="17" y="181"/>
                    <a:pt x="33" y="214"/>
                    <a:pt x="50" y="230"/>
                  </a:cubicBezTo>
                  <a:cubicBezTo>
                    <a:pt x="66" y="247"/>
                    <a:pt x="103" y="268"/>
                    <a:pt x="136" y="268"/>
                  </a:cubicBezTo>
                  <a:cubicBezTo>
                    <a:pt x="169" y="247"/>
                    <a:pt x="190" y="230"/>
                    <a:pt x="206" y="214"/>
                  </a:cubicBezTo>
                  <a:cubicBezTo>
                    <a:pt x="223" y="181"/>
                    <a:pt x="239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69" y="24"/>
                    <a:pt x="169" y="8"/>
                    <a:pt x="153" y="8"/>
                  </a:cubicBezTo>
                  <a:cubicBezTo>
                    <a:pt x="142" y="8"/>
                    <a:pt x="131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8" name="Google Shape;21288;p60"/>
            <p:cNvSpPr/>
            <p:nvPr/>
          </p:nvSpPr>
          <p:spPr>
            <a:xfrm>
              <a:off x="4106850" y="2459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7" y="0"/>
                  </a:moveTo>
                  <a:cubicBezTo>
                    <a:pt x="104" y="0"/>
                    <a:pt x="67" y="0"/>
                    <a:pt x="50" y="17"/>
                  </a:cubicBezTo>
                  <a:cubicBezTo>
                    <a:pt x="34" y="54"/>
                    <a:pt x="17" y="87"/>
                    <a:pt x="17" y="120"/>
                  </a:cubicBezTo>
                  <a:cubicBezTo>
                    <a:pt x="1" y="157"/>
                    <a:pt x="17" y="190"/>
                    <a:pt x="34" y="207"/>
                  </a:cubicBezTo>
                  <a:cubicBezTo>
                    <a:pt x="50" y="240"/>
                    <a:pt x="87" y="260"/>
                    <a:pt x="104" y="260"/>
                  </a:cubicBezTo>
                  <a:cubicBezTo>
                    <a:pt x="137" y="260"/>
                    <a:pt x="170" y="260"/>
                    <a:pt x="190" y="223"/>
                  </a:cubicBezTo>
                  <a:cubicBezTo>
                    <a:pt x="240" y="190"/>
                    <a:pt x="240" y="104"/>
                    <a:pt x="207" y="54"/>
                  </a:cubicBezTo>
                  <a:cubicBezTo>
                    <a:pt x="190" y="33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9" name="Google Shape;21289;p60"/>
            <p:cNvSpPr/>
            <p:nvPr/>
          </p:nvSpPr>
          <p:spPr>
            <a:xfrm>
              <a:off x="4127475" y="2436600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11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4"/>
                    <a:pt x="17" y="220"/>
                    <a:pt x="87" y="257"/>
                  </a:cubicBezTo>
                  <a:cubicBezTo>
                    <a:pt x="95" y="260"/>
                    <a:pt x="104" y="261"/>
                    <a:pt x="114" y="261"/>
                  </a:cubicBezTo>
                  <a:cubicBezTo>
                    <a:pt x="159" y="261"/>
                    <a:pt x="209" y="229"/>
                    <a:pt x="223" y="170"/>
                  </a:cubicBezTo>
                  <a:cubicBezTo>
                    <a:pt x="240" y="100"/>
                    <a:pt x="223" y="34"/>
                    <a:pt x="153" y="14"/>
                  </a:cubicBezTo>
                  <a:cubicBezTo>
                    <a:pt x="140" y="5"/>
                    <a:pt x="125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0" name="Google Shape;21290;p60"/>
            <p:cNvSpPr/>
            <p:nvPr/>
          </p:nvSpPr>
          <p:spPr>
            <a:xfrm>
              <a:off x="4121400" y="2456550"/>
              <a:ext cx="5675" cy="6700"/>
            </a:xfrm>
            <a:custGeom>
              <a:avLst/>
              <a:gdLst/>
              <a:ahLst/>
              <a:cxnLst/>
              <a:rect l="l" t="t" r="r" b="b"/>
              <a:pathLst>
                <a:path w="227" h="268" extrusionOk="0">
                  <a:moveTo>
                    <a:pt x="118" y="0"/>
                  </a:moveTo>
                  <a:cubicBezTo>
                    <a:pt x="109" y="0"/>
                    <a:pt x="99" y="2"/>
                    <a:pt x="87" y="7"/>
                  </a:cubicBezTo>
                  <a:cubicBezTo>
                    <a:pt x="37" y="7"/>
                    <a:pt x="0" y="77"/>
                    <a:pt x="0" y="143"/>
                  </a:cubicBezTo>
                  <a:cubicBezTo>
                    <a:pt x="21" y="214"/>
                    <a:pt x="70" y="267"/>
                    <a:pt x="124" y="267"/>
                  </a:cubicBezTo>
                  <a:cubicBezTo>
                    <a:pt x="157" y="247"/>
                    <a:pt x="190" y="230"/>
                    <a:pt x="206" y="214"/>
                  </a:cubicBezTo>
                  <a:cubicBezTo>
                    <a:pt x="227" y="181"/>
                    <a:pt x="227" y="143"/>
                    <a:pt x="227" y="110"/>
                  </a:cubicBezTo>
                  <a:cubicBezTo>
                    <a:pt x="227" y="77"/>
                    <a:pt x="206" y="40"/>
                    <a:pt x="173" y="24"/>
                  </a:cubicBezTo>
                  <a:lnTo>
                    <a:pt x="157" y="7"/>
                  </a:lnTo>
                  <a:cubicBezTo>
                    <a:pt x="146" y="7"/>
                    <a:pt x="135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1" name="Google Shape;21291;p60"/>
            <p:cNvSpPr/>
            <p:nvPr/>
          </p:nvSpPr>
          <p:spPr>
            <a:xfrm>
              <a:off x="4123975" y="24069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40" y="0"/>
                  </a:moveTo>
                  <a:cubicBezTo>
                    <a:pt x="103" y="0"/>
                    <a:pt x="87" y="17"/>
                    <a:pt x="54" y="33"/>
                  </a:cubicBezTo>
                  <a:cubicBezTo>
                    <a:pt x="0" y="87"/>
                    <a:pt x="0" y="153"/>
                    <a:pt x="37" y="223"/>
                  </a:cubicBezTo>
                  <a:cubicBezTo>
                    <a:pt x="54" y="239"/>
                    <a:pt x="87" y="256"/>
                    <a:pt x="124" y="256"/>
                  </a:cubicBezTo>
                  <a:cubicBezTo>
                    <a:pt x="129" y="260"/>
                    <a:pt x="135" y="262"/>
                    <a:pt x="142" y="262"/>
                  </a:cubicBezTo>
                  <a:cubicBezTo>
                    <a:pt x="158" y="262"/>
                    <a:pt x="178" y="251"/>
                    <a:pt x="190" y="239"/>
                  </a:cubicBezTo>
                  <a:cubicBezTo>
                    <a:pt x="227" y="206"/>
                    <a:pt x="227" y="190"/>
                    <a:pt x="243" y="153"/>
                  </a:cubicBezTo>
                  <a:cubicBezTo>
                    <a:pt x="243" y="120"/>
                    <a:pt x="227" y="87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2" name="Google Shape;21292;p60"/>
            <p:cNvSpPr/>
            <p:nvPr/>
          </p:nvSpPr>
          <p:spPr>
            <a:xfrm>
              <a:off x="4072425" y="24511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4" y="1"/>
                  </a:moveTo>
                  <a:cubicBezTo>
                    <a:pt x="87" y="1"/>
                    <a:pt x="71" y="1"/>
                    <a:pt x="38" y="34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37"/>
                    <a:pt x="1" y="174"/>
                    <a:pt x="21" y="207"/>
                  </a:cubicBezTo>
                  <a:cubicBezTo>
                    <a:pt x="54" y="223"/>
                    <a:pt x="87" y="240"/>
                    <a:pt x="124" y="256"/>
                  </a:cubicBezTo>
                  <a:cubicBezTo>
                    <a:pt x="141" y="256"/>
                    <a:pt x="157" y="256"/>
                    <a:pt x="174" y="240"/>
                  </a:cubicBezTo>
                  <a:cubicBezTo>
                    <a:pt x="228" y="190"/>
                    <a:pt x="244" y="104"/>
                    <a:pt x="190" y="50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41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3" name="Google Shape;21293;p60"/>
            <p:cNvSpPr/>
            <p:nvPr/>
          </p:nvSpPr>
          <p:spPr>
            <a:xfrm>
              <a:off x="4033775" y="24258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24" y="1"/>
                  </a:moveTo>
                  <a:cubicBezTo>
                    <a:pt x="104" y="1"/>
                    <a:pt x="71" y="17"/>
                    <a:pt x="54" y="34"/>
                  </a:cubicBezTo>
                  <a:cubicBezTo>
                    <a:pt x="21" y="54"/>
                    <a:pt x="21" y="87"/>
                    <a:pt x="1" y="120"/>
                  </a:cubicBezTo>
                  <a:lnTo>
                    <a:pt x="1" y="157"/>
                  </a:lnTo>
                  <a:cubicBezTo>
                    <a:pt x="54" y="190"/>
                    <a:pt x="104" y="223"/>
                    <a:pt x="157" y="260"/>
                  </a:cubicBezTo>
                  <a:cubicBezTo>
                    <a:pt x="174" y="260"/>
                    <a:pt x="174" y="240"/>
                    <a:pt x="190" y="240"/>
                  </a:cubicBezTo>
                  <a:cubicBezTo>
                    <a:pt x="244" y="190"/>
                    <a:pt x="244" y="104"/>
                    <a:pt x="207" y="54"/>
                  </a:cubicBezTo>
                  <a:cubicBezTo>
                    <a:pt x="190" y="34"/>
                    <a:pt x="174" y="17"/>
                    <a:pt x="157" y="17"/>
                  </a:cubicBezTo>
                  <a:cubicBezTo>
                    <a:pt x="157" y="1"/>
                    <a:pt x="141" y="1"/>
                    <a:pt x="1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4" name="Google Shape;21294;p60"/>
            <p:cNvSpPr/>
            <p:nvPr/>
          </p:nvSpPr>
          <p:spPr>
            <a:xfrm>
              <a:off x="4048000" y="2438675"/>
              <a:ext cx="4350" cy="3950"/>
            </a:xfrm>
            <a:custGeom>
              <a:avLst/>
              <a:gdLst/>
              <a:ahLst/>
              <a:cxnLst/>
              <a:rect l="l" t="t" r="r" b="b"/>
              <a:pathLst>
                <a:path w="174" h="158" extrusionOk="0">
                  <a:moveTo>
                    <a:pt x="50" y="1"/>
                  </a:moveTo>
                  <a:cubicBezTo>
                    <a:pt x="34" y="1"/>
                    <a:pt x="17" y="17"/>
                    <a:pt x="1" y="17"/>
                  </a:cubicBezTo>
                  <a:cubicBezTo>
                    <a:pt x="50" y="71"/>
                    <a:pt x="120" y="104"/>
                    <a:pt x="174" y="158"/>
                  </a:cubicBezTo>
                  <a:lnTo>
                    <a:pt x="174" y="104"/>
                  </a:lnTo>
                  <a:cubicBezTo>
                    <a:pt x="174" y="71"/>
                    <a:pt x="153" y="54"/>
                    <a:pt x="137" y="17"/>
                  </a:cubicBezTo>
                  <a:cubicBezTo>
                    <a:pt x="120" y="17"/>
                    <a:pt x="120" y="17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5" name="Google Shape;21295;p60"/>
            <p:cNvSpPr/>
            <p:nvPr/>
          </p:nvSpPr>
          <p:spPr>
            <a:xfrm>
              <a:off x="4102525" y="2396225"/>
              <a:ext cx="5600" cy="6575"/>
            </a:xfrm>
            <a:custGeom>
              <a:avLst/>
              <a:gdLst/>
              <a:ahLst/>
              <a:cxnLst/>
              <a:rect l="l" t="t" r="r" b="b"/>
              <a:pathLst>
                <a:path w="224" h="263" extrusionOk="0">
                  <a:moveTo>
                    <a:pt x="87" y="0"/>
                  </a:moveTo>
                  <a:cubicBezTo>
                    <a:pt x="71" y="17"/>
                    <a:pt x="34" y="33"/>
                    <a:pt x="17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17" y="223"/>
                    <a:pt x="54" y="239"/>
                  </a:cubicBezTo>
                  <a:cubicBezTo>
                    <a:pt x="66" y="251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07" y="83"/>
                    <a:pt x="207" y="50"/>
                    <a:pt x="174" y="33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37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6" name="Google Shape;21296;p60"/>
            <p:cNvSpPr/>
            <p:nvPr/>
          </p:nvSpPr>
          <p:spPr>
            <a:xfrm>
              <a:off x="3817850" y="2495375"/>
              <a:ext cx="1250" cy="3025"/>
            </a:xfrm>
            <a:custGeom>
              <a:avLst/>
              <a:gdLst/>
              <a:ahLst/>
              <a:cxnLst/>
              <a:rect l="l" t="t" r="r" b="b"/>
              <a:pathLst>
                <a:path w="50" h="121" extrusionOk="0">
                  <a:moveTo>
                    <a:pt x="50" y="0"/>
                  </a:moveTo>
                  <a:cubicBezTo>
                    <a:pt x="33" y="0"/>
                    <a:pt x="33" y="17"/>
                    <a:pt x="17" y="33"/>
                  </a:cubicBezTo>
                  <a:cubicBezTo>
                    <a:pt x="0" y="54"/>
                    <a:pt x="0" y="87"/>
                    <a:pt x="0" y="120"/>
                  </a:cubicBezTo>
                  <a:cubicBezTo>
                    <a:pt x="17" y="71"/>
                    <a:pt x="33" y="33"/>
                    <a:pt x="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7" name="Google Shape;21297;p60"/>
            <p:cNvSpPr/>
            <p:nvPr/>
          </p:nvSpPr>
          <p:spPr>
            <a:xfrm>
              <a:off x="4099950" y="24430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4" y="0"/>
                  </a:moveTo>
                  <a:cubicBezTo>
                    <a:pt x="54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39"/>
                  </a:cubicBezTo>
                  <a:cubicBezTo>
                    <a:pt x="82" y="251"/>
                    <a:pt x="102" y="262"/>
                    <a:pt x="119" y="262"/>
                  </a:cubicBezTo>
                  <a:cubicBezTo>
                    <a:pt x="126" y="262"/>
                    <a:pt x="132" y="260"/>
                    <a:pt x="137" y="256"/>
                  </a:cubicBezTo>
                  <a:cubicBezTo>
                    <a:pt x="174" y="256"/>
                    <a:pt x="190" y="239"/>
                    <a:pt x="207" y="206"/>
                  </a:cubicBezTo>
                  <a:cubicBezTo>
                    <a:pt x="223" y="190"/>
                    <a:pt x="240" y="153"/>
                    <a:pt x="223" y="120"/>
                  </a:cubicBezTo>
                  <a:cubicBezTo>
                    <a:pt x="223" y="87"/>
                    <a:pt x="207" y="50"/>
                    <a:pt x="190" y="33"/>
                  </a:cubicBezTo>
                  <a:cubicBezTo>
                    <a:pt x="174" y="17"/>
                    <a:pt x="174" y="17"/>
                    <a:pt x="157" y="17"/>
                  </a:cubicBezTo>
                  <a:lnTo>
                    <a:pt x="137" y="17"/>
                  </a:ln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8" name="Google Shape;21298;p60"/>
            <p:cNvSpPr/>
            <p:nvPr/>
          </p:nvSpPr>
          <p:spPr>
            <a:xfrm>
              <a:off x="4130875" y="23905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0"/>
                  </a:moveTo>
                  <a:cubicBezTo>
                    <a:pt x="71" y="0"/>
                    <a:pt x="54" y="21"/>
                    <a:pt x="33" y="54"/>
                  </a:cubicBezTo>
                  <a:cubicBezTo>
                    <a:pt x="17" y="87"/>
                    <a:pt x="0" y="124"/>
                    <a:pt x="17" y="157"/>
                  </a:cubicBezTo>
                  <a:cubicBezTo>
                    <a:pt x="17" y="190"/>
                    <a:pt x="33" y="207"/>
                    <a:pt x="54" y="244"/>
                  </a:cubicBezTo>
                  <a:cubicBezTo>
                    <a:pt x="87" y="260"/>
                    <a:pt x="104" y="260"/>
                    <a:pt x="136" y="260"/>
                  </a:cubicBezTo>
                  <a:cubicBezTo>
                    <a:pt x="190" y="244"/>
                    <a:pt x="240" y="174"/>
                    <a:pt x="223" y="104"/>
                  </a:cubicBezTo>
                  <a:cubicBezTo>
                    <a:pt x="223" y="71"/>
                    <a:pt x="207" y="54"/>
                    <a:pt x="190" y="21"/>
                  </a:cubicBezTo>
                  <a:cubicBezTo>
                    <a:pt x="174" y="21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9" name="Google Shape;21299;p60"/>
            <p:cNvSpPr/>
            <p:nvPr/>
          </p:nvSpPr>
          <p:spPr>
            <a:xfrm>
              <a:off x="4145925" y="2484475"/>
              <a:ext cx="5175" cy="2775"/>
            </a:xfrm>
            <a:custGeom>
              <a:avLst/>
              <a:gdLst/>
              <a:ahLst/>
              <a:cxnLst/>
              <a:rect l="l" t="t" r="r" b="b"/>
              <a:pathLst>
                <a:path w="207" h="111" extrusionOk="0">
                  <a:moveTo>
                    <a:pt x="85" y="1"/>
                  </a:moveTo>
                  <a:cubicBezTo>
                    <a:pt x="67" y="1"/>
                    <a:pt x="45" y="13"/>
                    <a:pt x="33" y="24"/>
                  </a:cubicBezTo>
                  <a:cubicBezTo>
                    <a:pt x="17" y="41"/>
                    <a:pt x="0" y="57"/>
                    <a:pt x="0" y="78"/>
                  </a:cubicBezTo>
                  <a:cubicBezTo>
                    <a:pt x="70" y="94"/>
                    <a:pt x="136" y="94"/>
                    <a:pt x="207" y="111"/>
                  </a:cubicBezTo>
                  <a:cubicBezTo>
                    <a:pt x="207" y="94"/>
                    <a:pt x="190" y="57"/>
                    <a:pt x="190" y="57"/>
                  </a:cubicBezTo>
                  <a:cubicBezTo>
                    <a:pt x="174" y="24"/>
                    <a:pt x="153" y="24"/>
                    <a:pt x="136" y="8"/>
                  </a:cubicBezTo>
                  <a:lnTo>
                    <a:pt x="103" y="8"/>
                  </a:lnTo>
                  <a:cubicBezTo>
                    <a:pt x="99" y="3"/>
                    <a:pt x="92" y="1"/>
                    <a:pt x="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0" name="Google Shape;21300;p60"/>
            <p:cNvSpPr/>
            <p:nvPr/>
          </p:nvSpPr>
          <p:spPr>
            <a:xfrm>
              <a:off x="4157475" y="2435600"/>
              <a:ext cx="6500" cy="6475"/>
            </a:xfrm>
            <a:custGeom>
              <a:avLst/>
              <a:gdLst/>
              <a:ahLst/>
              <a:cxnLst/>
              <a:rect l="l" t="t" r="r" b="b"/>
              <a:pathLst>
                <a:path w="260" h="259" extrusionOk="0">
                  <a:moveTo>
                    <a:pt x="138" y="0"/>
                  </a:moveTo>
                  <a:cubicBezTo>
                    <a:pt x="86" y="0"/>
                    <a:pt x="48" y="30"/>
                    <a:pt x="21" y="74"/>
                  </a:cubicBezTo>
                  <a:cubicBezTo>
                    <a:pt x="0" y="140"/>
                    <a:pt x="37" y="227"/>
                    <a:pt x="87" y="243"/>
                  </a:cubicBezTo>
                  <a:cubicBezTo>
                    <a:pt x="101" y="254"/>
                    <a:pt x="117" y="258"/>
                    <a:pt x="132" y="258"/>
                  </a:cubicBezTo>
                  <a:cubicBezTo>
                    <a:pt x="173" y="258"/>
                    <a:pt x="212" y="225"/>
                    <a:pt x="227" y="177"/>
                  </a:cubicBezTo>
                  <a:cubicBezTo>
                    <a:pt x="260" y="107"/>
                    <a:pt x="227" y="37"/>
                    <a:pt x="173" y="4"/>
                  </a:cubicBezTo>
                  <a:cubicBezTo>
                    <a:pt x="161" y="1"/>
                    <a:pt x="149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1" name="Google Shape;21301;p60"/>
            <p:cNvSpPr/>
            <p:nvPr/>
          </p:nvSpPr>
          <p:spPr>
            <a:xfrm>
              <a:off x="4157975" y="24781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67" y="1"/>
                    <a:pt x="50" y="22"/>
                    <a:pt x="34" y="55"/>
                  </a:cubicBezTo>
                  <a:cubicBezTo>
                    <a:pt x="17" y="88"/>
                    <a:pt x="1" y="125"/>
                    <a:pt x="17" y="158"/>
                  </a:cubicBezTo>
                  <a:cubicBezTo>
                    <a:pt x="17" y="191"/>
                    <a:pt x="34" y="207"/>
                    <a:pt x="50" y="24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4"/>
                    <a:pt x="240" y="174"/>
                    <a:pt x="223" y="104"/>
                  </a:cubicBezTo>
                  <a:cubicBezTo>
                    <a:pt x="223" y="71"/>
                    <a:pt x="207" y="55"/>
                    <a:pt x="186" y="22"/>
                  </a:cubicBezTo>
                  <a:cubicBezTo>
                    <a:pt x="170" y="22"/>
                    <a:pt x="170" y="22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2" name="Google Shape;21302;p60"/>
            <p:cNvSpPr/>
            <p:nvPr/>
          </p:nvSpPr>
          <p:spPr>
            <a:xfrm>
              <a:off x="4164375" y="2417650"/>
              <a:ext cx="5600" cy="6425"/>
            </a:xfrm>
            <a:custGeom>
              <a:avLst/>
              <a:gdLst/>
              <a:ahLst/>
              <a:cxnLst/>
              <a:rect l="l" t="t" r="r" b="b"/>
              <a:pathLst>
                <a:path w="224" h="257" extrusionOk="0">
                  <a:moveTo>
                    <a:pt x="87" y="1"/>
                  </a:moveTo>
                  <a:cubicBezTo>
                    <a:pt x="87" y="1"/>
                    <a:pt x="70" y="1"/>
                    <a:pt x="70" y="17"/>
                  </a:cubicBezTo>
                  <a:cubicBezTo>
                    <a:pt x="17" y="34"/>
                    <a:pt x="0" y="87"/>
                    <a:pt x="0" y="153"/>
                  </a:cubicBezTo>
                  <a:cubicBezTo>
                    <a:pt x="0" y="190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90"/>
                    <a:pt x="223" y="120"/>
                  </a:cubicBezTo>
                  <a:cubicBezTo>
                    <a:pt x="223" y="104"/>
                    <a:pt x="207" y="87"/>
                    <a:pt x="207" y="87"/>
                  </a:cubicBezTo>
                  <a:cubicBezTo>
                    <a:pt x="190" y="50"/>
                    <a:pt x="174" y="17"/>
                    <a:pt x="157" y="17"/>
                  </a:cubicBezTo>
                  <a:cubicBezTo>
                    <a:pt x="136" y="1"/>
                    <a:pt x="103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3" name="Google Shape;21303;p60"/>
            <p:cNvSpPr/>
            <p:nvPr/>
          </p:nvSpPr>
          <p:spPr>
            <a:xfrm>
              <a:off x="4162200" y="2461050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41" y="1"/>
                  </a:moveTo>
                  <a:cubicBezTo>
                    <a:pt x="120" y="1"/>
                    <a:pt x="87" y="1"/>
                    <a:pt x="71" y="34"/>
                  </a:cubicBezTo>
                  <a:cubicBezTo>
                    <a:pt x="17" y="67"/>
                    <a:pt x="1" y="153"/>
                    <a:pt x="54" y="207"/>
                  </a:cubicBezTo>
                  <a:cubicBezTo>
                    <a:pt x="72" y="242"/>
                    <a:pt x="100" y="258"/>
                    <a:pt x="131" y="258"/>
                  </a:cubicBezTo>
                  <a:cubicBezTo>
                    <a:pt x="157" y="258"/>
                    <a:pt x="184" y="246"/>
                    <a:pt x="207" y="223"/>
                  </a:cubicBezTo>
                  <a:cubicBezTo>
                    <a:pt x="244" y="190"/>
                    <a:pt x="261" y="104"/>
                    <a:pt x="223" y="50"/>
                  </a:cubicBezTo>
                  <a:cubicBezTo>
                    <a:pt x="207" y="34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4" name="Google Shape;21304;p60"/>
            <p:cNvSpPr/>
            <p:nvPr/>
          </p:nvSpPr>
          <p:spPr>
            <a:xfrm>
              <a:off x="4175500" y="2429725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71" y="0"/>
                    <a:pt x="38" y="17"/>
                    <a:pt x="21" y="50"/>
                  </a:cubicBezTo>
                  <a:cubicBezTo>
                    <a:pt x="1" y="83"/>
                    <a:pt x="1" y="120"/>
                    <a:pt x="1" y="153"/>
                  </a:cubicBezTo>
                  <a:cubicBezTo>
                    <a:pt x="1" y="186"/>
                    <a:pt x="21" y="206"/>
                    <a:pt x="54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90" y="239"/>
                    <a:pt x="227" y="169"/>
                    <a:pt x="227" y="103"/>
                  </a:cubicBezTo>
                  <a:cubicBezTo>
                    <a:pt x="227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5" name="Google Shape;21305;p60"/>
            <p:cNvSpPr/>
            <p:nvPr/>
          </p:nvSpPr>
          <p:spPr>
            <a:xfrm>
              <a:off x="3955650" y="22355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4" y="1"/>
                    <a:pt x="0" y="71"/>
                    <a:pt x="17" y="141"/>
                  </a:cubicBezTo>
                  <a:cubicBezTo>
                    <a:pt x="17" y="174"/>
                    <a:pt x="33" y="207"/>
                    <a:pt x="71" y="22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44"/>
                    <a:pt x="240" y="174"/>
                    <a:pt x="240" y="104"/>
                  </a:cubicBezTo>
                  <a:cubicBezTo>
                    <a:pt x="223" y="71"/>
                    <a:pt x="207" y="38"/>
                    <a:pt x="190" y="17"/>
                  </a:cubicBezTo>
                  <a:lnTo>
                    <a:pt x="1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6" name="Google Shape;21306;p60"/>
            <p:cNvSpPr/>
            <p:nvPr/>
          </p:nvSpPr>
          <p:spPr>
            <a:xfrm>
              <a:off x="4180250" y="24601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57" y="0"/>
                  </a:moveTo>
                  <a:cubicBezTo>
                    <a:pt x="120" y="0"/>
                    <a:pt x="87" y="0"/>
                    <a:pt x="70" y="21"/>
                  </a:cubicBezTo>
                  <a:cubicBezTo>
                    <a:pt x="54" y="38"/>
                    <a:pt x="37" y="54"/>
                    <a:pt x="17" y="87"/>
                  </a:cubicBezTo>
                  <a:cubicBezTo>
                    <a:pt x="0" y="104"/>
                    <a:pt x="17" y="141"/>
                    <a:pt x="17" y="174"/>
                  </a:cubicBezTo>
                  <a:cubicBezTo>
                    <a:pt x="37" y="207"/>
                    <a:pt x="54" y="244"/>
                    <a:pt x="87" y="260"/>
                  </a:cubicBezTo>
                  <a:cubicBezTo>
                    <a:pt x="96" y="263"/>
                    <a:pt x="105" y="264"/>
                    <a:pt x="115" y="264"/>
                  </a:cubicBezTo>
                  <a:cubicBezTo>
                    <a:pt x="162" y="264"/>
                    <a:pt x="209" y="232"/>
                    <a:pt x="223" y="174"/>
                  </a:cubicBezTo>
                  <a:cubicBezTo>
                    <a:pt x="244" y="104"/>
                    <a:pt x="223" y="38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7" name="Google Shape;21307;p60"/>
            <p:cNvSpPr/>
            <p:nvPr/>
          </p:nvSpPr>
          <p:spPr>
            <a:xfrm>
              <a:off x="4136850" y="2404175"/>
              <a:ext cx="5700" cy="6600"/>
            </a:xfrm>
            <a:custGeom>
              <a:avLst/>
              <a:gdLst/>
              <a:ahLst/>
              <a:cxnLst/>
              <a:rect l="l" t="t" r="r" b="b"/>
              <a:pathLst>
                <a:path w="228" h="264" extrusionOk="0">
                  <a:moveTo>
                    <a:pt x="118" y="1"/>
                  </a:moveTo>
                  <a:cubicBezTo>
                    <a:pt x="110" y="1"/>
                    <a:pt x="100" y="2"/>
                    <a:pt x="87" y="8"/>
                  </a:cubicBezTo>
                  <a:cubicBezTo>
                    <a:pt x="71" y="8"/>
                    <a:pt x="54" y="24"/>
                    <a:pt x="38" y="41"/>
                  </a:cubicBezTo>
                  <a:cubicBezTo>
                    <a:pt x="21" y="57"/>
                    <a:pt x="1" y="111"/>
                    <a:pt x="1" y="144"/>
                  </a:cubicBezTo>
                  <a:cubicBezTo>
                    <a:pt x="1" y="177"/>
                    <a:pt x="21" y="214"/>
                    <a:pt x="54" y="231"/>
                  </a:cubicBezTo>
                  <a:cubicBezTo>
                    <a:pt x="71" y="247"/>
                    <a:pt x="104" y="264"/>
                    <a:pt x="124" y="264"/>
                  </a:cubicBezTo>
                  <a:cubicBezTo>
                    <a:pt x="190" y="247"/>
                    <a:pt x="227" y="177"/>
                    <a:pt x="227" y="128"/>
                  </a:cubicBezTo>
                  <a:lnTo>
                    <a:pt x="227" y="111"/>
                  </a:lnTo>
                  <a:cubicBezTo>
                    <a:pt x="207" y="57"/>
                    <a:pt x="190" y="24"/>
                    <a:pt x="157" y="8"/>
                  </a:cubicBezTo>
                  <a:cubicBezTo>
                    <a:pt x="146" y="8"/>
                    <a:pt x="135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8" name="Google Shape;21308;p60"/>
            <p:cNvSpPr/>
            <p:nvPr/>
          </p:nvSpPr>
          <p:spPr>
            <a:xfrm>
              <a:off x="4135200" y="24515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04" y="0"/>
                  </a:moveTo>
                  <a:cubicBezTo>
                    <a:pt x="34" y="0"/>
                    <a:pt x="1" y="70"/>
                    <a:pt x="1" y="136"/>
                  </a:cubicBezTo>
                  <a:cubicBezTo>
                    <a:pt x="1" y="173"/>
                    <a:pt x="17" y="206"/>
                    <a:pt x="50" y="223"/>
                  </a:cubicBezTo>
                  <a:cubicBezTo>
                    <a:pt x="67" y="260"/>
                    <a:pt x="104" y="260"/>
                    <a:pt x="137" y="260"/>
                  </a:cubicBezTo>
                  <a:cubicBezTo>
                    <a:pt x="190" y="239"/>
                    <a:pt x="223" y="173"/>
                    <a:pt x="223" y="103"/>
                  </a:cubicBezTo>
                  <a:cubicBezTo>
                    <a:pt x="223" y="70"/>
                    <a:pt x="207" y="33"/>
                    <a:pt x="170" y="17"/>
                  </a:cubicBezTo>
                  <a:lnTo>
                    <a:pt x="1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9" name="Google Shape;21309;p60"/>
            <p:cNvSpPr/>
            <p:nvPr/>
          </p:nvSpPr>
          <p:spPr>
            <a:xfrm>
              <a:off x="4134800" y="24674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60"/>
                  </a:cubicBezTo>
                  <a:cubicBezTo>
                    <a:pt x="113" y="265"/>
                    <a:pt x="122" y="267"/>
                    <a:pt x="132" y="267"/>
                  </a:cubicBezTo>
                  <a:cubicBezTo>
                    <a:pt x="154" y="267"/>
                    <a:pt x="174" y="255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lnTo>
                    <a:pt x="1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0" name="Google Shape;21310;p60"/>
            <p:cNvSpPr/>
            <p:nvPr/>
          </p:nvSpPr>
          <p:spPr>
            <a:xfrm>
              <a:off x="4134800" y="2420950"/>
              <a:ext cx="6400" cy="6525"/>
            </a:xfrm>
            <a:custGeom>
              <a:avLst/>
              <a:gdLst/>
              <a:ahLst/>
              <a:cxnLst/>
              <a:rect l="l" t="t" r="r" b="b"/>
              <a:pathLst>
                <a:path w="256" h="261" extrusionOk="0">
                  <a:moveTo>
                    <a:pt x="136" y="1"/>
                  </a:moveTo>
                  <a:cubicBezTo>
                    <a:pt x="85" y="1"/>
                    <a:pt x="44" y="31"/>
                    <a:pt x="17" y="75"/>
                  </a:cubicBezTo>
                  <a:cubicBezTo>
                    <a:pt x="0" y="145"/>
                    <a:pt x="33" y="228"/>
                    <a:pt x="83" y="248"/>
                  </a:cubicBezTo>
                  <a:cubicBezTo>
                    <a:pt x="97" y="257"/>
                    <a:pt x="112" y="261"/>
                    <a:pt x="127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69" y="5"/>
                  </a:cubicBezTo>
                  <a:cubicBezTo>
                    <a:pt x="158" y="2"/>
                    <a:pt x="146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1" name="Google Shape;21311;p60"/>
            <p:cNvSpPr/>
            <p:nvPr/>
          </p:nvSpPr>
          <p:spPr>
            <a:xfrm>
              <a:off x="4153650" y="24022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04" y="0"/>
                  </a:moveTo>
                  <a:cubicBezTo>
                    <a:pt x="50" y="17"/>
                    <a:pt x="1" y="87"/>
                    <a:pt x="17" y="153"/>
                  </a:cubicBezTo>
                  <a:cubicBezTo>
                    <a:pt x="17" y="190"/>
                    <a:pt x="34" y="223"/>
                    <a:pt x="71" y="240"/>
                  </a:cubicBezTo>
                  <a:cubicBezTo>
                    <a:pt x="82" y="251"/>
                    <a:pt x="102" y="265"/>
                    <a:pt x="118" y="265"/>
                  </a:cubicBezTo>
                  <a:cubicBezTo>
                    <a:pt x="125" y="265"/>
                    <a:pt x="132" y="262"/>
                    <a:pt x="137" y="256"/>
                  </a:cubicBezTo>
                  <a:cubicBezTo>
                    <a:pt x="207" y="256"/>
                    <a:pt x="240" y="190"/>
                    <a:pt x="240" y="120"/>
                  </a:cubicBezTo>
                  <a:cubicBezTo>
                    <a:pt x="223" y="87"/>
                    <a:pt x="223" y="50"/>
                    <a:pt x="190" y="33"/>
                  </a:cubicBezTo>
                  <a:cubicBezTo>
                    <a:pt x="190" y="17"/>
                    <a:pt x="174" y="17"/>
                    <a:pt x="174" y="17"/>
                  </a:cubicBezTo>
                  <a:cubicBezTo>
                    <a:pt x="153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2" name="Google Shape;21312;p60"/>
            <p:cNvSpPr/>
            <p:nvPr/>
          </p:nvSpPr>
          <p:spPr>
            <a:xfrm>
              <a:off x="4139950" y="2359925"/>
              <a:ext cx="5575" cy="6625"/>
            </a:xfrm>
            <a:custGeom>
              <a:avLst/>
              <a:gdLst/>
              <a:ahLst/>
              <a:cxnLst/>
              <a:rect l="l" t="t" r="r" b="b"/>
              <a:pathLst>
                <a:path w="223" h="265" extrusionOk="0">
                  <a:moveTo>
                    <a:pt x="88" y="1"/>
                  </a:moveTo>
                  <a:cubicBezTo>
                    <a:pt x="64" y="1"/>
                    <a:pt x="45" y="14"/>
                    <a:pt x="33" y="26"/>
                  </a:cubicBezTo>
                  <a:cubicBezTo>
                    <a:pt x="17" y="59"/>
                    <a:pt x="0" y="75"/>
                    <a:pt x="0" y="112"/>
                  </a:cubicBezTo>
                  <a:cubicBezTo>
                    <a:pt x="0" y="145"/>
                    <a:pt x="0" y="178"/>
                    <a:pt x="17" y="215"/>
                  </a:cubicBezTo>
                  <a:cubicBezTo>
                    <a:pt x="33" y="248"/>
                    <a:pt x="66" y="265"/>
                    <a:pt x="83" y="265"/>
                  </a:cubicBezTo>
                  <a:cubicBezTo>
                    <a:pt x="120" y="265"/>
                    <a:pt x="153" y="248"/>
                    <a:pt x="169" y="232"/>
                  </a:cubicBezTo>
                  <a:cubicBezTo>
                    <a:pt x="223" y="195"/>
                    <a:pt x="223" y="112"/>
                    <a:pt x="186" y="42"/>
                  </a:cubicBezTo>
                  <a:cubicBezTo>
                    <a:pt x="169" y="26"/>
                    <a:pt x="169" y="26"/>
                    <a:pt x="136" y="9"/>
                  </a:cubicBezTo>
                  <a:lnTo>
                    <a:pt x="120" y="9"/>
                  </a:lnTo>
                  <a:cubicBezTo>
                    <a:pt x="109" y="3"/>
                    <a:pt x="98" y="1"/>
                    <a:pt x="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3" name="Google Shape;21313;p60"/>
            <p:cNvSpPr/>
            <p:nvPr/>
          </p:nvSpPr>
          <p:spPr>
            <a:xfrm>
              <a:off x="4062125" y="2263575"/>
              <a:ext cx="5700" cy="6575"/>
            </a:xfrm>
            <a:custGeom>
              <a:avLst/>
              <a:gdLst/>
              <a:ahLst/>
              <a:cxnLst/>
              <a:rect l="l" t="t" r="r" b="b"/>
              <a:pathLst>
                <a:path w="228" h="263" extrusionOk="0">
                  <a:moveTo>
                    <a:pt x="130" y="0"/>
                  </a:moveTo>
                  <a:cubicBezTo>
                    <a:pt x="119" y="0"/>
                    <a:pt x="106" y="4"/>
                    <a:pt x="87" y="12"/>
                  </a:cubicBezTo>
                  <a:cubicBezTo>
                    <a:pt x="71" y="12"/>
                    <a:pt x="38" y="29"/>
                    <a:pt x="21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0" y="186"/>
                    <a:pt x="21" y="219"/>
                    <a:pt x="54" y="235"/>
                  </a:cubicBezTo>
                  <a:cubicBezTo>
                    <a:pt x="66" y="250"/>
                    <a:pt x="86" y="262"/>
                    <a:pt x="104" y="262"/>
                  </a:cubicBezTo>
                  <a:cubicBezTo>
                    <a:pt x="111" y="262"/>
                    <a:pt x="118" y="260"/>
                    <a:pt x="124" y="256"/>
                  </a:cubicBezTo>
                  <a:cubicBezTo>
                    <a:pt x="190" y="256"/>
                    <a:pt x="227" y="186"/>
                    <a:pt x="227" y="116"/>
                  </a:cubicBezTo>
                  <a:cubicBezTo>
                    <a:pt x="227" y="83"/>
                    <a:pt x="207" y="50"/>
                    <a:pt x="174" y="29"/>
                  </a:cubicBezTo>
                  <a:cubicBezTo>
                    <a:pt x="174" y="12"/>
                    <a:pt x="157" y="12"/>
                    <a:pt x="157" y="12"/>
                  </a:cubicBezTo>
                  <a:cubicBezTo>
                    <a:pt x="149" y="4"/>
                    <a:pt x="141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4" name="Google Shape;21314;p60"/>
            <p:cNvSpPr/>
            <p:nvPr/>
          </p:nvSpPr>
          <p:spPr>
            <a:xfrm>
              <a:off x="4035950" y="2375900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5" y="1"/>
                  </a:moveTo>
                  <a:cubicBezTo>
                    <a:pt x="99" y="1"/>
                    <a:pt x="51" y="34"/>
                    <a:pt x="37" y="92"/>
                  </a:cubicBezTo>
                  <a:cubicBezTo>
                    <a:pt x="0" y="158"/>
                    <a:pt x="37" y="228"/>
                    <a:pt x="87" y="244"/>
                  </a:cubicBezTo>
                  <a:cubicBezTo>
                    <a:pt x="103" y="261"/>
                    <a:pt x="120" y="261"/>
                    <a:pt x="140" y="261"/>
                  </a:cubicBezTo>
                  <a:cubicBezTo>
                    <a:pt x="190" y="261"/>
                    <a:pt x="223" y="228"/>
                    <a:pt x="243" y="174"/>
                  </a:cubicBezTo>
                  <a:cubicBezTo>
                    <a:pt x="260" y="125"/>
                    <a:pt x="243" y="71"/>
                    <a:pt x="206" y="38"/>
                  </a:cubicBezTo>
                  <a:cubicBezTo>
                    <a:pt x="206" y="38"/>
                    <a:pt x="190" y="22"/>
                    <a:pt x="173" y="5"/>
                  </a:cubicBezTo>
                  <a:cubicBezTo>
                    <a:pt x="164" y="2"/>
                    <a:pt x="155" y="1"/>
                    <a:pt x="14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5" name="Google Shape;21315;p60"/>
            <p:cNvSpPr/>
            <p:nvPr/>
          </p:nvSpPr>
          <p:spPr>
            <a:xfrm>
              <a:off x="4035950" y="228270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26" y="0"/>
                  </a:moveTo>
                  <a:cubicBezTo>
                    <a:pt x="80" y="0"/>
                    <a:pt x="33" y="35"/>
                    <a:pt x="17" y="89"/>
                  </a:cubicBezTo>
                  <a:cubicBezTo>
                    <a:pt x="0" y="159"/>
                    <a:pt x="17" y="229"/>
                    <a:pt x="87" y="245"/>
                  </a:cubicBezTo>
                  <a:cubicBezTo>
                    <a:pt x="101" y="254"/>
                    <a:pt x="116" y="258"/>
                    <a:pt x="131" y="258"/>
                  </a:cubicBezTo>
                  <a:cubicBezTo>
                    <a:pt x="172" y="258"/>
                    <a:pt x="211" y="227"/>
                    <a:pt x="223" y="175"/>
                  </a:cubicBezTo>
                  <a:cubicBezTo>
                    <a:pt x="243" y="109"/>
                    <a:pt x="223" y="39"/>
                    <a:pt x="157" y="6"/>
                  </a:cubicBezTo>
                  <a:cubicBezTo>
                    <a:pt x="147" y="2"/>
                    <a:pt x="136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6" name="Google Shape;21316;p60"/>
            <p:cNvSpPr/>
            <p:nvPr/>
          </p:nvSpPr>
          <p:spPr>
            <a:xfrm>
              <a:off x="4040275" y="22364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67"/>
                    <a:pt x="17" y="153"/>
                  </a:cubicBezTo>
                  <a:cubicBezTo>
                    <a:pt x="17" y="186"/>
                    <a:pt x="33" y="207"/>
                    <a:pt x="50" y="240"/>
                  </a:cubicBezTo>
                  <a:cubicBezTo>
                    <a:pt x="87" y="256"/>
                    <a:pt x="120" y="256"/>
                    <a:pt x="136" y="256"/>
                  </a:cubicBezTo>
                  <a:cubicBezTo>
                    <a:pt x="207" y="240"/>
                    <a:pt x="240" y="170"/>
                    <a:pt x="240" y="104"/>
                  </a:cubicBezTo>
                  <a:cubicBezTo>
                    <a:pt x="223" y="67"/>
                    <a:pt x="207" y="50"/>
                    <a:pt x="190" y="17"/>
                  </a:cubicBezTo>
                  <a:cubicBezTo>
                    <a:pt x="190" y="17"/>
                    <a:pt x="174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7" name="Google Shape;21317;p60"/>
            <p:cNvSpPr/>
            <p:nvPr/>
          </p:nvSpPr>
          <p:spPr>
            <a:xfrm>
              <a:off x="4032125" y="231840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20" y="0"/>
                  </a:moveTo>
                  <a:cubicBezTo>
                    <a:pt x="87" y="0"/>
                    <a:pt x="67" y="21"/>
                    <a:pt x="34" y="38"/>
                  </a:cubicBezTo>
                  <a:cubicBezTo>
                    <a:pt x="17" y="54"/>
                    <a:pt x="1" y="87"/>
                    <a:pt x="1" y="124"/>
                  </a:cubicBezTo>
                  <a:cubicBezTo>
                    <a:pt x="1" y="157"/>
                    <a:pt x="1" y="190"/>
                    <a:pt x="17" y="227"/>
                  </a:cubicBezTo>
                  <a:cubicBezTo>
                    <a:pt x="44" y="254"/>
                    <a:pt x="78" y="267"/>
                    <a:pt x="108" y="267"/>
                  </a:cubicBezTo>
                  <a:cubicBezTo>
                    <a:pt x="133" y="267"/>
                    <a:pt x="155" y="259"/>
                    <a:pt x="170" y="244"/>
                  </a:cubicBezTo>
                  <a:cubicBezTo>
                    <a:pt x="223" y="190"/>
                    <a:pt x="240" y="104"/>
                    <a:pt x="190" y="54"/>
                  </a:cubicBezTo>
                  <a:cubicBezTo>
                    <a:pt x="190" y="38"/>
                    <a:pt x="170" y="21"/>
                    <a:pt x="153" y="21"/>
                  </a:cubicBezTo>
                  <a:cubicBezTo>
                    <a:pt x="137" y="21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8" name="Google Shape;21318;p60"/>
            <p:cNvSpPr/>
            <p:nvPr/>
          </p:nvSpPr>
          <p:spPr>
            <a:xfrm>
              <a:off x="4034300" y="2393425"/>
              <a:ext cx="6000" cy="6550"/>
            </a:xfrm>
            <a:custGeom>
              <a:avLst/>
              <a:gdLst/>
              <a:ahLst/>
              <a:cxnLst/>
              <a:rect l="l" t="t" r="r" b="b"/>
              <a:pathLst>
                <a:path w="240" h="262" extrusionOk="0">
                  <a:moveTo>
                    <a:pt x="123" y="1"/>
                  </a:moveTo>
                  <a:cubicBezTo>
                    <a:pt x="99" y="1"/>
                    <a:pt x="78" y="14"/>
                    <a:pt x="66" y="26"/>
                  </a:cubicBezTo>
                  <a:cubicBezTo>
                    <a:pt x="33" y="42"/>
                    <a:pt x="17" y="59"/>
                    <a:pt x="17" y="75"/>
                  </a:cubicBezTo>
                  <a:cubicBezTo>
                    <a:pt x="0" y="112"/>
                    <a:pt x="0" y="145"/>
                    <a:pt x="17" y="162"/>
                  </a:cubicBezTo>
                  <a:cubicBezTo>
                    <a:pt x="17" y="215"/>
                    <a:pt x="50" y="232"/>
                    <a:pt x="66" y="248"/>
                  </a:cubicBezTo>
                  <a:cubicBezTo>
                    <a:pt x="85" y="257"/>
                    <a:pt x="102" y="261"/>
                    <a:pt x="118" y="261"/>
                  </a:cubicBezTo>
                  <a:cubicBezTo>
                    <a:pt x="162" y="261"/>
                    <a:pt x="196" y="230"/>
                    <a:pt x="223" y="178"/>
                  </a:cubicBezTo>
                  <a:cubicBezTo>
                    <a:pt x="239" y="112"/>
                    <a:pt x="206" y="42"/>
                    <a:pt x="153" y="9"/>
                  </a:cubicBezTo>
                  <a:cubicBezTo>
                    <a:pt x="143" y="3"/>
                    <a:pt x="133" y="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9" name="Google Shape;21319;p60"/>
            <p:cNvSpPr/>
            <p:nvPr/>
          </p:nvSpPr>
          <p:spPr>
            <a:xfrm>
              <a:off x="4040275" y="2330875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3" y="0"/>
                  </a:moveTo>
                  <a:cubicBezTo>
                    <a:pt x="33" y="17"/>
                    <a:pt x="0" y="87"/>
                    <a:pt x="17" y="157"/>
                  </a:cubicBezTo>
                  <a:cubicBezTo>
                    <a:pt x="17" y="190"/>
                    <a:pt x="33" y="223"/>
                    <a:pt x="50" y="244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90"/>
                    <a:pt x="240" y="157"/>
                    <a:pt x="223" y="120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0" name="Google Shape;21320;p60"/>
            <p:cNvSpPr/>
            <p:nvPr/>
          </p:nvSpPr>
          <p:spPr>
            <a:xfrm>
              <a:off x="4033375" y="234592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0" y="87"/>
                    <a:pt x="0" y="157"/>
                    <a:pt x="37" y="223"/>
                  </a:cubicBezTo>
                  <a:cubicBezTo>
                    <a:pt x="54" y="239"/>
                    <a:pt x="87" y="260"/>
                    <a:pt x="103" y="260"/>
                  </a:cubicBezTo>
                  <a:cubicBezTo>
                    <a:pt x="114" y="265"/>
                    <a:pt x="124" y="267"/>
                    <a:pt x="134" y="267"/>
                  </a:cubicBezTo>
                  <a:cubicBezTo>
                    <a:pt x="158" y="267"/>
                    <a:pt x="178" y="254"/>
                    <a:pt x="190" y="239"/>
                  </a:cubicBezTo>
                  <a:cubicBezTo>
                    <a:pt x="206" y="223"/>
                    <a:pt x="223" y="190"/>
                    <a:pt x="243" y="157"/>
                  </a:cubicBezTo>
                  <a:cubicBezTo>
                    <a:pt x="243" y="120"/>
                    <a:pt x="223" y="87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1" name="Google Shape;21321;p60"/>
            <p:cNvSpPr/>
            <p:nvPr/>
          </p:nvSpPr>
          <p:spPr>
            <a:xfrm>
              <a:off x="4034300" y="22987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3" y="1"/>
                  </a:moveTo>
                  <a:cubicBezTo>
                    <a:pt x="50" y="17"/>
                    <a:pt x="0" y="88"/>
                    <a:pt x="17" y="154"/>
                  </a:cubicBezTo>
                  <a:cubicBezTo>
                    <a:pt x="17" y="191"/>
                    <a:pt x="33" y="224"/>
                    <a:pt x="50" y="240"/>
                  </a:cubicBezTo>
                  <a:cubicBezTo>
                    <a:pt x="83" y="257"/>
                    <a:pt x="103" y="257"/>
                    <a:pt x="136" y="257"/>
                  </a:cubicBezTo>
                  <a:cubicBezTo>
                    <a:pt x="206" y="240"/>
                    <a:pt x="239" y="191"/>
                    <a:pt x="223" y="104"/>
                  </a:cubicBezTo>
                  <a:cubicBezTo>
                    <a:pt x="223" y="67"/>
                    <a:pt x="206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2" name="Google Shape;21322;p60"/>
            <p:cNvSpPr/>
            <p:nvPr/>
          </p:nvSpPr>
          <p:spPr>
            <a:xfrm>
              <a:off x="4051000" y="23736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8" y="1"/>
                  </a:moveTo>
                  <a:cubicBezTo>
                    <a:pt x="85" y="1"/>
                    <a:pt x="65" y="12"/>
                    <a:pt x="54" y="24"/>
                  </a:cubicBezTo>
                  <a:cubicBezTo>
                    <a:pt x="0" y="78"/>
                    <a:pt x="0" y="160"/>
                    <a:pt x="33" y="214"/>
                  </a:cubicBezTo>
                  <a:cubicBezTo>
                    <a:pt x="54" y="230"/>
                    <a:pt x="87" y="247"/>
                    <a:pt x="103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06" y="214"/>
                    <a:pt x="223" y="181"/>
                    <a:pt x="223" y="144"/>
                  </a:cubicBezTo>
                  <a:cubicBezTo>
                    <a:pt x="239" y="111"/>
                    <a:pt x="223" y="78"/>
                    <a:pt x="206" y="41"/>
                  </a:cubicBezTo>
                  <a:cubicBezTo>
                    <a:pt x="190" y="24"/>
                    <a:pt x="173" y="24"/>
                    <a:pt x="157" y="8"/>
                  </a:cubicBezTo>
                  <a:lnTo>
                    <a:pt x="136" y="8"/>
                  </a:lnTo>
                  <a:cubicBezTo>
                    <a:pt x="127" y="3"/>
                    <a:pt x="117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3" name="Google Shape;21323;p60"/>
            <p:cNvSpPr/>
            <p:nvPr/>
          </p:nvSpPr>
          <p:spPr>
            <a:xfrm>
              <a:off x="4043675" y="2358475"/>
              <a:ext cx="5600" cy="6550"/>
            </a:xfrm>
            <a:custGeom>
              <a:avLst/>
              <a:gdLst/>
              <a:ahLst/>
              <a:cxnLst/>
              <a:rect l="l" t="t" r="r" b="b"/>
              <a:pathLst>
                <a:path w="224" h="262" extrusionOk="0">
                  <a:moveTo>
                    <a:pt x="96" y="1"/>
                  </a:moveTo>
                  <a:cubicBezTo>
                    <a:pt x="54" y="1"/>
                    <a:pt x="13" y="32"/>
                    <a:pt x="0" y="84"/>
                  </a:cubicBezTo>
                  <a:lnTo>
                    <a:pt x="0" y="150"/>
                  </a:lnTo>
                  <a:cubicBezTo>
                    <a:pt x="0" y="187"/>
                    <a:pt x="38" y="236"/>
                    <a:pt x="71" y="253"/>
                  </a:cubicBezTo>
                  <a:cubicBezTo>
                    <a:pt x="80" y="259"/>
                    <a:pt x="92" y="261"/>
                    <a:pt x="104" y="261"/>
                  </a:cubicBezTo>
                  <a:cubicBezTo>
                    <a:pt x="132" y="261"/>
                    <a:pt x="162" y="248"/>
                    <a:pt x="174" y="236"/>
                  </a:cubicBezTo>
                  <a:cubicBezTo>
                    <a:pt x="190" y="220"/>
                    <a:pt x="207" y="203"/>
                    <a:pt x="207" y="187"/>
                  </a:cubicBezTo>
                  <a:cubicBezTo>
                    <a:pt x="223" y="117"/>
                    <a:pt x="207" y="30"/>
                    <a:pt x="141" y="14"/>
                  </a:cubicBezTo>
                  <a:cubicBezTo>
                    <a:pt x="126" y="5"/>
                    <a:pt x="111" y="1"/>
                    <a:pt x="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4" name="Google Shape;21324;p60"/>
            <p:cNvSpPr/>
            <p:nvPr/>
          </p:nvSpPr>
          <p:spPr>
            <a:xfrm>
              <a:off x="4054400" y="2403100"/>
              <a:ext cx="6100" cy="6750"/>
            </a:xfrm>
            <a:custGeom>
              <a:avLst/>
              <a:gdLst/>
              <a:ahLst/>
              <a:cxnLst/>
              <a:rect l="l" t="t" r="r" b="b"/>
              <a:pathLst>
                <a:path w="244" h="270" extrusionOk="0">
                  <a:moveTo>
                    <a:pt x="113" y="1"/>
                  </a:moveTo>
                  <a:cubicBezTo>
                    <a:pt x="72" y="1"/>
                    <a:pt x="33" y="32"/>
                    <a:pt x="21" y="84"/>
                  </a:cubicBezTo>
                  <a:cubicBezTo>
                    <a:pt x="0" y="154"/>
                    <a:pt x="21" y="241"/>
                    <a:pt x="87" y="257"/>
                  </a:cubicBezTo>
                  <a:cubicBezTo>
                    <a:pt x="101" y="266"/>
                    <a:pt x="116" y="270"/>
                    <a:pt x="131" y="270"/>
                  </a:cubicBezTo>
                  <a:cubicBezTo>
                    <a:pt x="172" y="270"/>
                    <a:pt x="212" y="238"/>
                    <a:pt x="227" y="187"/>
                  </a:cubicBezTo>
                  <a:cubicBezTo>
                    <a:pt x="243" y="117"/>
                    <a:pt x="227" y="34"/>
                    <a:pt x="157" y="14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5" name="Google Shape;21325;p60"/>
            <p:cNvSpPr/>
            <p:nvPr/>
          </p:nvSpPr>
          <p:spPr>
            <a:xfrm>
              <a:off x="4052325" y="23271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11" y="0"/>
                  </a:moveTo>
                  <a:cubicBezTo>
                    <a:pt x="70" y="0"/>
                    <a:pt x="29" y="32"/>
                    <a:pt x="17" y="83"/>
                  </a:cubicBezTo>
                  <a:cubicBezTo>
                    <a:pt x="1" y="149"/>
                    <a:pt x="17" y="236"/>
                    <a:pt x="83" y="252"/>
                  </a:cubicBezTo>
                  <a:cubicBezTo>
                    <a:pt x="97" y="252"/>
                    <a:pt x="109" y="260"/>
                    <a:pt x="120" y="260"/>
                  </a:cubicBezTo>
                  <a:cubicBezTo>
                    <a:pt x="126" y="260"/>
                    <a:pt x="131" y="258"/>
                    <a:pt x="137" y="252"/>
                  </a:cubicBezTo>
                  <a:cubicBezTo>
                    <a:pt x="170" y="252"/>
                    <a:pt x="207" y="219"/>
                    <a:pt x="223" y="186"/>
                  </a:cubicBezTo>
                  <a:cubicBezTo>
                    <a:pt x="240" y="133"/>
                    <a:pt x="223" y="83"/>
                    <a:pt x="207" y="46"/>
                  </a:cubicBezTo>
                  <a:cubicBezTo>
                    <a:pt x="186" y="30"/>
                    <a:pt x="170" y="13"/>
                    <a:pt x="153" y="13"/>
                  </a:cubicBezTo>
                  <a:cubicBezTo>
                    <a:pt x="140" y="5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6" name="Google Shape;21326;p60"/>
            <p:cNvSpPr/>
            <p:nvPr/>
          </p:nvSpPr>
          <p:spPr>
            <a:xfrm>
              <a:off x="4044600" y="231210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8" y="1"/>
                  </a:moveTo>
                  <a:cubicBezTo>
                    <a:pt x="120" y="1"/>
                    <a:pt x="112" y="5"/>
                    <a:pt x="104" y="13"/>
                  </a:cubicBezTo>
                  <a:cubicBezTo>
                    <a:pt x="67" y="13"/>
                    <a:pt x="50" y="30"/>
                    <a:pt x="34" y="67"/>
                  </a:cubicBezTo>
                  <a:cubicBezTo>
                    <a:pt x="17" y="83"/>
                    <a:pt x="1" y="116"/>
                    <a:pt x="17" y="149"/>
                  </a:cubicBezTo>
                  <a:cubicBezTo>
                    <a:pt x="17" y="186"/>
                    <a:pt x="34" y="219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186" y="252"/>
                    <a:pt x="240" y="186"/>
                    <a:pt x="223" y="116"/>
                  </a:cubicBezTo>
                  <a:cubicBezTo>
                    <a:pt x="223" y="83"/>
                    <a:pt x="207" y="46"/>
                    <a:pt x="186" y="30"/>
                  </a:cubicBezTo>
                  <a:cubicBezTo>
                    <a:pt x="170" y="30"/>
                    <a:pt x="170" y="13"/>
                    <a:pt x="153" y="13"/>
                  </a:cubicBezTo>
                  <a:cubicBezTo>
                    <a:pt x="145" y="5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7" name="Google Shape;21327;p60"/>
            <p:cNvSpPr/>
            <p:nvPr/>
          </p:nvSpPr>
          <p:spPr>
            <a:xfrm>
              <a:off x="4048825" y="2295050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20" y="0"/>
                  </a:moveTo>
                  <a:cubicBezTo>
                    <a:pt x="101" y="0"/>
                    <a:pt x="78" y="13"/>
                    <a:pt x="54" y="27"/>
                  </a:cubicBezTo>
                  <a:cubicBezTo>
                    <a:pt x="17" y="77"/>
                    <a:pt x="1" y="163"/>
                    <a:pt x="54" y="213"/>
                  </a:cubicBezTo>
                  <a:cubicBezTo>
                    <a:pt x="74" y="244"/>
                    <a:pt x="106" y="263"/>
                    <a:pt x="139" y="263"/>
                  </a:cubicBezTo>
                  <a:cubicBezTo>
                    <a:pt x="162" y="263"/>
                    <a:pt x="186" y="254"/>
                    <a:pt x="207" y="234"/>
                  </a:cubicBezTo>
                  <a:cubicBezTo>
                    <a:pt x="244" y="180"/>
                    <a:pt x="260" y="110"/>
                    <a:pt x="223" y="44"/>
                  </a:cubicBezTo>
                  <a:cubicBezTo>
                    <a:pt x="207" y="27"/>
                    <a:pt x="190" y="27"/>
                    <a:pt x="174" y="7"/>
                  </a:cubicBezTo>
                  <a:lnTo>
                    <a:pt x="141" y="7"/>
                  </a:lnTo>
                  <a:cubicBezTo>
                    <a:pt x="135" y="2"/>
                    <a:pt x="128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8" name="Google Shape;21328;p60"/>
            <p:cNvSpPr/>
            <p:nvPr/>
          </p:nvSpPr>
          <p:spPr>
            <a:xfrm>
              <a:off x="4075525" y="2384575"/>
              <a:ext cx="6425" cy="6675"/>
            </a:xfrm>
            <a:custGeom>
              <a:avLst/>
              <a:gdLst/>
              <a:ahLst/>
              <a:cxnLst/>
              <a:rect l="l" t="t" r="r" b="b"/>
              <a:pathLst>
                <a:path w="257" h="267" extrusionOk="0">
                  <a:moveTo>
                    <a:pt x="136" y="0"/>
                  </a:moveTo>
                  <a:cubicBezTo>
                    <a:pt x="104" y="0"/>
                    <a:pt x="83" y="17"/>
                    <a:pt x="50" y="33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39"/>
                    <a:pt x="83" y="260"/>
                    <a:pt x="120" y="260"/>
                  </a:cubicBezTo>
                  <a:cubicBezTo>
                    <a:pt x="125" y="265"/>
                    <a:pt x="131" y="267"/>
                    <a:pt x="137" y="267"/>
                  </a:cubicBezTo>
                  <a:cubicBezTo>
                    <a:pt x="154" y="267"/>
                    <a:pt x="174" y="254"/>
                    <a:pt x="186" y="239"/>
                  </a:cubicBezTo>
                  <a:cubicBezTo>
                    <a:pt x="240" y="190"/>
                    <a:pt x="256" y="103"/>
                    <a:pt x="207" y="54"/>
                  </a:cubicBezTo>
                  <a:cubicBezTo>
                    <a:pt x="207" y="33"/>
                    <a:pt x="186" y="17"/>
                    <a:pt x="169" y="17"/>
                  </a:cubicBezTo>
                  <a:cubicBezTo>
                    <a:pt x="153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9" name="Google Shape;21329;p60"/>
            <p:cNvSpPr/>
            <p:nvPr/>
          </p:nvSpPr>
          <p:spPr>
            <a:xfrm>
              <a:off x="4046250" y="2388525"/>
              <a:ext cx="6525" cy="6475"/>
            </a:xfrm>
            <a:custGeom>
              <a:avLst/>
              <a:gdLst/>
              <a:ahLst/>
              <a:cxnLst/>
              <a:rect l="l" t="t" r="r" b="b"/>
              <a:pathLst>
                <a:path w="261" h="259" extrusionOk="0">
                  <a:moveTo>
                    <a:pt x="128" y="1"/>
                  </a:moveTo>
                  <a:cubicBezTo>
                    <a:pt x="88" y="1"/>
                    <a:pt x="50" y="34"/>
                    <a:pt x="38" y="81"/>
                  </a:cubicBezTo>
                  <a:cubicBezTo>
                    <a:pt x="1" y="152"/>
                    <a:pt x="38" y="222"/>
                    <a:pt x="87" y="255"/>
                  </a:cubicBezTo>
                  <a:cubicBezTo>
                    <a:pt x="99" y="257"/>
                    <a:pt x="110" y="259"/>
                    <a:pt x="121" y="259"/>
                  </a:cubicBezTo>
                  <a:cubicBezTo>
                    <a:pt x="174" y="259"/>
                    <a:pt x="213" y="226"/>
                    <a:pt x="244" y="168"/>
                  </a:cubicBezTo>
                  <a:cubicBezTo>
                    <a:pt x="260" y="119"/>
                    <a:pt x="223" y="32"/>
                    <a:pt x="174" y="16"/>
                  </a:cubicBezTo>
                  <a:cubicBezTo>
                    <a:pt x="159" y="5"/>
                    <a:pt x="144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0" name="Google Shape;21330;p60"/>
            <p:cNvSpPr/>
            <p:nvPr/>
          </p:nvSpPr>
          <p:spPr>
            <a:xfrm>
              <a:off x="4087900" y="2351600"/>
              <a:ext cx="5675" cy="6825"/>
            </a:xfrm>
            <a:custGeom>
              <a:avLst/>
              <a:gdLst/>
              <a:ahLst/>
              <a:cxnLst/>
              <a:rect l="l" t="t" r="r" b="b"/>
              <a:pathLst>
                <a:path w="227" h="273" extrusionOk="0">
                  <a:moveTo>
                    <a:pt x="132" y="0"/>
                  </a:moveTo>
                  <a:cubicBezTo>
                    <a:pt x="123" y="0"/>
                    <a:pt x="114" y="4"/>
                    <a:pt x="103" y="12"/>
                  </a:cubicBezTo>
                  <a:cubicBezTo>
                    <a:pt x="37" y="12"/>
                    <a:pt x="0" y="82"/>
                    <a:pt x="0" y="153"/>
                  </a:cubicBezTo>
                  <a:cubicBezTo>
                    <a:pt x="21" y="186"/>
                    <a:pt x="37" y="219"/>
                    <a:pt x="54" y="239"/>
                  </a:cubicBezTo>
                  <a:cubicBezTo>
                    <a:pt x="70" y="256"/>
                    <a:pt x="103" y="272"/>
                    <a:pt x="140" y="272"/>
                  </a:cubicBezTo>
                  <a:cubicBezTo>
                    <a:pt x="157" y="256"/>
                    <a:pt x="190" y="239"/>
                    <a:pt x="206" y="202"/>
                  </a:cubicBezTo>
                  <a:cubicBezTo>
                    <a:pt x="227" y="186"/>
                    <a:pt x="227" y="153"/>
                    <a:pt x="227" y="115"/>
                  </a:cubicBezTo>
                  <a:cubicBezTo>
                    <a:pt x="227" y="82"/>
                    <a:pt x="206" y="50"/>
                    <a:pt x="190" y="33"/>
                  </a:cubicBezTo>
                  <a:cubicBezTo>
                    <a:pt x="173" y="33"/>
                    <a:pt x="173" y="12"/>
                    <a:pt x="157" y="12"/>
                  </a:cubicBezTo>
                  <a:cubicBezTo>
                    <a:pt x="149" y="4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1" name="Google Shape;21331;p60"/>
            <p:cNvSpPr/>
            <p:nvPr/>
          </p:nvSpPr>
          <p:spPr>
            <a:xfrm>
              <a:off x="4090975" y="2384250"/>
              <a:ext cx="6000" cy="6850"/>
            </a:xfrm>
            <a:custGeom>
              <a:avLst/>
              <a:gdLst/>
              <a:ahLst/>
              <a:cxnLst/>
              <a:rect l="l" t="t" r="r" b="b"/>
              <a:pathLst>
                <a:path w="240" h="274" extrusionOk="0">
                  <a:moveTo>
                    <a:pt x="129" y="1"/>
                  </a:moveTo>
                  <a:cubicBezTo>
                    <a:pt x="120" y="1"/>
                    <a:pt x="112" y="5"/>
                    <a:pt x="104" y="13"/>
                  </a:cubicBezTo>
                  <a:lnTo>
                    <a:pt x="83" y="13"/>
                  </a:lnTo>
                  <a:cubicBezTo>
                    <a:pt x="34" y="30"/>
                    <a:pt x="1" y="100"/>
                    <a:pt x="17" y="149"/>
                  </a:cubicBezTo>
                  <a:cubicBezTo>
                    <a:pt x="17" y="187"/>
                    <a:pt x="34" y="220"/>
                    <a:pt x="50" y="236"/>
                  </a:cubicBezTo>
                  <a:cubicBezTo>
                    <a:pt x="83" y="252"/>
                    <a:pt x="104" y="273"/>
                    <a:pt x="137" y="273"/>
                  </a:cubicBezTo>
                  <a:cubicBezTo>
                    <a:pt x="207" y="252"/>
                    <a:pt x="240" y="187"/>
                    <a:pt x="240" y="116"/>
                  </a:cubicBezTo>
                  <a:cubicBezTo>
                    <a:pt x="224" y="100"/>
                    <a:pt x="224" y="100"/>
                    <a:pt x="224" y="83"/>
                  </a:cubicBezTo>
                  <a:cubicBezTo>
                    <a:pt x="207" y="46"/>
                    <a:pt x="186" y="30"/>
                    <a:pt x="153" y="13"/>
                  </a:cubicBezTo>
                  <a:cubicBezTo>
                    <a:pt x="145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2" name="Google Shape;21332;p60"/>
            <p:cNvSpPr/>
            <p:nvPr/>
          </p:nvSpPr>
          <p:spPr>
            <a:xfrm>
              <a:off x="4046675" y="23447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11" y="1"/>
                  </a:moveTo>
                  <a:cubicBezTo>
                    <a:pt x="71" y="1"/>
                    <a:pt x="33" y="33"/>
                    <a:pt x="21" y="81"/>
                  </a:cubicBezTo>
                  <a:cubicBezTo>
                    <a:pt x="0" y="151"/>
                    <a:pt x="21" y="221"/>
                    <a:pt x="70" y="254"/>
                  </a:cubicBezTo>
                  <a:lnTo>
                    <a:pt x="124" y="254"/>
                  </a:lnTo>
                  <a:cubicBezTo>
                    <a:pt x="173" y="254"/>
                    <a:pt x="206" y="221"/>
                    <a:pt x="227" y="168"/>
                  </a:cubicBezTo>
                  <a:cubicBezTo>
                    <a:pt x="243" y="135"/>
                    <a:pt x="227" y="81"/>
                    <a:pt x="190" y="48"/>
                  </a:cubicBezTo>
                  <a:cubicBezTo>
                    <a:pt x="190" y="32"/>
                    <a:pt x="173" y="15"/>
                    <a:pt x="157" y="15"/>
                  </a:cubicBezTo>
                  <a:cubicBezTo>
                    <a:pt x="142" y="5"/>
                    <a:pt x="127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3" name="Google Shape;21333;p60"/>
            <p:cNvSpPr/>
            <p:nvPr/>
          </p:nvSpPr>
          <p:spPr>
            <a:xfrm>
              <a:off x="4094375" y="2335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08" y="1"/>
                  </a:moveTo>
                  <a:cubicBezTo>
                    <a:pt x="86" y="1"/>
                    <a:pt x="65" y="12"/>
                    <a:pt x="50" y="24"/>
                  </a:cubicBezTo>
                  <a:cubicBezTo>
                    <a:pt x="1" y="78"/>
                    <a:pt x="1" y="160"/>
                    <a:pt x="34" y="214"/>
                  </a:cubicBezTo>
                  <a:cubicBezTo>
                    <a:pt x="50" y="230"/>
                    <a:pt x="88" y="247"/>
                    <a:pt x="104" y="263"/>
                  </a:cubicBezTo>
                  <a:cubicBezTo>
                    <a:pt x="137" y="263"/>
                    <a:pt x="174" y="247"/>
                    <a:pt x="191" y="230"/>
                  </a:cubicBezTo>
                  <a:cubicBezTo>
                    <a:pt x="240" y="181"/>
                    <a:pt x="240" y="111"/>
                    <a:pt x="207" y="40"/>
                  </a:cubicBezTo>
                  <a:cubicBezTo>
                    <a:pt x="191" y="24"/>
                    <a:pt x="174" y="24"/>
                    <a:pt x="153" y="7"/>
                  </a:cubicBezTo>
                  <a:lnTo>
                    <a:pt x="137" y="7"/>
                  </a:lnTo>
                  <a:cubicBezTo>
                    <a:pt x="127" y="3"/>
                    <a:pt x="118" y="1"/>
                    <a:pt x="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4" name="Google Shape;21334;p60"/>
            <p:cNvSpPr/>
            <p:nvPr/>
          </p:nvSpPr>
          <p:spPr>
            <a:xfrm>
              <a:off x="4083675" y="2274175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1"/>
                  </a:moveTo>
                  <a:cubicBezTo>
                    <a:pt x="103" y="1"/>
                    <a:pt x="87" y="17"/>
                    <a:pt x="50" y="38"/>
                  </a:cubicBezTo>
                  <a:cubicBezTo>
                    <a:pt x="0" y="87"/>
                    <a:pt x="0" y="174"/>
                    <a:pt x="33" y="223"/>
                  </a:cubicBezTo>
                  <a:cubicBezTo>
                    <a:pt x="50" y="244"/>
                    <a:pt x="87" y="260"/>
                    <a:pt x="120" y="277"/>
                  </a:cubicBezTo>
                  <a:cubicBezTo>
                    <a:pt x="136" y="277"/>
                    <a:pt x="169" y="260"/>
                    <a:pt x="190" y="244"/>
                  </a:cubicBezTo>
                  <a:cubicBezTo>
                    <a:pt x="223" y="223"/>
                    <a:pt x="223" y="190"/>
                    <a:pt x="239" y="157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38"/>
                    <a:pt x="190" y="17"/>
                    <a:pt x="169" y="17"/>
                  </a:cubicBezTo>
                  <a:cubicBezTo>
                    <a:pt x="153" y="17"/>
                    <a:pt x="153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5" name="Google Shape;21335;p60"/>
            <p:cNvSpPr/>
            <p:nvPr/>
          </p:nvSpPr>
          <p:spPr>
            <a:xfrm>
              <a:off x="4087075" y="2303950"/>
              <a:ext cx="6000" cy="6450"/>
            </a:xfrm>
            <a:custGeom>
              <a:avLst/>
              <a:gdLst/>
              <a:ahLst/>
              <a:cxnLst/>
              <a:rect l="l" t="t" r="r" b="b"/>
              <a:pathLst>
                <a:path w="240" h="258" extrusionOk="0">
                  <a:moveTo>
                    <a:pt x="112" y="1"/>
                  </a:moveTo>
                  <a:cubicBezTo>
                    <a:pt x="70" y="1"/>
                    <a:pt x="29" y="32"/>
                    <a:pt x="17" y="84"/>
                  </a:cubicBezTo>
                  <a:cubicBezTo>
                    <a:pt x="0" y="150"/>
                    <a:pt x="17" y="220"/>
                    <a:pt x="87" y="253"/>
                  </a:cubicBezTo>
                  <a:cubicBezTo>
                    <a:pt x="96" y="256"/>
                    <a:pt x="105" y="257"/>
                    <a:pt x="115" y="257"/>
                  </a:cubicBezTo>
                  <a:cubicBezTo>
                    <a:pt x="159" y="257"/>
                    <a:pt x="209" y="227"/>
                    <a:pt x="223" y="187"/>
                  </a:cubicBezTo>
                  <a:cubicBezTo>
                    <a:pt x="239" y="117"/>
                    <a:pt x="223" y="30"/>
                    <a:pt x="157" y="14"/>
                  </a:cubicBezTo>
                  <a:cubicBezTo>
                    <a:pt x="143" y="5"/>
                    <a:pt x="127" y="1"/>
                    <a:pt x="1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6" name="Google Shape;21336;p60"/>
            <p:cNvSpPr/>
            <p:nvPr/>
          </p:nvSpPr>
          <p:spPr>
            <a:xfrm>
              <a:off x="4094375" y="228830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40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57"/>
                    <a:pt x="34" y="227"/>
                    <a:pt x="88" y="244"/>
                  </a:cubicBezTo>
                  <a:cubicBezTo>
                    <a:pt x="101" y="253"/>
                    <a:pt x="115" y="257"/>
                    <a:pt x="130" y="257"/>
                  </a:cubicBezTo>
                  <a:cubicBezTo>
                    <a:pt x="170" y="257"/>
                    <a:pt x="211" y="225"/>
                    <a:pt x="224" y="174"/>
                  </a:cubicBezTo>
                  <a:cubicBezTo>
                    <a:pt x="257" y="108"/>
                    <a:pt x="224" y="38"/>
                    <a:pt x="174" y="5"/>
                  </a:cubicBezTo>
                  <a:cubicBezTo>
                    <a:pt x="162" y="2"/>
                    <a:pt x="151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7" name="Google Shape;21337;p60"/>
            <p:cNvSpPr/>
            <p:nvPr/>
          </p:nvSpPr>
          <p:spPr>
            <a:xfrm>
              <a:off x="4048000" y="24232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4" y="0"/>
                  </a:moveTo>
                  <a:cubicBezTo>
                    <a:pt x="50" y="17"/>
                    <a:pt x="1" y="87"/>
                    <a:pt x="17" y="157"/>
                  </a:cubicBezTo>
                  <a:cubicBezTo>
                    <a:pt x="17" y="215"/>
                    <a:pt x="71" y="263"/>
                    <a:pt x="117" y="263"/>
                  </a:cubicBezTo>
                  <a:cubicBezTo>
                    <a:pt x="124" y="263"/>
                    <a:pt x="131" y="262"/>
                    <a:pt x="137" y="260"/>
                  </a:cubicBezTo>
                  <a:cubicBezTo>
                    <a:pt x="174" y="260"/>
                    <a:pt x="190" y="240"/>
                    <a:pt x="207" y="207"/>
                  </a:cubicBezTo>
                  <a:cubicBezTo>
                    <a:pt x="223" y="174"/>
                    <a:pt x="240" y="137"/>
                    <a:pt x="240" y="104"/>
                  </a:cubicBezTo>
                  <a:cubicBezTo>
                    <a:pt x="223" y="71"/>
                    <a:pt x="207" y="54"/>
                    <a:pt x="190" y="17"/>
                  </a:cubicBezTo>
                  <a:cubicBezTo>
                    <a:pt x="190" y="17"/>
                    <a:pt x="174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8" name="Google Shape;21338;p60"/>
            <p:cNvSpPr/>
            <p:nvPr/>
          </p:nvSpPr>
          <p:spPr>
            <a:xfrm>
              <a:off x="4094800" y="231892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03" y="0"/>
                  </a:moveTo>
                  <a:cubicBezTo>
                    <a:pt x="33" y="17"/>
                    <a:pt x="0" y="83"/>
                    <a:pt x="0" y="153"/>
                  </a:cubicBezTo>
                  <a:cubicBezTo>
                    <a:pt x="0" y="186"/>
                    <a:pt x="17" y="206"/>
                    <a:pt x="54" y="239"/>
                  </a:cubicBezTo>
                  <a:cubicBezTo>
                    <a:pt x="71" y="256"/>
                    <a:pt x="103" y="256"/>
                    <a:pt x="136" y="256"/>
                  </a:cubicBezTo>
                  <a:cubicBezTo>
                    <a:pt x="190" y="239"/>
                    <a:pt x="223" y="169"/>
                    <a:pt x="223" y="103"/>
                  </a:cubicBezTo>
                  <a:cubicBezTo>
                    <a:pt x="223" y="66"/>
                    <a:pt x="207" y="50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9" name="Google Shape;21339;p60"/>
            <p:cNvSpPr/>
            <p:nvPr/>
          </p:nvSpPr>
          <p:spPr>
            <a:xfrm>
              <a:off x="4069450" y="24013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87" y="0"/>
                  </a:moveTo>
                  <a:cubicBezTo>
                    <a:pt x="37" y="17"/>
                    <a:pt x="0" y="83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6" y="50"/>
                    <a:pt x="173" y="33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0"/>
                    <a:pt x="120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0" name="Google Shape;21340;p60"/>
            <p:cNvSpPr/>
            <p:nvPr/>
          </p:nvSpPr>
          <p:spPr>
            <a:xfrm>
              <a:off x="4095625" y="236695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3" y="0"/>
                  </a:moveTo>
                  <a:cubicBezTo>
                    <a:pt x="70" y="17"/>
                    <a:pt x="54" y="37"/>
                    <a:pt x="38" y="54"/>
                  </a:cubicBezTo>
                  <a:cubicBezTo>
                    <a:pt x="21" y="87"/>
                    <a:pt x="0" y="120"/>
                    <a:pt x="21" y="157"/>
                  </a:cubicBezTo>
                  <a:cubicBezTo>
                    <a:pt x="21" y="190"/>
                    <a:pt x="38" y="223"/>
                    <a:pt x="54" y="244"/>
                  </a:cubicBezTo>
                  <a:cubicBezTo>
                    <a:pt x="77" y="255"/>
                    <a:pt x="92" y="267"/>
                    <a:pt x="112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207" y="260"/>
                    <a:pt x="244" y="190"/>
                    <a:pt x="227" y="120"/>
                  </a:cubicBezTo>
                  <a:cubicBezTo>
                    <a:pt x="227" y="87"/>
                    <a:pt x="207" y="54"/>
                    <a:pt x="190" y="37"/>
                  </a:cubicBezTo>
                  <a:cubicBezTo>
                    <a:pt x="174" y="17"/>
                    <a:pt x="174" y="17"/>
                    <a:pt x="157" y="17"/>
                  </a:cubicBezTo>
                  <a:cubicBezTo>
                    <a:pt x="141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1" name="Google Shape;21341;p60"/>
            <p:cNvSpPr/>
            <p:nvPr/>
          </p:nvSpPr>
          <p:spPr>
            <a:xfrm>
              <a:off x="4096550" y="22716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1"/>
                  </a:moveTo>
                  <a:cubicBezTo>
                    <a:pt x="66" y="1"/>
                    <a:pt x="50" y="17"/>
                    <a:pt x="33" y="38"/>
                  </a:cubicBezTo>
                  <a:cubicBezTo>
                    <a:pt x="17" y="71"/>
                    <a:pt x="1" y="104"/>
                    <a:pt x="1" y="141"/>
                  </a:cubicBezTo>
                  <a:cubicBezTo>
                    <a:pt x="1" y="174"/>
                    <a:pt x="17" y="207"/>
                    <a:pt x="50" y="223"/>
                  </a:cubicBezTo>
                  <a:cubicBezTo>
                    <a:pt x="66" y="260"/>
                    <a:pt x="104" y="260"/>
                    <a:pt x="120" y="260"/>
                  </a:cubicBezTo>
                  <a:cubicBezTo>
                    <a:pt x="190" y="244"/>
                    <a:pt x="223" y="190"/>
                    <a:pt x="223" y="120"/>
                  </a:cubicBezTo>
                  <a:lnTo>
                    <a:pt x="223" y="104"/>
                  </a:lnTo>
                  <a:cubicBezTo>
                    <a:pt x="207" y="54"/>
                    <a:pt x="19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2" name="Google Shape;21342;p60"/>
            <p:cNvSpPr/>
            <p:nvPr/>
          </p:nvSpPr>
          <p:spPr>
            <a:xfrm>
              <a:off x="4079325" y="2339525"/>
              <a:ext cx="6025" cy="6425"/>
            </a:xfrm>
            <a:custGeom>
              <a:avLst/>
              <a:gdLst/>
              <a:ahLst/>
              <a:cxnLst/>
              <a:rect l="l" t="t" r="r" b="b"/>
              <a:pathLst>
                <a:path w="241" h="257" extrusionOk="0">
                  <a:moveTo>
                    <a:pt x="104" y="1"/>
                  </a:moveTo>
                  <a:cubicBezTo>
                    <a:pt x="34" y="1"/>
                    <a:pt x="1" y="67"/>
                    <a:pt x="17" y="137"/>
                  </a:cubicBezTo>
                  <a:cubicBezTo>
                    <a:pt x="17" y="170"/>
                    <a:pt x="34" y="207"/>
                    <a:pt x="55" y="223"/>
                  </a:cubicBezTo>
                  <a:cubicBezTo>
                    <a:pt x="88" y="256"/>
                    <a:pt x="104" y="256"/>
                    <a:pt x="137" y="256"/>
                  </a:cubicBezTo>
                  <a:cubicBezTo>
                    <a:pt x="174" y="240"/>
                    <a:pt x="191" y="223"/>
                    <a:pt x="207" y="207"/>
                  </a:cubicBezTo>
                  <a:cubicBezTo>
                    <a:pt x="224" y="170"/>
                    <a:pt x="240" y="137"/>
                    <a:pt x="224" y="104"/>
                  </a:cubicBezTo>
                  <a:cubicBezTo>
                    <a:pt x="224" y="67"/>
                    <a:pt x="207" y="34"/>
                    <a:pt x="191" y="17"/>
                  </a:cubicBezTo>
                  <a:cubicBezTo>
                    <a:pt x="174" y="17"/>
                    <a:pt x="174" y="1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3" name="Google Shape;21343;p60"/>
            <p:cNvSpPr/>
            <p:nvPr/>
          </p:nvSpPr>
          <p:spPr>
            <a:xfrm>
              <a:off x="3860300" y="223945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34" y="17"/>
                    <a:pt x="1" y="66"/>
                    <a:pt x="1" y="153"/>
                  </a:cubicBezTo>
                  <a:cubicBezTo>
                    <a:pt x="1" y="190"/>
                    <a:pt x="17" y="206"/>
                    <a:pt x="54" y="223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57" y="256"/>
                    <a:pt x="190" y="223"/>
                    <a:pt x="207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7" y="33"/>
                    <a:pt x="174" y="17"/>
                  </a:cubicBezTo>
                  <a:cubicBezTo>
                    <a:pt x="174" y="17"/>
                    <a:pt x="157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4" name="Google Shape;21344;p60"/>
            <p:cNvSpPr/>
            <p:nvPr/>
          </p:nvSpPr>
          <p:spPr>
            <a:xfrm>
              <a:off x="3856900" y="2315300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37" y="1"/>
                  </a:moveTo>
                  <a:cubicBezTo>
                    <a:pt x="86" y="1"/>
                    <a:pt x="45" y="33"/>
                    <a:pt x="17" y="91"/>
                  </a:cubicBezTo>
                  <a:cubicBezTo>
                    <a:pt x="1" y="145"/>
                    <a:pt x="34" y="228"/>
                    <a:pt x="87" y="248"/>
                  </a:cubicBezTo>
                  <a:cubicBezTo>
                    <a:pt x="100" y="257"/>
                    <a:pt x="115" y="261"/>
                    <a:pt x="130" y="261"/>
                  </a:cubicBezTo>
                  <a:cubicBezTo>
                    <a:pt x="170" y="261"/>
                    <a:pt x="211" y="230"/>
                    <a:pt x="223" y="178"/>
                  </a:cubicBezTo>
                  <a:cubicBezTo>
                    <a:pt x="256" y="108"/>
                    <a:pt x="223" y="42"/>
                    <a:pt x="170" y="5"/>
                  </a:cubicBezTo>
                  <a:cubicBezTo>
                    <a:pt x="159" y="2"/>
                    <a:pt x="148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5" name="Google Shape;21345;p60"/>
            <p:cNvSpPr/>
            <p:nvPr/>
          </p:nvSpPr>
          <p:spPr>
            <a:xfrm>
              <a:off x="3856500" y="2284500"/>
              <a:ext cx="6000" cy="6925"/>
            </a:xfrm>
            <a:custGeom>
              <a:avLst/>
              <a:gdLst/>
              <a:ahLst/>
              <a:cxnLst/>
              <a:rect l="l" t="t" r="r" b="b"/>
              <a:pathLst>
                <a:path w="240" h="277" extrusionOk="0">
                  <a:moveTo>
                    <a:pt x="136" y="0"/>
                  </a:moveTo>
                  <a:cubicBezTo>
                    <a:pt x="103" y="0"/>
                    <a:pt x="66" y="17"/>
                    <a:pt x="50" y="37"/>
                  </a:cubicBezTo>
                  <a:cubicBezTo>
                    <a:pt x="0" y="87"/>
                    <a:pt x="0" y="157"/>
                    <a:pt x="33" y="223"/>
                  </a:cubicBezTo>
                  <a:cubicBezTo>
                    <a:pt x="50" y="243"/>
                    <a:pt x="66" y="260"/>
                    <a:pt x="103" y="276"/>
                  </a:cubicBezTo>
                  <a:cubicBezTo>
                    <a:pt x="136" y="276"/>
                    <a:pt x="169" y="260"/>
                    <a:pt x="186" y="243"/>
                  </a:cubicBezTo>
                  <a:cubicBezTo>
                    <a:pt x="239" y="190"/>
                    <a:pt x="239" y="103"/>
                    <a:pt x="206" y="54"/>
                  </a:cubicBezTo>
                  <a:cubicBezTo>
                    <a:pt x="186" y="37"/>
                    <a:pt x="169" y="17"/>
                    <a:pt x="153" y="17"/>
                  </a:cubicBezTo>
                  <a:cubicBezTo>
                    <a:pt x="153" y="17"/>
                    <a:pt x="136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6" name="Google Shape;21346;p60"/>
            <p:cNvSpPr/>
            <p:nvPr/>
          </p:nvSpPr>
          <p:spPr>
            <a:xfrm>
              <a:off x="3861650" y="226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0" y="141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66" y="260"/>
                    <a:pt x="103" y="260"/>
                    <a:pt x="136" y="260"/>
                  </a:cubicBezTo>
                  <a:cubicBezTo>
                    <a:pt x="186" y="244"/>
                    <a:pt x="240" y="174"/>
                    <a:pt x="223" y="104"/>
                  </a:cubicBezTo>
                  <a:cubicBezTo>
                    <a:pt x="223" y="71"/>
                    <a:pt x="207" y="38"/>
                    <a:pt x="186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7" name="Google Shape;21347;p60"/>
            <p:cNvSpPr/>
            <p:nvPr/>
          </p:nvSpPr>
          <p:spPr>
            <a:xfrm>
              <a:off x="3850425" y="239540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0" y="0"/>
                  </a:moveTo>
                  <a:cubicBezTo>
                    <a:pt x="121" y="0"/>
                    <a:pt x="111" y="4"/>
                    <a:pt x="103" y="13"/>
                  </a:cubicBezTo>
                  <a:cubicBezTo>
                    <a:pt x="70" y="13"/>
                    <a:pt x="54" y="33"/>
                    <a:pt x="37" y="66"/>
                  </a:cubicBezTo>
                  <a:cubicBezTo>
                    <a:pt x="0" y="83"/>
                    <a:pt x="0" y="116"/>
                    <a:pt x="0" y="153"/>
                  </a:cubicBezTo>
                  <a:cubicBezTo>
                    <a:pt x="17" y="186"/>
                    <a:pt x="37" y="219"/>
                    <a:pt x="54" y="239"/>
                  </a:cubicBezTo>
                  <a:cubicBezTo>
                    <a:pt x="65" y="251"/>
                    <a:pt x="85" y="263"/>
                    <a:pt x="109" y="263"/>
                  </a:cubicBezTo>
                  <a:cubicBezTo>
                    <a:pt x="119" y="263"/>
                    <a:pt x="129" y="261"/>
                    <a:pt x="140" y="256"/>
                  </a:cubicBezTo>
                  <a:cubicBezTo>
                    <a:pt x="190" y="256"/>
                    <a:pt x="243" y="186"/>
                    <a:pt x="223" y="116"/>
                  </a:cubicBezTo>
                  <a:cubicBezTo>
                    <a:pt x="223" y="83"/>
                    <a:pt x="206" y="50"/>
                    <a:pt x="190" y="33"/>
                  </a:cubicBezTo>
                  <a:cubicBezTo>
                    <a:pt x="173" y="13"/>
                    <a:pt x="173" y="13"/>
                    <a:pt x="157" y="13"/>
                  </a:cubicBezTo>
                  <a:cubicBezTo>
                    <a:pt x="148" y="4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8" name="Google Shape;21348;p60"/>
            <p:cNvSpPr/>
            <p:nvPr/>
          </p:nvSpPr>
          <p:spPr>
            <a:xfrm>
              <a:off x="3853000" y="235107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40" y="0"/>
                  </a:moveTo>
                  <a:cubicBezTo>
                    <a:pt x="103" y="0"/>
                    <a:pt x="70" y="17"/>
                    <a:pt x="54" y="33"/>
                  </a:cubicBezTo>
                  <a:cubicBezTo>
                    <a:pt x="37" y="54"/>
                    <a:pt x="17" y="87"/>
                    <a:pt x="17" y="120"/>
                  </a:cubicBezTo>
                  <a:cubicBezTo>
                    <a:pt x="0" y="157"/>
                    <a:pt x="17" y="190"/>
                    <a:pt x="37" y="207"/>
                  </a:cubicBezTo>
                  <a:cubicBezTo>
                    <a:pt x="56" y="247"/>
                    <a:pt x="88" y="264"/>
                    <a:pt x="121" y="264"/>
                  </a:cubicBezTo>
                  <a:cubicBezTo>
                    <a:pt x="144" y="264"/>
                    <a:pt x="169" y="255"/>
                    <a:pt x="190" y="240"/>
                  </a:cubicBezTo>
                  <a:cubicBezTo>
                    <a:pt x="243" y="190"/>
                    <a:pt x="243" y="103"/>
                    <a:pt x="206" y="54"/>
                  </a:cubicBezTo>
                  <a:cubicBezTo>
                    <a:pt x="190" y="33"/>
                    <a:pt x="173" y="17"/>
                    <a:pt x="157" y="17"/>
                  </a:cubicBezTo>
                  <a:cubicBezTo>
                    <a:pt x="157" y="0"/>
                    <a:pt x="140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9" name="Google Shape;21349;p60"/>
            <p:cNvSpPr/>
            <p:nvPr/>
          </p:nvSpPr>
          <p:spPr>
            <a:xfrm>
              <a:off x="3855575" y="23312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03" y="1"/>
                  </a:moveTo>
                  <a:cubicBezTo>
                    <a:pt x="37" y="21"/>
                    <a:pt x="0" y="87"/>
                    <a:pt x="0" y="157"/>
                  </a:cubicBezTo>
                  <a:cubicBezTo>
                    <a:pt x="0" y="190"/>
                    <a:pt x="17" y="207"/>
                    <a:pt x="54" y="244"/>
                  </a:cubicBezTo>
                  <a:cubicBezTo>
                    <a:pt x="70" y="261"/>
                    <a:pt x="103" y="261"/>
                    <a:pt x="140" y="261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23" y="71"/>
                    <a:pt x="206" y="54"/>
                    <a:pt x="173" y="21"/>
                  </a:cubicBezTo>
                  <a:cubicBezTo>
                    <a:pt x="173" y="21"/>
                    <a:pt x="157" y="2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0" name="Google Shape;21350;p60"/>
            <p:cNvSpPr/>
            <p:nvPr/>
          </p:nvSpPr>
          <p:spPr>
            <a:xfrm>
              <a:off x="3865875" y="2344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87" y="1"/>
                  </a:moveTo>
                  <a:cubicBezTo>
                    <a:pt x="71" y="17"/>
                    <a:pt x="38" y="34"/>
                    <a:pt x="17" y="50"/>
                  </a:cubicBezTo>
                  <a:cubicBezTo>
                    <a:pt x="0" y="83"/>
                    <a:pt x="0" y="120"/>
                    <a:pt x="0" y="153"/>
                  </a:cubicBezTo>
                  <a:cubicBezTo>
                    <a:pt x="0" y="186"/>
                    <a:pt x="17" y="223"/>
                    <a:pt x="54" y="240"/>
                  </a:cubicBezTo>
                  <a:cubicBezTo>
                    <a:pt x="66" y="252"/>
                    <a:pt x="86" y="263"/>
                    <a:pt x="102" y="263"/>
                  </a:cubicBezTo>
                  <a:cubicBezTo>
                    <a:pt x="109" y="263"/>
                    <a:pt x="115" y="261"/>
                    <a:pt x="120" y="256"/>
                  </a:cubicBezTo>
                  <a:cubicBezTo>
                    <a:pt x="190" y="256"/>
                    <a:pt x="223" y="186"/>
                    <a:pt x="223" y="120"/>
                  </a:cubicBezTo>
                  <a:cubicBezTo>
                    <a:pt x="223" y="83"/>
                    <a:pt x="207" y="50"/>
                    <a:pt x="174" y="34"/>
                  </a:cubicBezTo>
                  <a:cubicBezTo>
                    <a:pt x="174" y="17"/>
                    <a:pt x="157" y="17"/>
                    <a:pt x="157" y="17"/>
                  </a:cubicBezTo>
                  <a:cubicBezTo>
                    <a:pt x="141" y="1"/>
                    <a:pt x="120" y="1"/>
                    <a:pt x="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1" name="Google Shape;21351;p60"/>
            <p:cNvSpPr/>
            <p:nvPr/>
          </p:nvSpPr>
          <p:spPr>
            <a:xfrm>
              <a:off x="3885250" y="2403425"/>
              <a:ext cx="3025" cy="2600"/>
            </a:xfrm>
            <a:custGeom>
              <a:avLst/>
              <a:gdLst/>
              <a:ahLst/>
              <a:cxnLst/>
              <a:rect l="l" t="t" r="r" b="b"/>
              <a:pathLst>
                <a:path w="121" h="104" extrusionOk="0">
                  <a:moveTo>
                    <a:pt x="87" y="1"/>
                  </a:moveTo>
                  <a:cubicBezTo>
                    <a:pt x="50" y="1"/>
                    <a:pt x="34" y="21"/>
                    <a:pt x="17" y="38"/>
                  </a:cubicBezTo>
                  <a:cubicBezTo>
                    <a:pt x="1" y="54"/>
                    <a:pt x="1" y="71"/>
                    <a:pt x="1" y="104"/>
                  </a:cubicBezTo>
                  <a:cubicBezTo>
                    <a:pt x="34" y="71"/>
                    <a:pt x="87" y="38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2" name="Google Shape;21352;p60"/>
            <p:cNvSpPr/>
            <p:nvPr/>
          </p:nvSpPr>
          <p:spPr>
            <a:xfrm>
              <a:off x="3854325" y="23786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66"/>
                    <a:pt x="1" y="153"/>
                    <a:pt x="50" y="223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30" y="261"/>
                    <a:pt x="138" y="263"/>
                    <a:pt x="146" y="263"/>
                  </a:cubicBezTo>
                  <a:cubicBezTo>
                    <a:pt x="165" y="263"/>
                    <a:pt x="181" y="251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3" name="Google Shape;21353;p60"/>
            <p:cNvSpPr/>
            <p:nvPr/>
          </p:nvSpPr>
          <p:spPr>
            <a:xfrm>
              <a:off x="3871950" y="2406000"/>
              <a:ext cx="6000" cy="6950"/>
            </a:xfrm>
            <a:custGeom>
              <a:avLst/>
              <a:gdLst/>
              <a:ahLst/>
              <a:cxnLst/>
              <a:rect l="l" t="t" r="r" b="b"/>
              <a:pathLst>
                <a:path w="240" h="278" extrusionOk="0">
                  <a:moveTo>
                    <a:pt x="137" y="1"/>
                  </a:moveTo>
                  <a:cubicBezTo>
                    <a:pt x="104" y="1"/>
                    <a:pt x="83" y="22"/>
                    <a:pt x="50" y="38"/>
                  </a:cubicBezTo>
                  <a:cubicBezTo>
                    <a:pt x="17" y="88"/>
                    <a:pt x="1" y="174"/>
                    <a:pt x="34" y="228"/>
                  </a:cubicBezTo>
                  <a:cubicBezTo>
                    <a:pt x="67" y="244"/>
                    <a:pt x="83" y="261"/>
                    <a:pt x="120" y="277"/>
                  </a:cubicBezTo>
                  <a:cubicBezTo>
                    <a:pt x="153" y="277"/>
                    <a:pt x="170" y="261"/>
                    <a:pt x="207" y="244"/>
                  </a:cubicBezTo>
                  <a:cubicBezTo>
                    <a:pt x="223" y="228"/>
                    <a:pt x="240" y="191"/>
                    <a:pt x="240" y="158"/>
                  </a:cubicBezTo>
                  <a:cubicBezTo>
                    <a:pt x="240" y="125"/>
                    <a:pt x="240" y="88"/>
                    <a:pt x="223" y="55"/>
                  </a:cubicBezTo>
                  <a:cubicBezTo>
                    <a:pt x="207" y="38"/>
                    <a:pt x="186" y="22"/>
                    <a:pt x="170" y="22"/>
                  </a:cubicBezTo>
                  <a:cubicBezTo>
                    <a:pt x="153" y="22"/>
                    <a:pt x="153" y="22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4" name="Google Shape;21354;p60"/>
            <p:cNvSpPr/>
            <p:nvPr/>
          </p:nvSpPr>
          <p:spPr>
            <a:xfrm>
              <a:off x="3870200" y="2327475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37" y="0"/>
                  </a:moveTo>
                  <a:cubicBezTo>
                    <a:pt x="104" y="0"/>
                    <a:pt x="71" y="17"/>
                    <a:pt x="50" y="33"/>
                  </a:cubicBezTo>
                  <a:cubicBezTo>
                    <a:pt x="1" y="87"/>
                    <a:pt x="1" y="153"/>
                    <a:pt x="34" y="223"/>
                  </a:cubicBezTo>
                  <a:cubicBezTo>
                    <a:pt x="55" y="254"/>
                    <a:pt x="86" y="272"/>
                    <a:pt x="118" y="272"/>
                  </a:cubicBezTo>
                  <a:cubicBezTo>
                    <a:pt x="142" y="272"/>
                    <a:pt x="167" y="262"/>
                    <a:pt x="190" y="239"/>
                  </a:cubicBezTo>
                  <a:cubicBezTo>
                    <a:pt x="240" y="190"/>
                    <a:pt x="240" y="103"/>
                    <a:pt x="207" y="50"/>
                  </a:cubicBezTo>
                  <a:cubicBezTo>
                    <a:pt x="190" y="33"/>
                    <a:pt x="174" y="17"/>
                    <a:pt x="153" y="17"/>
                  </a:cubicBezTo>
                  <a:cubicBezTo>
                    <a:pt x="153" y="17"/>
                    <a:pt x="137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5" name="Google Shape;21355;p60"/>
            <p:cNvSpPr/>
            <p:nvPr/>
          </p:nvSpPr>
          <p:spPr>
            <a:xfrm>
              <a:off x="3861650" y="2363550"/>
              <a:ext cx="5600" cy="6625"/>
            </a:xfrm>
            <a:custGeom>
              <a:avLst/>
              <a:gdLst/>
              <a:ahLst/>
              <a:cxnLst/>
              <a:rect l="l" t="t" r="r" b="b"/>
              <a:pathLst>
                <a:path w="224" h="265" extrusionOk="0">
                  <a:moveTo>
                    <a:pt x="83" y="0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1"/>
                    <a:pt x="83" y="265"/>
                    <a:pt x="101" y="265"/>
                  </a:cubicBezTo>
                  <a:cubicBezTo>
                    <a:pt x="108" y="265"/>
                    <a:pt x="115" y="262"/>
                    <a:pt x="120" y="256"/>
                  </a:cubicBezTo>
                  <a:cubicBezTo>
                    <a:pt x="153" y="256"/>
                    <a:pt x="186" y="239"/>
                    <a:pt x="207" y="206"/>
                  </a:cubicBezTo>
                  <a:cubicBezTo>
                    <a:pt x="223" y="190"/>
                    <a:pt x="223" y="153"/>
                    <a:pt x="223" y="120"/>
                  </a:cubicBezTo>
                  <a:cubicBezTo>
                    <a:pt x="223" y="87"/>
                    <a:pt x="207" y="50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6" name="Google Shape;21356;p60"/>
            <p:cNvSpPr/>
            <p:nvPr/>
          </p:nvSpPr>
          <p:spPr>
            <a:xfrm>
              <a:off x="3857325" y="2408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40" y="0"/>
                  </a:moveTo>
                  <a:cubicBezTo>
                    <a:pt x="82" y="0"/>
                    <a:pt x="31" y="35"/>
                    <a:pt x="17" y="91"/>
                  </a:cubicBezTo>
                  <a:cubicBezTo>
                    <a:pt x="0" y="144"/>
                    <a:pt x="33" y="231"/>
                    <a:pt x="87" y="247"/>
                  </a:cubicBezTo>
                  <a:cubicBezTo>
                    <a:pt x="103" y="264"/>
                    <a:pt x="120" y="264"/>
                    <a:pt x="136" y="264"/>
                  </a:cubicBezTo>
                  <a:cubicBezTo>
                    <a:pt x="173" y="264"/>
                    <a:pt x="206" y="231"/>
                    <a:pt x="223" y="177"/>
                  </a:cubicBezTo>
                  <a:cubicBezTo>
                    <a:pt x="239" y="128"/>
                    <a:pt x="239" y="74"/>
                    <a:pt x="206" y="41"/>
                  </a:cubicBezTo>
                  <a:lnTo>
                    <a:pt x="173" y="4"/>
                  </a:lnTo>
                  <a:cubicBezTo>
                    <a:pt x="162" y="1"/>
                    <a:pt x="151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7" name="Google Shape;21357;p60"/>
            <p:cNvSpPr/>
            <p:nvPr/>
          </p:nvSpPr>
          <p:spPr>
            <a:xfrm>
              <a:off x="4063875" y="23708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87" y="0"/>
                  </a:moveTo>
                  <a:cubicBezTo>
                    <a:pt x="71" y="0"/>
                    <a:pt x="54" y="17"/>
                    <a:pt x="34" y="33"/>
                  </a:cubicBezTo>
                  <a:cubicBezTo>
                    <a:pt x="1" y="66"/>
                    <a:pt x="1" y="103"/>
                    <a:pt x="1" y="153"/>
                  </a:cubicBezTo>
                  <a:cubicBezTo>
                    <a:pt x="1" y="190"/>
                    <a:pt x="17" y="206"/>
                    <a:pt x="34" y="239"/>
                  </a:cubicBezTo>
                  <a:cubicBezTo>
                    <a:pt x="71" y="256"/>
                    <a:pt x="104" y="256"/>
                    <a:pt x="120" y="256"/>
                  </a:cubicBezTo>
                  <a:cubicBezTo>
                    <a:pt x="190" y="239"/>
                    <a:pt x="223" y="190"/>
                    <a:pt x="223" y="120"/>
                  </a:cubicBezTo>
                  <a:lnTo>
                    <a:pt x="223" y="103"/>
                  </a:lnTo>
                  <a:cubicBezTo>
                    <a:pt x="207" y="49"/>
                    <a:pt x="190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8" name="Google Shape;21358;p60"/>
            <p:cNvSpPr/>
            <p:nvPr/>
          </p:nvSpPr>
          <p:spPr>
            <a:xfrm>
              <a:off x="4061300" y="243435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37" y="1"/>
                  </a:moveTo>
                  <a:cubicBezTo>
                    <a:pt x="120" y="1"/>
                    <a:pt x="87" y="1"/>
                    <a:pt x="71" y="21"/>
                  </a:cubicBezTo>
                  <a:cubicBezTo>
                    <a:pt x="17" y="71"/>
                    <a:pt x="0" y="157"/>
                    <a:pt x="54" y="207"/>
                  </a:cubicBezTo>
                  <a:cubicBezTo>
                    <a:pt x="71" y="244"/>
                    <a:pt x="87" y="260"/>
                    <a:pt x="120" y="260"/>
                  </a:cubicBezTo>
                  <a:cubicBezTo>
                    <a:pt x="157" y="260"/>
                    <a:pt x="174" y="244"/>
                    <a:pt x="207" y="227"/>
                  </a:cubicBezTo>
                  <a:cubicBezTo>
                    <a:pt x="240" y="190"/>
                    <a:pt x="260" y="104"/>
                    <a:pt x="223" y="54"/>
                  </a:cubicBezTo>
                  <a:cubicBezTo>
                    <a:pt x="207" y="21"/>
                    <a:pt x="190" y="2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9" name="Google Shape;21359;p60"/>
            <p:cNvSpPr/>
            <p:nvPr/>
          </p:nvSpPr>
          <p:spPr>
            <a:xfrm>
              <a:off x="4061700" y="23874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29" y="1"/>
                  </a:moveTo>
                  <a:cubicBezTo>
                    <a:pt x="83" y="1"/>
                    <a:pt x="35" y="33"/>
                    <a:pt x="17" y="92"/>
                  </a:cubicBezTo>
                  <a:cubicBezTo>
                    <a:pt x="1" y="162"/>
                    <a:pt x="17" y="228"/>
                    <a:pt x="88" y="265"/>
                  </a:cubicBezTo>
                  <a:cubicBezTo>
                    <a:pt x="97" y="267"/>
                    <a:pt x="106" y="269"/>
                    <a:pt x="116" y="269"/>
                  </a:cubicBezTo>
                  <a:cubicBezTo>
                    <a:pt x="162" y="269"/>
                    <a:pt x="210" y="236"/>
                    <a:pt x="224" y="178"/>
                  </a:cubicBezTo>
                  <a:cubicBezTo>
                    <a:pt x="244" y="108"/>
                    <a:pt x="224" y="42"/>
                    <a:pt x="158" y="5"/>
                  </a:cubicBezTo>
                  <a:cubicBezTo>
                    <a:pt x="149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0" name="Google Shape;21360;p60"/>
            <p:cNvSpPr/>
            <p:nvPr/>
          </p:nvSpPr>
          <p:spPr>
            <a:xfrm>
              <a:off x="4061700" y="24180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5" y="17"/>
                    <a:pt x="1" y="87"/>
                    <a:pt x="17" y="157"/>
                  </a:cubicBezTo>
                  <a:cubicBezTo>
                    <a:pt x="17" y="190"/>
                    <a:pt x="38" y="223"/>
                    <a:pt x="71" y="239"/>
                  </a:cubicBezTo>
                  <a:cubicBezTo>
                    <a:pt x="88" y="260"/>
                    <a:pt x="121" y="260"/>
                    <a:pt x="141" y="260"/>
                  </a:cubicBezTo>
                  <a:cubicBezTo>
                    <a:pt x="207" y="260"/>
                    <a:pt x="244" y="190"/>
                    <a:pt x="244" y="120"/>
                  </a:cubicBezTo>
                  <a:cubicBezTo>
                    <a:pt x="224" y="87"/>
                    <a:pt x="224" y="54"/>
                    <a:pt x="191" y="33"/>
                  </a:cubicBezTo>
                  <a:cubicBezTo>
                    <a:pt x="191" y="17"/>
                    <a:pt x="174" y="17"/>
                    <a:pt x="174" y="17"/>
                  </a:cubicBezTo>
                  <a:cubicBezTo>
                    <a:pt x="158" y="0"/>
                    <a:pt x="141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1" name="Google Shape;21361;p60"/>
            <p:cNvSpPr/>
            <p:nvPr/>
          </p:nvSpPr>
          <p:spPr>
            <a:xfrm>
              <a:off x="4066450" y="23266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04" y="0"/>
                    <a:pt x="71" y="0"/>
                    <a:pt x="54" y="33"/>
                  </a:cubicBezTo>
                  <a:cubicBezTo>
                    <a:pt x="34" y="50"/>
                    <a:pt x="17" y="83"/>
                    <a:pt x="17" y="120"/>
                  </a:cubicBezTo>
                  <a:cubicBezTo>
                    <a:pt x="1" y="153"/>
                    <a:pt x="17" y="186"/>
                    <a:pt x="34" y="206"/>
                  </a:cubicBezTo>
                  <a:cubicBezTo>
                    <a:pt x="54" y="239"/>
                    <a:pt x="87" y="256"/>
                    <a:pt x="104" y="256"/>
                  </a:cubicBezTo>
                  <a:cubicBezTo>
                    <a:pt x="137" y="256"/>
                    <a:pt x="174" y="256"/>
                    <a:pt x="190" y="239"/>
                  </a:cubicBezTo>
                  <a:cubicBezTo>
                    <a:pt x="240" y="186"/>
                    <a:pt x="240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57" y="0"/>
                    <a:pt x="137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2" name="Google Shape;21362;p60"/>
            <p:cNvSpPr/>
            <p:nvPr/>
          </p:nvSpPr>
          <p:spPr>
            <a:xfrm>
              <a:off x="4057900" y="235705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03" y="1"/>
                  </a:moveTo>
                  <a:cubicBezTo>
                    <a:pt x="66" y="21"/>
                    <a:pt x="50" y="38"/>
                    <a:pt x="33" y="54"/>
                  </a:cubicBezTo>
                  <a:cubicBezTo>
                    <a:pt x="17" y="87"/>
                    <a:pt x="0" y="124"/>
                    <a:pt x="0" y="157"/>
                  </a:cubicBezTo>
                  <a:cubicBezTo>
                    <a:pt x="17" y="190"/>
                    <a:pt x="33" y="227"/>
                    <a:pt x="50" y="244"/>
                  </a:cubicBezTo>
                  <a:cubicBezTo>
                    <a:pt x="62" y="255"/>
                    <a:pt x="84" y="267"/>
                    <a:pt x="107" y="267"/>
                  </a:cubicBezTo>
                  <a:cubicBezTo>
                    <a:pt x="117" y="267"/>
                    <a:pt x="127" y="265"/>
                    <a:pt x="136" y="260"/>
                  </a:cubicBezTo>
                  <a:cubicBezTo>
                    <a:pt x="190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8"/>
                  </a:cubicBezTo>
                  <a:cubicBezTo>
                    <a:pt x="169" y="21"/>
                    <a:pt x="169" y="21"/>
                    <a:pt x="153" y="21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3" name="Google Shape;21363;p60"/>
            <p:cNvSpPr/>
            <p:nvPr/>
          </p:nvSpPr>
          <p:spPr>
            <a:xfrm>
              <a:off x="3926475" y="2384575"/>
              <a:ext cx="5600" cy="4350"/>
            </a:xfrm>
            <a:custGeom>
              <a:avLst/>
              <a:gdLst/>
              <a:ahLst/>
              <a:cxnLst/>
              <a:rect l="l" t="t" r="r" b="b"/>
              <a:pathLst>
                <a:path w="224" h="174" extrusionOk="0">
                  <a:moveTo>
                    <a:pt x="120" y="0"/>
                  </a:moveTo>
                  <a:cubicBezTo>
                    <a:pt x="87" y="0"/>
                    <a:pt x="50" y="0"/>
                    <a:pt x="34" y="17"/>
                  </a:cubicBezTo>
                  <a:cubicBezTo>
                    <a:pt x="17" y="54"/>
                    <a:pt x="1" y="87"/>
                    <a:pt x="1" y="120"/>
                  </a:cubicBezTo>
                  <a:lnTo>
                    <a:pt x="1" y="174"/>
                  </a:lnTo>
                  <a:cubicBezTo>
                    <a:pt x="67" y="157"/>
                    <a:pt x="137" y="157"/>
                    <a:pt x="207" y="157"/>
                  </a:cubicBezTo>
                  <a:cubicBezTo>
                    <a:pt x="223" y="120"/>
                    <a:pt x="207" y="70"/>
                    <a:pt x="190" y="54"/>
                  </a:cubicBezTo>
                  <a:cubicBezTo>
                    <a:pt x="170" y="33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4" name="Google Shape;21364;p60"/>
            <p:cNvSpPr/>
            <p:nvPr/>
          </p:nvSpPr>
          <p:spPr>
            <a:xfrm>
              <a:off x="4063050" y="23416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4" y="227"/>
                    <a:pt x="67" y="243"/>
                  </a:cubicBezTo>
                  <a:cubicBezTo>
                    <a:pt x="87" y="260"/>
                    <a:pt x="120" y="260"/>
                    <a:pt x="137" y="260"/>
                  </a:cubicBezTo>
                  <a:cubicBezTo>
                    <a:pt x="207" y="260"/>
                    <a:pt x="240" y="190"/>
                    <a:pt x="240" y="103"/>
                  </a:cubicBezTo>
                  <a:cubicBezTo>
                    <a:pt x="223" y="70"/>
                    <a:pt x="207" y="37"/>
                    <a:pt x="170" y="21"/>
                  </a:cubicBezTo>
                  <a:cubicBezTo>
                    <a:pt x="153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5" name="Google Shape;21365;p60"/>
            <p:cNvSpPr/>
            <p:nvPr/>
          </p:nvSpPr>
          <p:spPr>
            <a:xfrm>
              <a:off x="4011925" y="2411450"/>
              <a:ext cx="6000" cy="6225"/>
            </a:xfrm>
            <a:custGeom>
              <a:avLst/>
              <a:gdLst/>
              <a:ahLst/>
              <a:cxnLst/>
              <a:rect l="l" t="t" r="r" b="b"/>
              <a:pathLst>
                <a:path w="240" h="249" extrusionOk="0">
                  <a:moveTo>
                    <a:pt x="120" y="1"/>
                  </a:moveTo>
                  <a:cubicBezTo>
                    <a:pt x="115" y="1"/>
                    <a:pt x="109" y="3"/>
                    <a:pt x="104" y="10"/>
                  </a:cubicBezTo>
                  <a:cubicBezTo>
                    <a:pt x="71" y="10"/>
                    <a:pt x="50" y="26"/>
                    <a:pt x="34" y="59"/>
                  </a:cubicBezTo>
                  <a:cubicBezTo>
                    <a:pt x="17" y="76"/>
                    <a:pt x="1" y="113"/>
                    <a:pt x="1" y="146"/>
                  </a:cubicBezTo>
                  <a:cubicBezTo>
                    <a:pt x="50" y="179"/>
                    <a:pt x="104" y="216"/>
                    <a:pt x="174" y="249"/>
                  </a:cubicBezTo>
                  <a:cubicBezTo>
                    <a:pt x="207" y="232"/>
                    <a:pt x="240" y="162"/>
                    <a:pt x="223" y="113"/>
                  </a:cubicBezTo>
                  <a:cubicBezTo>
                    <a:pt x="223" y="76"/>
                    <a:pt x="207" y="43"/>
                    <a:pt x="190" y="26"/>
                  </a:cubicBezTo>
                  <a:cubicBezTo>
                    <a:pt x="174" y="26"/>
                    <a:pt x="174" y="10"/>
                    <a:pt x="153" y="10"/>
                  </a:cubicBezTo>
                  <a:cubicBezTo>
                    <a:pt x="142" y="10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6" name="Google Shape;21366;p60"/>
            <p:cNvSpPr/>
            <p:nvPr/>
          </p:nvSpPr>
          <p:spPr>
            <a:xfrm>
              <a:off x="4026975" y="24099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1"/>
                    <a:pt x="1" y="71"/>
                    <a:pt x="17" y="153"/>
                  </a:cubicBezTo>
                  <a:cubicBezTo>
                    <a:pt x="17" y="190"/>
                    <a:pt x="34" y="223"/>
                    <a:pt x="67" y="240"/>
                  </a:cubicBezTo>
                  <a:cubicBezTo>
                    <a:pt x="87" y="256"/>
                    <a:pt x="104" y="256"/>
                    <a:pt x="137" y="256"/>
                  </a:cubicBezTo>
                  <a:cubicBezTo>
                    <a:pt x="170" y="256"/>
                    <a:pt x="190" y="223"/>
                    <a:pt x="207" y="207"/>
                  </a:cubicBezTo>
                  <a:cubicBezTo>
                    <a:pt x="223" y="174"/>
                    <a:pt x="240" y="137"/>
                    <a:pt x="223" y="104"/>
                  </a:cubicBezTo>
                  <a:cubicBezTo>
                    <a:pt x="223" y="71"/>
                    <a:pt x="207" y="34"/>
                    <a:pt x="190" y="17"/>
                  </a:cubicBezTo>
                  <a:cubicBezTo>
                    <a:pt x="17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7" name="Google Shape;21367;p60"/>
            <p:cNvSpPr/>
            <p:nvPr/>
          </p:nvSpPr>
          <p:spPr>
            <a:xfrm>
              <a:off x="3989150" y="2400850"/>
              <a:ext cx="5175" cy="3950"/>
            </a:xfrm>
            <a:custGeom>
              <a:avLst/>
              <a:gdLst/>
              <a:ahLst/>
              <a:cxnLst/>
              <a:rect l="l" t="t" r="r" b="b"/>
              <a:pathLst>
                <a:path w="207" h="158" extrusionOk="0">
                  <a:moveTo>
                    <a:pt x="104" y="1"/>
                  </a:moveTo>
                  <a:cubicBezTo>
                    <a:pt x="87" y="1"/>
                    <a:pt x="54" y="1"/>
                    <a:pt x="17" y="38"/>
                  </a:cubicBezTo>
                  <a:cubicBezTo>
                    <a:pt x="17" y="38"/>
                    <a:pt x="17" y="54"/>
                    <a:pt x="0" y="54"/>
                  </a:cubicBezTo>
                  <a:cubicBezTo>
                    <a:pt x="71" y="87"/>
                    <a:pt x="136" y="124"/>
                    <a:pt x="207" y="157"/>
                  </a:cubicBezTo>
                  <a:cubicBezTo>
                    <a:pt x="207" y="124"/>
                    <a:pt x="207" y="87"/>
                    <a:pt x="190" y="54"/>
                  </a:cubicBezTo>
                  <a:cubicBezTo>
                    <a:pt x="174" y="38"/>
                    <a:pt x="157" y="21"/>
                    <a:pt x="136" y="21"/>
                  </a:cubicBezTo>
                  <a:cubicBezTo>
                    <a:pt x="120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8" name="Google Shape;21368;p60"/>
            <p:cNvSpPr/>
            <p:nvPr/>
          </p:nvSpPr>
          <p:spPr>
            <a:xfrm>
              <a:off x="4066875" y="2294100"/>
              <a:ext cx="6100" cy="6650"/>
            </a:xfrm>
            <a:custGeom>
              <a:avLst/>
              <a:gdLst/>
              <a:ahLst/>
              <a:cxnLst/>
              <a:rect l="l" t="t" r="r" b="b"/>
              <a:pathLst>
                <a:path w="244" h="266" extrusionOk="0">
                  <a:moveTo>
                    <a:pt x="114" y="1"/>
                  </a:moveTo>
                  <a:cubicBezTo>
                    <a:pt x="95" y="1"/>
                    <a:pt x="80" y="9"/>
                    <a:pt x="70" y="28"/>
                  </a:cubicBezTo>
                  <a:cubicBezTo>
                    <a:pt x="37" y="28"/>
                    <a:pt x="17" y="65"/>
                    <a:pt x="17" y="82"/>
                  </a:cubicBezTo>
                  <a:cubicBezTo>
                    <a:pt x="0" y="115"/>
                    <a:pt x="0" y="148"/>
                    <a:pt x="17" y="168"/>
                  </a:cubicBezTo>
                  <a:cubicBezTo>
                    <a:pt x="17" y="201"/>
                    <a:pt x="54" y="234"/>
                    <a:pt x="87" y="251"/>
                  </a:cubicBezTo>
                  <a:cubicBezTo>
                    <a:pt x="101" y="261"/>
                    <a:pt x="117" y="266"/>
                    <a:pt x="132" y="266"/>
                  </a:cubicBezTo>
                  <a:cubicBezTo>
                    <a:pt x="173" y="266"/>
                    <a:pt x="211" y="233"/>
                    <a:pt x="223" y="185"/>
                  </a:cubicBezTo>
                  <a:cubicBezTo>
                    <a:pt x="243" y="115"/>
                    <a:pt x="223" y="45"/>
                    <a:pt x="157" y="12"/>
                  </a:cubicBezTo>
                  <a:cubicBezTo>
                    <a:pt x="141" y="5"/>
                    <a:pt x="127" y="1"/>
                    <a:pt x="1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9" name="Google Shape;21369;p60"/>
            <p:cNvSpPr/>
            <p:nvPr/>
          </p:nvSpPr>
          <p:spPr>
            <a:xfrm>
              <a:off x="4029550" y="236295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8" y="0"/>
                  </a:moveTo>
                  <a:cubicBezTo>
                    <a:pt x="100" y="0"/>
                    <a:pt x="93" y="2"/>
                    <a:pt x="87" y="8"/>
                  </a:cubicBezTo>
                  <a:cubicBezTo>
                    <a:pt x="67" y="8"/>
                    <a:pt x="34" y="24"/>
                    <a:pt x="17" y="57"/>
                  </a:cubicBezTo>
                  <a:cubicBezTo>
                    <a:pt x="1" y="74"/>
                    <a:pt x="1" y="111"/>
                    <a:pt x="1" y="144"/>
                  </a:cubicBezTo>
                  <a:cubicBezTo>
                    <a:pt x="1" y="177"/>
                    <a:pt x="17" y="214"/>
                    <a:pt x="34" y="230"/>
                  </a:cubicBezTo>
                  <a:cubicBezTo>
                    <a:pt x="67" y="247"/>
                    <a:pt x="104" y="263"/>
                    <a:pt x="120" y="263"/>
                  </a:cubicBezTo>
                  <a:cubicBezTo>
                    <a:pt x="190" y="247"/>
                    <a:pt x="223" y="177"/>
                    <a:pt x="223" y="111"/>
                  </a:cubicBezTo>
                  <a:cubicBezTo>
                    <a:pt x="207" y="74"/>
                    <a:pt x="190" y="41"/>
                    <a:pt x="170" y="24"/>
                  </a:cubicBezTo>
                  <a:lnTo>
                    <a:pt x="153" y="8"/>
                  </a:lnTo>
                  <a:cubicBezTo>
                    <a:pt x="142" y="8"/>
                    <a:pt x="124" y="0"/>
                    <a:pt x="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0" name="Google Shape;21370;p60"/>
            <p:cNvSpPr/>
            <p:nvPr/>
          </p:nvSpPr>
          <p:spPr>
            <a:xfrm>
              <a:off x="4066050" y="224677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6" y="0"/>
                  </a:moveTo>
                  <a:cubicBezTo>
                    <a:pt x="103" y="0"/>
                    <a:pt x="87" y="17"/>
                    <a:pt x="50" y="33"/>
                  </a:cubicBezTo>
                  <a:cubicBezTo>
                    <a:pt x="17" y="83"/>
                    <a:pt x="0" y="153"/>
                    <a:pt x="33" y="223"/>
                  </a:cubicBezTo>
                  <a:cubicBezTo>
                    <a:pt x="50" y="239"/>
                    <a:pt x="87" y="256"/>
                    <a:pt x="120" y="256"/>
                  </a:cubicBezTo>
                  <a:cubicBezTo>
                    <a:pt x="125" y="261"/>
                    <a:pt x="131" y="263"/>
                    <a:pt x="138" y="263"/>
                  </a:cubicBezTo>
                  <a:cubicBezTo>
                    <a:pt x="156" y="263"/>
                    <a:pt x="178" y="251"/>
                    <a:pt x="190" y="239"/>
                  </a:cubicBezTo>
                  <a:cubicBezTo>
                    <a:pt x="223" y="206"/>
                    <a:pt x="239" y="186"/>
                    <a:pt x="239" y="153"/>
                  </a:cubicBezTo>
                  <a:cubicBezTo>
                    <a:pt x="239" y="120"/>
                    <a:pt x="223" y="83"/>
                    <a:pt x="206" y="50"/>
                  </a:cubicBezTo>
                  <a:cubicBezTo>
                    <a:pt x="206" y="33"/>
                    <a:pt x="190" y="17"/>
                    <a:pt x="173" y="17"/>
                  </a:cubicBezTo>
                  <a:cubicBezTo>
                    <a:pt x="153" y="0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1" name="Google Shape;21371;p60"/>
            <p:cNvSpPr/>
            <p:nvPr/>
          </p:nvSpPr>
          <p:spPr>
            <a:xfrm>
              <a:off x="4056150" y="228107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4"/>
                  </a:cubicBezTo>
                  <a:cubicBezTo>
                    <a:pt x="17" y="191"/>
                    <a:pt x="33" y="224"/>
                    <a:pt x="54" y="240"/>
                  </a:cubicBezTo>
                  <a:cubicBezTo>
                    <a:pt x="77" y="252"/>
                    <a:pt x="92" y="265"/>
                    <a:pt x="110" y="265"/>
                  </a:cubicBezTo>
                  <a:cubicBezTo>
                    <a:pt x="118" y="265"/>
                    <a:pt x="127" y="263"/>
                    <a:pt x="136" y="257"/>
                  </a:cubicBezTo>
                  <a:cubicBezTo>
                    <a:pt x="206" y="257"/>
                    <a:pt x="239" y="191"/>
                    <a:pt x="239" y="121"/>
                  </a:cubicBezTo>
                  <a:cubicBezTo>
                    <a:pt x="223" y="88"/>
                    <a:pt x="206" y="50"/>
                    <a:pt x="190" y="34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2" name="Google Shape;21372;p60"/>
            <p:cNvSpPr/>
            <p:nvPr/>
          </p:nvSpPr>
          <p:spPr>
            <a:xfrm>
              <a:off x="4026050" y="2193900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41" y="0"/>
                  </a:moveTo>
                  <a:cubicBezTo>
                    <a:pt x="104" y="0"/>
                    <a:pt x="71" y="16"/>
                    <a:pt x="54" y="33"/>
                  </a:cubicBezTo>
                  <a:cubicBezTo>
                    <a:pt x="38" y="54"/>
                    <a:pt x="21" y="87"/>
                    <a:pt x="21" y="120"/>
                  </a:cubicBezTo>
                  <a:cubicBezTo>
                    <a:pt x="0" y="157"/>
                    <a:pt x="21" y="190"/>
                    <a:pt x="38" y="223"/>
                  </a:cubicBezTo>
                  <a:cubicBezTo>
                    <a:pt x="54" y="239"/>
                    <a:pt x="87" y="260"/>
                    <a:pt x="104" y="260"/>
                  </a:cubicBezTo>
                  <a:cubicBezTo>
                    <a:pt x="114" y="264"/>
                    <a:pt x="124" y="266"/>
                    <a:pt x="134" y="266"/>
                  </a:cubicBezTo>
                  <a:cubicBezTo>
                    <a:pt x="158" y="266"/>
                    <a:pt x="178" y="254"/>
                    <a:pt x="190" y="239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3"/>
                    <a:pt x="174" y="16"/>
                    <a:pt x="157" y="16"/>
                  </a:cubicBezTo>
                  <a:lnTo>
                    <a:pt x="1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3" name="Google Shape;21373;p60"/>
            <p:cNvSpPr/>
            <p:nvPr/>
          </p:nvSpPr>
          <p:spPr>
            <a:xfrm>
              <a:off x="4032125" y="222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7" y="0"/>
                  </a:moveTo>
                  <a:cubicBezTo>
                    <a:pt x="120" y="0"/>
                    <a:pt x="87" y="17"/>
                    <a:pt x="67" y="33"/>
                  </a:cubicBezTo>
                  <a:cubicBezTo>
                    <a:pt x="17" y="70"/>
                    <a:pt x="1" y="153"/>
                    <a:pt x="50" y="206"/>
                  </a:cubicBezTo>
                  <a:cubicBezTo>
                    <a:pt x="67" y="239"/>
                    <a:pt x="87" y="256"/>
                    <a:pt x="120" y="256"/>
                  </a:cubicBezTo>
                  <a:cubicBezTo>
                    <a:pt x="153" y="256"/>
                    <a:pt x="170" y="256"/>
                    <a:pt x="207" y="239"/>
                  </a:cubicBezTo>
                  <a:cubicBezTo>
                    <a:pt x="223" y="206"/>
                    <a:pt x="240" y="190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33"/>
                    <a:pt x="190" y="17"/>
                    <a:pt x="170" y="17"/>
                  </a:cubicBezTo>
                  <a:cubicBezTo>
                    <a:pt x="153" y="0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4" name="Google Shape;21374;p60"/>
            <p:cNvSpPr/>
            <p:nvPr/>
          </p:nvSpPr>
          <p:spPr>
            <a:xfrm>
              <a:off x="4078925" y="22893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29" y="0"/>
                  </a:moveTo>
                  <a:cubicBezTo>
                    <a:pt x="87" y="0"/>
                    <a:pt x="46" y="32"/>
                    <a:pt x="33" y="83"/>
                  </a:cubicBezTo>
                  <a:cubicBezTo>
                    <a:pt x="0" y="153"/>
                    <a:pt x="33" y="219"/>
                    <a:pt x="87" y="256"/>
                  </a:cubicBezTo>
                  <a:cubicBezTo>
                    <a:pt x="98" y="259"/>
                    <a:pt x="108" y="260"/>
                    <a:pt x="118" y="260"/>
                  </a:cubicBezTo>
                  <a:cubicBezTo>
                    <a:pt x="170" y="260"/>
                    <a:pt x="212" y="225"/>
                    <a:pt x="240" y="170"/>
                  </a:cubicBezTo>
                  <a:cubicBezTo>
                    <a:pt x="256" y="100"/>
                    <a:pt x="223" y="30"/>
                    <a:pt x="174" y="13"/>
                  </a:cubicBezTo>
                  <a:cubicBezTo>
                    <a:pt x="159" y="4"/>
                    <a:pt x="144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5" name="Google Shape;21375;p60"/>
            <p:cNvSpPr/>
            <p:nvPr/>
          </p:nvSpPr>
          <p:spPr>
            <a:xfrm>
              <a:off x="4029150" y="2268625"/>
              <a:ext cx="5575" cy="6675"/>
            </a:xfrm>
            <a:custGeom>
              <a:avLst/>
              <a:gdLst/>
              <a:ahLst/>
              <a:cxnLst/>
              <a:rect l="l" t="t" r="r" b="b"/>
              <a:pathLst>
                <a:path w="223" h="267" extrusionOk="0">
                  <a:moveTo>
                    <a:pt x="83" y="0"/>
                  </a:moveTo>
                  <a:cubicBezTo>
                    <a:pt x="33" y="17"/>
                    <a:pt x="0" y="87"/>
                    <a:pt x="0" y="157"/>
                  </a:cubicBezTo>
                  <a:cubicBezTo>
                    <a:pt x="0" y="190"/>
                    <a:pt x="17" y="223"/>
                    <a:pt x="50" y="239"/>
                  </a:cubicBezTo>
                  <a:cubicBezTo>
                    <a:pt x="61" y="254"/>
                    <a:pt x="84" y="267"/>
                    <a:pt x="101" y="267"/>
                  </a:cubicBezTo>
                  <a:cubicBezTo>
                    <a:pt x="109" y="267"/>
                    <a:pt x="115" y="265"/>
                    <a:pt x="120" y="260"/>
                  </a:cubicBezTo>
                  <a:cubicBezTo>
                    <a:pt x="186" y="260"/>
                    <a:pt x="223" y="190"/>
                    <a:pt x="223" y="120"/>
                  </a:cubicBezTo>
                  <a:cubicBezTo>
                    <a:pt x="223" y="87"/>
                    <a:pt x="206" y="54"/>
                    <a:pt x="169" y="33"/>
                  </a:cubicBezTo>
                  <a:cubicBezTo>
                    <a:pt x="169" y="17"/>
                    <a:pt x="153" y="17"/>
                    <a:pt x="153" y="17"/>
                  </a:cubicBezTo>
                  <a:cubicBezTo>
                    <a:pt x="136" y="0"/>
                    <a:pt x="120" y="0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6" name="Google Shape;21376;p60"/>
            <p:cNvSpPr/>
            <p:nvPr/>
          </p:nvSpPr>
          <p:spPr>
            <a:xfrm>
              <a:off x="4006350" y="2212025"/>
              <a:ext cx="6025" cy="6600"/>
            </a:xfrm>
            <a:custGeom>
              <a:avLst/>
              <a:gdLst/>
              <a:ahLst/>
              <a:cxnLst/>
              <a:rect l="l" t="t" r="r" b="b"/>
              <a:pathLst>
                <a:path w="241" h="264" extrusionOk="0">
                  <a:moveTo>
                    <a:pt x="111" y="0"/>
                  </a:moveTo>
                  <a:cubicBezTo>
                    <a:pt x="71" y="0"/>
                    <a:pt x="30" y="32"/>
                    <a:pt x="17" y="83"/>
                  </a:cubicBezTo>
                  <a:cubicBezTo>
                    <a:pt x="1" y="153"/>
                    <a:pt x="17" y="219"/>
                    <a:pt x="88" y="256"/>
                  </a:cubicBezTo>
                  <a:cubicBezTo>
                    <a:pt x="88" y="256"/>
                    <a:pt x="95" y="264"/>
                    <a:pt x="105" y="264"/>
                  </a:cubicBezTo>
                  <a:cubicBezTo>
                    <a:pt x="110" y="264"/>
                    <a:pt x="115" y="262"/>
                    <a:pt x="121" y="256"/>
                  </a:cubicBezTo>
                  <a:cubicBezTo>
                    <a:pt x="170" y="256"/>
                    <a:pt x="207" y="219"/>
                    <a:pt x="224" y="186"/>
                  </a:cubicBezTo>
                  <a:cubicBezTo>
                    <a:pt x="240" y="133"/>
                    <a:pt x="224" y="83"/>
                    <a:pt x="207" y="50"/>
                  </a:cubicBezTo>
                  <a:cubicBezTo>
                    <a:pt x="191" y="29"/>
                    <a:pt x="170" y="13"/>
                    <a:pt x="154" y="13"/>
                  </a:cubicBezTo>
                  <a:cubicBezTo>
                    <a:pt x="140" y="4"/>
                    <a:pt x="126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7" name="Google Shape;21377;p60"/>
            <p:cNvSpPr/>
            <p:nvPr/>
          </p:nvSpPr>
          <p:spPr>
            <a:xfrm>
              <a:off x="4017500" y="2224500"/>
              <a:ext cx="6000" cy="6825"/>
            </a:xfrm>
            <a:custGeom>
              <a:avLst/>
              <a:gdLst/>
              <a:ahLst/>
              <a:cxnLst/>
              <a:rect l="l" t="t" r="r" b="b"/>
              <a:pathLst>
                <a:path w="240" h="273" extrusionOk="0">
                  <a:moveTo>
                    <a:pt x="129" y="1"/>
                  </a:moveTo>
                  <a:cubicBezTo>
                    <a:pt x="120" y="1"/>
                    <a:pt x="112" y="5"/>
                    <a:pt x="103" y="13"/>
                  </a:cubicBezTo>
                  <a:cubicBezTo>
                    <a:pt x="70" y="13"/>
                    <a:pt x="54" y="29"/>
                    <a:pt x="33" y="66"/>
                  </a:cubicBezTo>
                  <a:cubicBezTo>
                    <a:pt x="17" y="83"/>
                    <a:pt x="0" y="116"/>
                    <a:pt x="17" y="149"/>
                  </a:cubicBezTo>
                  <a:cubicBezTo>
                    <a:pt x="17" y="186"/>
                    <a:pt x="33" y="219"/>
                    <a:pt x="54" y="236"/>
                  </a:cubicBezTo>
                  <a:cubicBezTo>
                    <a:pt x="70" y="252"/>
                    <a:pt x="103" y="273"/>
                    <a:pt x="136" y="273"/>
                  </a:cubicBezTo>
                  <a:cubicBezTo>
                    <a:pt x="190" y="252"/>
                    <a:pt x="239" y="186"/>
                    <a:pt x="223" y="116"/>
                  </a:cubicBezTo>
                  <a:cubicBezTo>
                    <a:pt x="223" y="83"/>
                    <a:pt x="206" y="46"/>
                    <a:pt x="190" y="29"/>
                  </a:cubicBezTo>
                  <a:cubicBezTo>
                    <a:pt x="173" y="29"/>
                    <a:pt x="173" y="13"/>
                    <a:pt x="157" y="13"/>
                  </a:cubicBezTo>
                  <a:cubicBezTo>
                    <a:pt x="147" y="5"/>
                    <a:pt x="137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8" name="Google Shape;21378;p60"/>
            <p:cNvSpPr/>
            <p:nvPr/>
          </p:nvSpPr>
          <p:spPr>
            <a:xfrm>
              <a:off x="4011925" y="21946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82" y="0"/>
                    <a:pt x="31" y="33"/>
                    <a:pt x="17" y="74"/>
                  </a:cubicBezTo>
                  <a:cubicBezTo>
                    <a:pt x="1" y="144"/>
                    <a:pt x="17" y="231"/>
                    <a:pt x="87" y="247"/>
                  </a:cubicBezTo>
                  <a:cubicBezTo>
                    <a:pt x="104" y="264"/>
                    <a:pt x="120" y="264"/>
                    <a:pt x="137" y="264"/>
                  </a:cubicBezTo>
                  <a:cubicBezTo>
                    <a:pt x="174" y="247"/>
                    <a:pt x="207" y="231"/>
                    <a:pt x="223" y="177"/>
                  </a:cubicBezTo>
                  <a:cubicBezTo>
                    <a:pt x="240" y="128"/>
                    <a:pt x="223" y="74"/>
                    <a:pt x="207" y="41"/>
                  </a:cubicBezTo>
                  <a:cubicBezTo>
                    <a:pt x="190" y="25"/>
                    <a:pt x="174" y="25"/>
                    <a:pt x="153" y="4"/>
                  </a:cubicBezTo>
                  <a:cubicBezTo>
                    <a:pt x="145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9" name="Google Shape;21379;p60"/>
            <p:cNvSpPr/>
            <p:nvPr/>
          </p:nvSpPr>
          <p:spPr>
            <a:xfrm>
              <a:off x="4010600" y="22411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0"/>
                  </a:moveTo>
                  <a:cubicBezTo>
                    <a:pt x="103" y="0"/>
                    <a:pt x="70" y="0"/>
                    <a:pt x="54" y="21"/>
                  </a:cubicBezTo>
                  <a:cubicBezTo>
                    <a:pt x="0" y="70"/>
                    <a:pt x="0" y="157"/>
                    <a:pt x="37" y="206"/>
                  </a:cubicBezTo>
                  <a:cubicBezTo>
                    <a:pt x="54" y="244"/>
                    <a:pt x="87" y="260"/>
                    <a:pt x="103" y="260"/>
                  </a:cubicBezTo>
                  <a:cubicBezTo>
                    <a:pt x="140" y="260"/>
                    <a:pt x="173" y="260"/>
                    <a:pt x="190" y="227"/>
                  </a:cubicBezTo>
                  <a:cubicBezTo>
                    <a:pt x="206" y="206"/>
                    <a:pt x="227" y="173"/>
                    <a:pt x="227" y="140"/>
                  </a:cubicBezTo>
                  <a:cubicBezTo>
                    <a:pt x="243" y="103"/>
                    <a:pt x="227" y="70"/>
                    <a:pt x="206" y="54"/>
                  </a:cubicBezTo>
                  <a:cubicBezTo>
                    <a:pt x="190" y="37"/>
                    <a:pt x="173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0" name="Google Shape;21380;p60"/>
            <p:cNvSpPr/>
            <p:nvPr/>
          </p:nvSpPr>
          <p:spPr>
            <a:xfrm>
              <a:off x="4044075" y="22695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19" y="1"/>
                  </a:moveTo>
                  <a:cubicBezTo>
                    <a:pt x="72" y="1"/>
                    <a:pt x="34" y="34"/>
                    <a:pt x="22" y="82"/>
                  </a:cubicBezTo>
                  <a:cubicBezTo>
                    <a:pt x="1" y="152"/>
                    <a:pt x="38" y="222"/>
                    <a:pt x="88" y="255"/>
                  </a:cubicBezTo>
                  <a:cubicBezTo>
                    <a:pt x="97" y="258"/>
                    <a:pt x="107" y="259"/>
                    <a:pt x="117" y="259"/>
                  </a:cubicBezTo>
                  <a:cubicBezTo>
                    <a:pt x="163" y="259"/>
                    <a:pt x="211" y="229"/>
                    <a:pt x="228" y="185"/>
                  </a:cubicBezTo>
                  <a:cubicBezTo>
                    <a:pt x="244" y="119"/>
                    <a:pt x="228" y="32"/>
                    <a:pt x="174" y="16"/>
                  </a:cubicBezTo>
                  <a:cubicBezTo>
                    <a:pt x="155" y="6"/>
                    <a:pt x="13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1" name="Google Shape;21381;p60"/>
            <p:cNvSpPr/>
            <p:nvPr/>
          </p:nvSpPr>
          <p:spPr>
            <a:xfrm>
              <a:off x="4047600" y="2219250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0"/>
                    <a:pt x="0" y="70"/>
                    <a:pt x="0" y="136"/>
                  </a:cubicBezTo>
                  <a:cubicBezTo>
                    <a:pt x="17" y="173"/>
                    <a:pt x="33" y="206"/>
                    <a:pt x="50" y="223"/>
                  </a:cubicBezTo>
                  <a:cubicBezTo>
                    <a:pt x="66" y="256"/>
                    <a:pt x="103" y="256"/>
                    <a:pt x="136" y="256"/>
                  </a:cubicBezTo>
                  <a:cubicBezTo>
                    <a:pt x="169" y="239"/>
                    <a:pt x="190" y="223"/>
                    <a:pt x="206" y="206"/>
                  </a:cubicBezTo>
                  <a:cubicBezTo>
                    <a:pt x="223" y="173"/>
                    <a:pt x="223" y="136"/>
                    <a:pt x="223" y="103"/>
                  </a:cubicBezTo>
                  <a:cubicBezTo>
                    <a:pt x="223" y="70"/>
                    <a:pt x="206" y="33"/>
                    <a:pt x="190" y="17"/>
                  </a:cubicBezTo>
                  <a:cubicBezTo>
                    <a:pt x="169" y="17"/>
                    <a:pt x="169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2" name="Google Shape;21382;p60"/>
            <p:cNvSpPr/>
            <p:nvPr/>
          </p:nvSpPr>
          <p:spPr>
            <a:xfrm>
              <a:off x="4035125" y="2252150"/>
              <a:ext cx="6400" cy="6600"/>
            </a:xfrm>
            <a:custGeom>
              <a:avLst/>
              <a:gdLst/>
              <a:ahLst/>
              <a:cxnLst/>
              <a:rect l="l" t="t" r="r" b="b"/>
              <a:pathLst>
                <a:path w="256" h="26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17" y="74"/>
                    <a:pt x="0" y="160"/>
                    <a:pt x="33" y="214"/>
                  </a:cubicBezTo>
                  <a:cubicBezTo>
                    <a:pt x="50" y="230"/>
                    <a:pt x="87" y="247"/>
                    <a:pt x="120" y="263"/>
                  </a:cubicBezTo>
                  <a:cubicBezTo>
                    <a:pt x="136" y="263"/>
                    <a:pt x="173" y="247"/>
                    <a:pt x="190" y="230"/>
                  </a:cubicBezTo>
                  <a:cubicBezTo>
                    <a:pt x="239" y="177"/>
                    <a:pt x="256" y="111"/>
                    <a:pt x="206" y="41"/>
                  </a:cubicBezTo>
                  <a:cubicBezTo>
                    <a:pt x="206" y="24"/>
                    <a:pt x="190" y="24"/>
                    <a:pt x="173" y="8"/>
                  </a:cubicBezTo>
                  <a:lnTo>
                    <a:pt x="136" y="8"/>
                  </a:ln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3" name="Google Shape;21383;p60"/>
            <p:cNvSpPr/>
            <p:nvPr/>
          </p:nvSpPr>
          <p:spPr>
            <a:xfrm>
              <a:off x="4050575" y="22519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87" y="0"/>
                  </a:moveTo>
                  <a:cubicBezTo>
                    <a:pt x="34" y="33"/>
                    <a:pt x="1" y="83"/>
                    <a:pt x="17" y="136"/>
                  </a:cubicBezTo>
                  <a:cubicBezTo>
                    <a:pt x="17" y="169"/>
                    <a:pt x="34" y="206"/>
                    <a:pt x="50" y="223"/>
                  </a:cubicBezTo>
                  <a:cubicBezTo>
                    <a:pt x="87" y="256"/>
                    <a:pt x="120" y="256"/>
                    <a:pt x="137" y="256"/>
                  </a:cubicBezTo>
                  <a:cubicBezTo>
                    <a:pt x="207" y="239"/>
                    <a:pt x="240" y="169"/>
                    <a:pt x="240" y="103"/>
                  </a:cubicBezTo>
                  <a:cubicBezTo>
                    <a:pt x="223" y="83"/>
                    <a:pt x="223" y="83"/>
                    <a:pt x="223" y="66"/>
                  </a:cubicBezTo>
                  <a:cubicBezTo>
                    <a:pt x="207" y="33"/>
                    <a:pt x="190" y="17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4" name="Google Shape;21384;p60"/>
            <p:cNvSpPr/>
            <p:nvPr/>
          </p:nvSpPr>
          <p:spPr>
            <a:xfrm>
              <a:off x="4038925" y="220677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04" y="0"/>
                  </a:moveTo>
                  <a:cubicBezTo>
                    <a:pt x="54" y="17"/>
                    <a:pt x="1" y="87"/>
                    <a:pt x="21" y="157"/>
                  </a:cubicBezTo>
                  <a:cubicBezTo>
                    <a:pt x="21" y="190"/>
                    <a:pt x="38" y="207"/>
                    <a:pt x="54" y="239"/>
                  </a:cubicBezTo>
                  <a:cubicBezTo>
                    <a:pt x="87" y="260"/>
                    <a:pt x="104" y="260"/>
                    <a:pt x="141" y="260"/>
                  </a:cubicBezTo>
                  <a:cubicBezTo>
                    <a:pt x="174" y="260"/>
                    <a:pt x="190" y="239"/>
                    <a:pt x="207" y="207"/>
                  </a:cubicBezTo>
                  <a:cubicBezTo>
                    <a:pt x="228" y="174"/>
                    <a:pt x="244" y="136"/>
                    <a:pt x="228" y="103"/>
                  </a:cubicBezTo>
                  <a:cubicBezTo>
                    <a:pt x="228" y="70"/>
                    <a:pt x="207" y="54"/>
                    <a:pt x="190" y="17"/>
                  </a:cubicBezTo>
                  <a:cubicBezTo>
                    <a:pt x="174" y="17"/>
                    <a:pt x="174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5" name="Google Shape;21385;p60"/>
            <p:cNvSpPr/>
            <p:nvPr/>
          </p:nvSpPr>
          <p:spPr>
            <a:xfrm>
              <a:off x="4040675" y="2191300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04" y="1"/>
                  </a:moveTo>
                  <a:cubicBezTo>
                    <a:pt x="34" y="17"/>
                    <a:pt x="1" y="88"/>
                    <a:pt x="1" y="158"/>
                  </a:cubicBezTo>
                  <a:cubicBezTo>
                    <a:pt x="15" y="215"/>
                    <a:pt x="58" y="264"/>
                    <a:pt x="113" y="264"/>
                  </a:cubicBezTo>
                  <a:cubicBezTo>
                    <a:pt x="121" y="264"/>
                    <a:pt x="129" y="263"/>
                    <a:pt x="137" y="261"/>
                  </a:cubicBezTo>
                  <a:cubicBezTo>
                    <a:pt x="158" y="261"/>
                    <a:pt x="191" y="240"/>
                    <a:pt x="207" y="207"/>
                  </a:cubicBezTo>
                  <a:cubicBezTo>
                    <a:pt x="224" y="174"/>
                    <a:pt x="224" y="137"/>
                    <a:pt x="224" y="104"/>
                  </a:cubicBezTo>
                  <a:cubicBezTo>
                    <a:pt x="224" y="71"/>
                    <a:pt x="207" y="55"/>
                    <a:pt x="174" y="17"/>
                  </a:cubicBezTo>
                  <a:lnTo>
                    <a:pt x="158" y="17"/>
                  </a:lnTo>
                  <a:cubicBezTo>
                    <a:pt x="137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6" name="Google Shape;21386;p60"/>
            <p:cNvSpPr/>
            <p:nvPr/>
          </p:nvSpPr>
          <p:spPr>
            <a:xfrm>
              <a:off x="4053975" y="2202450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41" y="0"/>
                  </a:moveTo>
                  <a:cubicBezTo>
                    <a:pt x="104" y="0"/>
                    <a:pt x="71" y="0"/>
                    <a:pt x="54" y="21"/>
                  </a:cubicBezTo>
                  <a:cubicBezTo>
                    <a:pt x="1" y="70"/>
                    <a:pt x="1" y="157"/>
                    <a:pt x="38" y="206"/>
                  </a:cubicBezTo>
                  <a:cubicBezTo>
                    <a:pt x="54" y="243"/>
                    <a:pt x="87" y="260"/>
                    <a:pt x="104" y="260"/>
                  </a:cubicBezTo>
                  <a:cubicBezTo>
                    <a:pt x="141" y="260"/>
                    <a:pt x="174" y="260"/>
                    <a:pt x="190" y="227"/>
                  </a:cubicBezTo>
                  <a:cubicBezTo>
                    <a:pt x="244" y="190"/>
                    <a:pt x="244" y="103"/>
                    <a:pt x="207" y="54"/>
                  </a:cubicBezTo>
                  <a:cubicBezTo>
                    <a:pt x="190" y="37"/>
                    <a:pt x="174" y="21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7" name="Google Shape;21387;p60"/>
            <p:cNvSpPr/>
            <p:nvPr/>
          </p:nvSpPr>
          <p:spPr>
            <a:xfrm>
              <a:off x="3974500" y="2185750"/>
              <a:ext cx="5700" cy="6400"/>
            </a:xfrm>
            <a:custGeom>
              <a:avLst/>
              <a:gdLst/>
              <a:ahLst/>
              <a:cxnLst/>
              <a:rect l="l" t="t" r="r" b="b"/>
              <a:pathLst>
                <a:path w="228" h="256" extrusionOk="0">
                  <a:moveTo>
                    <a:pt x="104" y="0"/>
                  </a:moveTo>
                  <a:cubicBezTo>
                    <a:pt x="38" y="17"/>
                    <a:pt x="1" y="87"/>
                    <a:pt x="1" y="153"/>
                  </a:cubicBezTo>
                  <a:cubicBezTo>
                    <a:pt x="22" y="190"/>
                    <a:pt x="22" y="223"/>
                    <a:pt x="55" y="239"/>
                  </a:cubicBezTo>
                  <a:cubicBezTo>
                    <a:pt x="71" y="256"/>
                    <a:pt x="104" y="256"/>
                    <a:pt x="141" y="256"/>
                  </a:cubicBezTo>
                  <a:cubicBezTo>
                    <a:pt x="158" y="256"/>
                    <a:pt x="191" y="239"/>
                    <a:pt x="207" y="206"/>
                  </a:cubicBezTo>
                  <a:cubicBezTo>
                    <a:pt x="228" y="173"/>
                    <a:pt x="228" y="136"/>
                    <a:pt x="228" y="103"/>
                  </a:cubicBezTo>
                  <a:cubicBezTo>
                    <a:pt x="228" y="70"/>
                    <a:pt x="207" y="50"/>
                    <a:pt x="174" y="33"/>
                  </a:cubicBezTo>
                  <a:cubicBezTo>
                    <a:pt x="174" y="17"/>
                    <a:pt x="174" y="17"/>
                    <a:pt x="158" y="17"/>
                  </a:cubicBezTo>
                  <a:cubicBezTo>
                    <a:pt x="141" y="0"/>
                    <a:pt x="125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8" name="Google Shape;21388;p60"/>
            <p:cNvSpPr/>
            <p:nvPr/>
          </p:nvSpPr>
          <p:spPr>
            <a:xfrm>
              <a:off x="3983175" y="22480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1"/>
                  </a:moveTo>
                  <a:cubicBezTo>
                    <a:pt x="33" y="1"/>
                    <a:pt x="0" y="71"/>
                    <a:pt x="17" y="137"/>
                  </a:cubicBezTo>
                  <a:cubicBezTo>
                    <a:pt x="17" y="174"/>
                    <a:pt x="33" y="207"/>
                    <a:pt x="50" y="223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90" y="240"/>
                    <a:pt x="239" y="174"/>
                    <a:pt x="223" y="104"/>
                  </a:cubicBezTo>
                  <a:cubicBezTo>
                    <a:pt x="223" y="71"/>
                    <a:pt x="206" y="34"/>
                    <a:pt x="190" y="17"/>
                  </a:cubicBezTo>
                  <a:cubicBezTo>
                    <a:pt x="169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9" name="Google Shape;21389;p60"/>
            <p:cNvSpPr/>
            <p:nvPr/>
          </p:nvSpPr>
          <p:spPr>
            <a:xfrm>
              <a:off x="3971100" y="2236300"/>
              <a:ext cx="6025" cy="6475"/>
            </a:xfrm>
            <a:custGeom>
              <a:avLst/>
              <a:gdLst/>
              <a:ahLst/>
              <a:cxnLst/>
              <a:rect l="l" t="t" r="r" b="b"/>
              <a:pathLst>
                <a:path w="241" h="259" extrusionOk="0">
                  <a:moveTo>
                    <a:pt x="125" y="1"/>
                  </a:moveTo>
                  <a:cubicBezTo>
                    <a:pt x="79" y="1"/>
                    <a:pt x="31" y="33"/>
                    <a:pt x="17" y="73"/>
                  </a:cubicBezTo>
                  <a:cubicBezTo>
                    <a:pt x="1" y="143"/>
                    <a:pt x="17" y="229"/>
                    <a:pt x="88" y="246"/>
                  </a:cubicBezTo>
                  <a:cubicBezTo>
                    <a:pt x="101" y="255"/>
                    <a:pt x="115" y="259"/>
                    <a:pt x="130" y="259"/>
                  </a:cubicBezTo>
                  <a:cubicBezTo>
                    <a:pt x="170" y="259"/>
                    <a:pt x="211" y="227"/>
                    <a:pt x="224" y="176"/>
                  </a:cubicBezTo>
                  <a:cubicBezTo>
                    <a:pt x="240" y="110"/>
                    <a:pt x="224" y="40"/>
                    <a:pt x="158" y="7"/>
                  </a:cubicBezTo>
                  <a:cubicBezTo>
                    <a:pt x="147" y="3"/>
                    <a:pt x="136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0" name="Google Shape;21390;p60"/>
            <p:cNvSpPr/>
            <p:nvPr/>
          </p:nvSpPr>
          <p:spPr>
            <a:xfrm>
              <a:off x="3977600" y="221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0"/>
                  </a:moveTo>
                  <a:cubicBezTo>
                    <a:pt x="104" y="0"/>
                    <a:pt x="83" y="0"/>
                    <a:pt x="83" y="17"/>
                  </a:cubicBezTo>
                  <a:cubicBezTo>
                    <a:pt x="34" y="33"/>
                    <a:pt x="1" y="83"/>
                    <a:pt x="17" y="153"/>
                  </a:cubicBezTo>
                  <a:cubicBezTo>
                    <a:pt x="17" y="186"/>
                    <a:pt x="34" y="223"/>
                    <a:pt x="50" y="239"/>
                  </a:cubicBezTo>
                  <a:cubicBezTo>
                    <a:pt x="83" y="256"/>
                    <a:pt x="104" y="256"/>
                    <a:pt x="137" y="256"/>
                  </a:cubicBezTo>
                  <a:cubicBezTo>
                    <a:pt x="207" y="239"/>
                    <a:pt x="240" y="186"/>
                    <a:pt x="223" y="103"/>
                  </a:cubicBezTo>
                  <a:lnTo>
                    <a:pt x="223" y="83"/>
                  </a:lnTo>
                  <a:cubicBezTo>
                    <a:pt x="207" y="50"/>
                    <a:pt x="186" y="17"/>
                    <a:pt x="153" y="17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1" name="Google Shape;21391;p60"/>
            <p:cNvSpPr/>
            <p:nvPr/>
          </p:nvSpPr>
          <p:spPr>
            <a:xfrm>
              <a:off x="3962150" y="22188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6" y="1"/>
                  </a:moveTo>
                  <a:cubicBezTo>
                    <a:pt x="103" y="1"/>
                    <a:pt x="66" y="1"/>
                    <a:pt x="50" y="34"/>
                  </a:cubicBezTo>
                  <a:cubicBezTo>
                    <a:pt x="0" y="67"/>
                    <a:pt x="0" y="153"/>
                    <a:pt x="33" y="207"/>
                  </a:cubicBezTo>
                  <a:cubicBezTo>
                    <a:pt x="50" y="240"/>
                    <a:pt x="83" y="256"/>
                    <a:pt x="103" y="256"/>
                  </a:cubicBezTo>
                  <a:cubicBezTo>
                    <a:pt x="136" y="256"/>
                    <a:pt x="169" y="256"/>
                    <a:pt x="186" y="223"/>
                  </a:cubicBezTo>
                  <a:cubicBezTo>
                    <a:pt x="239" y="190"/>
                    <a:pt x="239" y="104"/>
                    <a:pt x="206" y="50"/>
                  </a:cubicBezTo>
                  <a:cubicBezTo>
                    <a:pt x="186" y="34"/>
                    <a:pt x="186" y="17"/>
                    <a:pt x="1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2" name="Google Shape;21392;p60"/>
            <p:cNvSpPr/>
            <p:nvPr/>
          </p:nvSpPr>
          <p:spPr>
            <a:xfrm>
              <a:off x="3967300" y="22029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3" y="1"/>
                  </a:moveTo>
                  <a:cubicBezTo>
                    <a:pt x="50" y="17"/>
                    <a:pt x="0" y="83"/>
                    <a:pt x="17" y="153"/>
                  </a:cubicBezTo>
                  <a:cubicBezTo>
                    <a:pt x="17" y="186"/>
                    <a:pt x="33" y="223"/>
                    <a:pt x="50" y="240"/>
                  </a:cubicBezTo>
                  <a:cubicBezTo>
                    <a:pt x="73" y="252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207" y="256"/>
                    <a:pt x="240" y="186"/>
                    <a:pt x="223" y="120"/>
                  </a:cubicBezTo>
                  <a:cubicBezTo>
                    <a:pt x="223" y="83"/>
                    <a:pt x="207" y="50"/>
                    <a:pt x="186" y="34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1"/>
                    <a:pt x="120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3" name="Google Shape;21393;p60"/>
            <p:cNvSpPr/>
            <p:nvPr/>
          </p:nvSpPr>
          <p:spPr>
            <a:xfrm>
              <a:off x="3991725" y="21859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94" y="1"/>
                  </a:moveTo>
                  <a:cubicBezTo>
                    <a:pt x="76" y="1"/>
                    <a:pt x="60" y="13"/>
                    <a:pt x="33" y="24"/>
                  </a:cubicBezTo>
                  <a:cubicBezTo>
                    <a:pt x="17" y="41"/>
                    <a:pt x="1" y="78"/>
                    <a:pt x="1" y="111"/>
                  </a:cubicBezTo>
                  <a:cubicBezTo>
                    <a:pt x="1" y="144"/>
                    <a:pt x="1" y="181"/>
                    <a:pt x="17" y="214"/>
                  </a:cubicBezTo>
                  <a:cubicBezTo>
                    <a:pt x="48" y="245"/>
                    <a:pt x="83" y="263"/>
                    <a:pt x="117" y="263"/>
                  </a:cubicBezTo>
                  <a:cubicBezTo>
                    <a:pt x="142" y="263"/>
                    <a:pt x="167" y="253"/>
                    <a:pt x="190" y="230"/>
                  </a:cubicBezTo>
                  <a:cubicBezTo>
                    <a:pt x="223" y="181"/>
                    <a:pt x="240" y="111"/>
                    <a:pt x="207" y="41"/>
                  </a:cubicBezTo>
                  <a:cubicBezTo>
                    <a:pt x="190" y="24"/>
                    <a:pt x="174" y="8"/>
                    <a:pt x="157" y="8"/>
                  </a:cubicBezTo>
                  <a:lnTo>
                    <a:pt x="120" y="8"/>
                  </a:lnTo>
                  <a:cubicBezTo>
                    <a:pt x="110" y="3"/>
                    <a:pt x="102" y="1"/>
                    <a:pt x="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4" name="Google Shape;21394;p60"/>
            <p:cNvSpPr/>
            <p:nvPr/>
          </p:nvSpPr>
          <p:spPr>
            <a:xfrm>
              <a:off x="3995650" y="2243350"/>
              <a:ext cx="6400" cy="6425"/>
            </a:xfrm>
            <a:custGeom>
              <a:avLst/>
              <a:gdLst/>
              <a:ahLst/>
              <a:cxnLst/>
              <a:rect l="l" t="t" r="r" b="b"/>
              <a:pathLst>
                <a:path w="256" h="257" extrusionOk="0">
                  <a:moveTo>
                    <a:pt x="127" y="1"/>
                  </a:moveTo>
                  <a:cubicBezTo>
                    <a:pt x="86" y="1"/>
                    <a:pt x="45" y="32"/>
                    <a:pt x="33" y="83"/>
                  </a:cubicBezTo>
                  <a:cubicBezTo>
                    <a:pt x="0" y="154"/>
                    <a:pt x="33" y="220"/>
                    <a:pt x="83" y="257"/>
                  </a:cubicBezTo>
                  <a:lnTo>
                    <a:pt x="136" y="257"/>
                  </a:lnTo>
                  <a:cubicBezTo>
                    <a:pt x="186" y="257"/>
                    <a:pt x="223" y="220"/>
                    <a:pt x="239" y="170"/>
                  </a:cubicBezTo>
                  <a:cubicBezTo>
                    <a:pt x="256" y="137"/>
                    <a:pt x="239" y="83"/>
                    <a:pt x="223" y="50"/>
                  </a:cubicBezTo>
                  <a:cubicBezTo>
                    <a:pt x="206" y="34"/>
                    <a:pt x="186" y="13"/>
                    <a:pt x="169" y="13"/>
                  </a:cubicBezTo>
                  <a:cubicBezTo>
                    <a:pt x="156" y="5"/>
                    <a:pt x="142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5" name="Google Shape;21395;p60"/>
            <p:cNvSpPr/>
            <p:nvPr/>
          </p:nvSpPr>
          <p:spPr>
            <a:xfrm>
              <a:off x="3993075" y="22135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07" y="1"/>
                  </a:moveTo>
                  <a:cubicBezTo>
                    <a:pt x="83" y="1"/>
                    <a:pt x="61" y="12"/>
                    <a:pt x="50" y="24"/>
                  </a:cubicBezTo>
                  <a:cubicBezTo>
                    <a:pt x="0" y="74"/>
                    <a:pt x="0" y="160"/>
                    <a:pt x="33" y="214"/>
                  </a:cubicBezTo>
                  <a:cubicBezTo>
                    <a:pt x="50" y="230"/>
                    <a:pt x="83" y="247"/>
                    <a:pt x="103" y="263"/>
                  </a:cubicBezTo>
                  <a:cubicBezTo>
                    <a:pt x="136" y="263"/>
                    <a:pt x="169" y="247"/>
                    <a:pt x="186" y="230"/>
                  </a:cubicBezTo>
                  <a:cubicBezTo>
                    <a:pt x="223" y="214"/>
                    <a:pt x="223" y="177"/>
                    <a:pt x="239" y="144"/>
                  </a:cubicBezTo>
                  <a:cubicBezTo>
                    <a:pt x="239" y="111"/>
                    <a:pt x="223" y="74"/>
                    <a:pt x="206" y="41"/>
                  </a:cubicBezTo>
                  <a:cubicBezTo>
                    <a:pt x="186" y="24"/>
                    <a:pt x="186" y="24"/>
                    <a:pt x="153" y="8"/>
                  </a:cubicBezTo>
                  <a:lnTo>
                    <a:pt x="136" y="8"/>
                  </a:lnTo>
                  <a:cubicBezTo>
                    <a:pt x="127" y="3"/>
                    <a:pt x="116" y="1"/>
                    <a:pt x="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6" name="Google Shape;21396;p60"/>
            <p:cNvSpPr/>
            <p:nvPr/>
          </p:nvSpPr>
          <p:spPr>
            <a:xfrm>
              <a:off x="3999875" y="2198450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21" y="0"/>
                  </a:moveTo>
                  <a:cubicBezTo>
                    <a:pt x="115" y="0"/>
                    <a:pt x="109" y="2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81"/>
                    <a:pt x="37" y="214"/>
                    <a:pt x="54" y="230"/>
                  </a:cubicBezTo>
                  <a:cubicBezTo>
                    <a:pt x="87" y="247"/>
                    <a:pt x="103" y="263"/>
                    <a:pt x="140" y="263"/>
                  </a:cubicBezTo>
                  <a:cubicBezTo>
                    <a:pt x="173" y="247"/>
                    <a:pt x="190" y="230"/>
                    <a:pt x="206" y="214"/>
                  </a:cubicBezTo>
                  <a:cubicBezTo>
                    <a:pt x="223" y="181"/>
                    <a:pt x="243" y="144"/>
                    <a:pt x="223" y="111"/>
                  </a:cubicBezTo>
                  <a:cubicBezTo>
                    <a:pt x="223" y="78"/>
                    <a:pt x="206" y="41"/>
                    <a:pt x="190" y="24"/>
                  </a:cubicBezTo>
                  <a:cubicBezTo>
                    <a:pt x="173" y="24"/>
                    <a:pt x="173" y="8"/>
                    <a:pt x="157" y="8"/>
                  </a:cubicBezTo>
                  <a:cubicBezTo>
                    <a:pt x="146" y="8"/>
                    <a:pt x="133" y="0"/>
                    <a:pt x="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7" name="Google Shape;21397;p60"/>
            <p:cNvSpPr/>
            <p:nvPr/>
          </p:nvSpPr>
          <p:spPr>
            <a:xfrm>
              <a:off x="3989150" y="22303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87" y="1"/>
                  </a:moveTo>
                  <a:cubicBezTo>
                    <a:pt x="71" y="1"/>
                    <a:pt x="33" y="17"/>
                    <a:pt x="17" y="54"/>
                  </a:cubicBezTo>
                  <a:cubicBezTo>
                    <a:pt x="0" y="87"/>
                    <a:pt x="0" y="120"/>
                    <a:pt x="0" y="157"/>
                  </a:cubicBezTo>
                  <a:cubicBezTo>
                    <a:pt x="0" y="190"/>
                    <a:pt x="17" y="207"/>
                    <a:pt x="33" y="223"/>
                  </a:cubicBezTo>
                  <a:cubicBezTo>
                    <a:pt x="71" y="260"/>
                    <a:pt x="104" y="260"/>
                    <a:pt x="120" y="260"/>
                  </a:cubicBezTo>
                  <a:cubicBezTo>
                    <a:pt x="190" y="244"/>
                    <a:pt x="223" y="174"/>
                    <a:pt x="223" y="104"/>
                  </a:cubicBezTo>
                  <a:cubicBezTo>
                    <a:pt x="207" y="71"/>
                    <a:pt x="190" y="38"/>
                    <a:pt x="174" y="17"/>
                  </a:cubicBezTo>
                  <a:cubicBezTo>
                    <a:pt x="174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8" name="Google Shape;21398;p60"/>
            <p:cNvSpPr/>
            <p:nvPr/>
          </p:nvSpPr>
          <p:spPr>
            <a:xfrm>
              <a:off x="4003375" y="22260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13" y="1"/>
                  </a:moveTo>
                  <a:cubicBezTo>
                    <a:pt x="59" y="1"/>
                    <a:pt x="14" y="33"/>
                    <a:pt x="0" y="72"/>
                  </a:cubicBezTo>
                  <a:lnTo>
                    <a:pt x="0" y="143"/>
                  </a:lnTo>
                  <a:cubicBezTo>
                    <a:pt x="0" y="192"/>
                    <a:pt x="33" y="229"/>
                    <a:pt x="66" y="246"/>
                  </a:cubicBezTo>
                  <a:cubicBezTo>
                    <a:pt x="82" y="252"/>
                    <a:pt x="99" y="256"/>
                    <a:pt x="116" y="256"/>
                  </a:cubicBezTo>
                  <a:cubicBezTo>
                    <a:pt x="139" y="256"/>
                    <a:pt x="160" y="248"/>
                    <a:pt x="169" y="229"/>
                  </a:cubicBezTo>
                  <a:cubicBezTo>
                    <a:pt x="186" y="213"/>
                    <a:pt x="207" y="192"/>
                    <a:pt x="207" y="176"/>
                  </a:cubicBezTo>
                  <a:cubicBezTo>
                    <a:pt x="240" y="110"/>
                    <a:pt x="207" y="39"/>
                    <a:pt x="153" y="6"/>
                  </a:cubicBezTo>
                  <a:cubicBezTo>
                    <a:pt x="139" y="2"/>
                    <a:pt x="126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9" name="Google Shape;21399;p60"/>
            <p:cNvSpPr/>
            <p:nvPr/>
          </p:nvSpPr>
          <p:spPr>
            <a:xfrm>
              <a:off x="3986575" y="22771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3" y="0"/>
                  </a:moveTo>
                  <a:cubicBezTo>
                    <a:pt x="33" y="21"/>
                    <a:pt x="0" y="87"/>
                    <a:pt x="17" y="157"/>
                  </a:cubicBezTo>
                  <a:cubicBezTo>
                    <a:pt x="17" y="190"/>
                    <a:pt x="33" y="227"/>
                    <a:pt x="70" y="244"/>
                  </a:cubicBezTo>
                  <a:cubicBezTo>
                    <a:pt x="87" y="260"/>
                    <a:pt x="103" y="260"/>
                    <a:pt x="136" y="260"/>
                  </a:cubicBezTo>
                  <a:cubicBezTo>
                    <a:pt x="174" y="260"/>
                    <a:pt x="190" y="244"/>
                    <a:pt x="207" y="206"/>
                  </a:cubicBezTo>
                  <a:cubicBezTo>
                    <a:pt x="223" y="173"/>
                    <a:pt x="239" y="140"/>
                    <a:pt x="223" y="103"/>
                  </a:cubicBezTo>
                  <a:cubicBezTo>
                    <a:pt x="223" y="70"/>
                    <a:pt x="207" y="54"/>
                    <a:pt x="190" y="21"/>
                  </a:cubicBezTo>
                  <a:lnTo>
                    <a:pt x="157" y="21"/>
                  </a:lnTo>
                  <a:cubicBezTo>
                    <a:pt x="157" y="0"/>
                    <a:pt x="157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0" name="Google Shape;21400;p60"/>
            <p:cNvSpPr/>
            <p:nvPr/>
          </p:nvSpPr>
          <p:spPr>
            <a:xfrm>
              <a:off x="4022650" y="2208925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03" y="1"/>
                  </a:moveTo>
                  <a:cubicBezTo>
                    <a:pt x="54" y="17"/>
                    <a:pt x="0" y="88"/>
                    <a:pt x="17" y="153"/>
                  </a:cubicBezTo>
                  <a:cubicBezTo>
                    <a:pt x="17" y="191"/>
                    <a:pt x="33" y="224"/>
                    <a:pt x="70" y="240"/>
                  </a:cubicBezTo>
                  <a:cubicBezTo>
                    <a:pt x="82" y="252"/>
                    <a:pt x="102" y="265"/>
                    <a:pt x="118" y="265"/>
                  </a:cubicBezTo>
                  <a:cubicBezTo>
                    <a:pt x="125" y="265"/>
                    <a:pt x="132" y="263"/>
                    <a:pt x="136" y="257"/>
                  </a:cubicBezTo>
                  <a:cubicBezTo>
                    <a:pt x="207" y="257"/>
                    <a:pt x="240" y="191"/>
                    <a:pt x="240" y="121"/>
                  </a:cubicBezTo>
                  <a:cubicBezTo>
                    <a:pt x="223" y="71"/>
                    <a:pt x="207" y="34"/>
                    <a:pt x="174" y="17"/>
                  </a:cubicBezTo>
                  <a:cubicBezTo>
                    <a:pt x="157" y="1"/>
                    <a:pt x="136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1" name="Google Shape;21401;p60"/>
            <p:cNvSpPr/>
            <p:nvPr/>
          </p:nvSpPr>
          <p:spPr>
            <a:xfrm>
              <a:off x="4089225" y="2427550"/>
              <a:ext cx="6425" cy="6575"/>
            </a:xfrm>
            <a:custGeom>
              <a:avLst/>
              <a:gdLst/>
              <a:ahLst/>
              <a:cxnLst/>
              <a:rect l="l" t="t" r="r" b="b"/>
              <a:pathLst>
                <a:path w="257" h="263" extrusionOk="0">
                  <a:moveTo>
                    <a:pt x="137" y="1"/>
                  </a:moveTo>
                  <a:cubicBezTo>
                    <a:pt x="104" y="1"/>
                    <a:pt x="87" y="17"/>
                    <a:pt x="50" y="34"/>
                  </a:cubicBezTo>
                  <a:cubicBezTo>
                    <a:pt x="17" y="87"/>
                    <a:pt x="1" y="153"/>
                    <a:pt x="34" y="223"/>
                  </a:cubicBezTo>
                  <a:cubicBezTo>
                    <a:pt x="63" y="250"/>
                    <a:pt x="97" y="263"/>
                    <a:pt x="129" y="263"/>
                  </a:cubicBezTo>
                  <a:cubicBezTo>
                    <a:pt x="156" y="263"/>
                    <a:pt x="183" y="255"/>
                    <a:pt x="207" y="240"/>
                  </a:cubicBezTo>
                  <a:cubicBezTo>
                    <a:pt x="240" y="190"/>
                    <a:pt x="256" y="104"/>
                    <a:pt x="207" y="50"/>
                  </a:cubicBezTo>
                  <a:cubicBezTo>
                    <a:pt x="207" y="34"/>
                    <a:pt x="190" y="17"/>
                    <a:pt x="174" y="17"/>
                  </a:cubicBezTo>
                  <a:cubicBezTo>
                    <a:pt x="153" y="17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2" name="Google Shape;21402;p60"/>
            <p:cNvSpPr/>
            <p:nvPr/>
          </p:nvSpPr>
          <p:spPr>
            <a:xfrm>
              <a:off x="4080675" y="23691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4" y="1"/>
                  </a:moveTo>
                  <a:cubicBezTo>
                    <a:pt x="50" y="1"/>
                    <a:pt x="1" y="71"/>
                    <a:pt x="17" y="137"/>
                  </a:cubicBezTo>
                  <a:cubicBezTo>
                    <a:pt x="17" y="174"/>
                    <a:pt x="34" y="207"/>
                    <a:pt x="50" y="224"/>
                  </a:cubicBezTo>
                  <a:cubicBezTo>
                    <a:pt x="83" y="261"/>
                    <a:pt x="104" y="261"/>
                    <a:pt x="137" y="261"/>
                  </a:cubicBezTo>
                  <a:cubicBezTo>
                    <a:pt x="207" y="240"/>
                    <a:pt x="240" y="174"/>
                    <a:pt x="240" y="104"/>
                  </a:cubicBezTo>
                  <a:cubicBezTo>
                    <a:pt x="223" y="71"/>
                    <a:pt x="207" y="34"/>
                    <a:pt x="186" y="17"/>
                  </a:cubicBezTo>
                  <a:cubicBezTo>
                    <a:pt x="186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3" name="Google Shape;21403;p60"/>
            <p:cNvSpPr/>
            <p:nvPr/>
          </p:nvSpPr>
          <p:spPr>
            <a:xfrm>
              <a:off x="4099550" y="222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20" y="1"/>
                  </a:moveTo>
                  <a:cubicBezTo>
                    <a:pt x="87" y="1"/>
                    <a:pt x="50" y="1"/>
                    <a:pt x="33" y="34"/>
                  </a:cubicBezTo>
                  <a:cubicBezTo>
                    <a:pt x="17" y="55"/>
                    <a:pt x="0" y="88"/>
                    <a:pt x="0" y="121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0"/>
                    <a:pt x="70" y="261"/>
                    <a:pt x="87" y="261"/>
                  </a:cubicBezTo>
                  <a:cubicBezTo>
                    <a:pt x="120" y="261"/>
                    <a:pt x="153" y="261"/>
                    <a:pt x="173" y="224"/>
                  </a:cubicBezTo>
                  <a:cubicBezTo>
                    <a:pt x="223" y="191"/>
                    <a:pt x="223" y="104"/>
                    <a:pt x="190" y="55"/>
                  </a:cubicBezTo>
                  <a:cubicBezTo>
                    <a:pt x="173" y="34"/>
                    <a:pt x="173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4" name="Google Shape;21404;p60"/>
            <p:cNvSpPr/>
            <p:nvPr/>
          </p:nvSpPr>
          <p:spPr>
            <a:xfrm>
              <a:off x="4084900" y="24446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04" y="0"/>
                  </a:moveTo>
                  <a:cubicBezTo>
                    <a:pt x="71" y="21"/>
                    <a:pt x="54" y="37"/>
                    <a:pt x="38" y="54"/>
                  </a:cubicBezTo>
                  <a:cubicBezTo>
                    <a:pt x="17" y="87"/>
                    <a:pt x="1" y="124"/>
                    <a:pt x="17" y="157"/>
                  </a:cubicBezTo>
                  <a:cubicBezTo>
                    <a:pt x="17" y="190"/>
                    <a:pt x="38" y="227"/>
                    <a:pt x="54" y="243"/>
                  </a:cubicBezTo>
                  <a:cubicBezTo>
                    <a:pt x="78" y="255"/>
                    <a:pt x="93" y="267"/>
                    <a:pt x="113" y="267"/>
                  </a:cubicBezTo>
                  <a:cubicBezTo>
                    <a:pt x="121" y="267"/>
                    <a:pt x="130" y="265"/>
                    <a:pt x="141" y="260"/>
                  </a:cubicBezTo>
                  <a:cubicBezTo>
                    <a:pt x="190" y="260"/>
                    <a:pt x="244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4" y="21"/>
                    <a:pt x="174" y="21"/>
                    <a:pt x="157" y="21"/>
                  </a:cubicBezTo>
                  <a:cubicBezTo>
                    <a:pt x="141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5" name="Google Shape;21405;p60"/>
            <p:cNvSpPr/>
            <p:nvPr/>
          </p:nvSpPr>
          <p:spPr>
            <a:xfrm>
              <a:off x="4092625" y="2459800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13" y="1"/>
                  </a:moveTo>
                  <a:cubicBezTo>
                    <a:pt x="72" y="1"/>
                    <a:pt x="32" y="32"/>
                    <a:pt x="17" y="84"/>
                  </a:cubicBezTo>
                  <a:cubicBezTo>
                    <a:pt x="1" y="154"/>
                    <a:pt x="17" y="220"/>
                    <a:pt x="87" y="257"/>
                  </a:cubicBezTo>
                  <a:lnTo>
                    <a:pt x="141" y="257"/>
                  </a:lnTo>
                  <a:cubicBezTo>
                    <a:pt x="174" y="257"/>
                    <a:pt x="207" y="220"/>
                    <a:pt x="223" y="170"/>
                  </a:cubicBezTo>
                  <a:cubicBezTo>
                    <a:pt x="244" y="137"/>
                    <a:pt x="223" y="84"/>
                    <a:pt x="207" y="51"/>
                  </a:cubicBezTo>
                  <a:cubicBezTo>
                    <a:pt x="190" y="34"/>
                    <a:pt x="174" y="13"/>
                    <a:pt x="158" y="13"/>
                  </a:cubicBezTo>
                  <a:cubicBezTo>
                    <a:pt x="143" y="5"/>
                    <a:pt x="128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6" name="Google Shape;21406;p60"/>
            <p:cNvSpPr/>
            <p:nvPr/>
          </p:nvSpPr>
          <p:spPr>
            <a:xfrm>
              <a:off x="4099950" y="2194850"/>
              <a:ext cx="5600" cy="6700"/>
            </a:xfrm>
            <a:custGeom>
              <a:avLst/>
              <a:gdLst/>
              <a:ahLst/>
              <a:cxnLst/>
              <a:rect l="l" t="t" r="r" b="b"/>
              <a:pathLst>
                <a:path w="224" h="268" extrusionOk="0">
                  <a:moveTo>
                    <a:pt x="102" y="0"/>
                  </a:moveTo>
                  <a:cubicBezTo>
                    <a:pt x="87" y="0"/>
                    <a:pt x="71" y="5"/>
                    <a:pt x="54" y="16"/>
                  </a:cubicBezTo>
                  <a:cubicBezTo>
                    <a:pt x="34" y="32"/>
                    <a:pt x="17" y="65"/>
                    <a:pt x="1" y="82"/>
                  </a:cubicBezTo>
                  <a:lnTo>
                    <a:pt x="1" y="168"/>
                  </a:lnTo>
                  <a:cubicBezTo>
                    <a:pt x="17" y="201"/>
                    <a:pt x="34" y="238"/>
                    <a:pt x="71" y="255"/>
                  </a:cubicBezTo>
                  <a:cubicBezTo>
                    <a:pt x="84" y="263"/>
                    <a:pt x="98" y="268"/>
                    <a:pt x="113" y="268"/>
                  </a:cubicBezTo>
                  <a:cubicBezTo>
                    <a:pt x="154" y="268"/>
                    <a:pt x="195" y="236"/>
                    <a:pt x="207" y="185"/>
                  </a:cubicBezTo>
                  <a:cubicBezTo>
                    <a:pt x="223" y="119"/>
                    <a:pt x="207" y="32"/>
                    <a:pt x="137" y="16"/>
                  </a:cubicBezTo>
                  <a:cubicBezTo>
                    <a:pt x="128" y="5"/>
                    <a:pt x="116" y="0"/>
                    <a:pt x="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7" name="Google Shape;21407;p60"/>
            <p:cNvSpPr/>
            <p:nvPr/>
          </p:nvSpPr>
          <p:spPr>
            <a:xfrm>
              <a:off x="4096550" y="2413750"/>
              <a:ext cx="6000" cy="6675"/>
            </a:xfrm>
            <a:custGeom>
              <a:avLst/>
              <a:gdLst/>
              <a:ahLst/>
              <a:cxnLst/>
              <a:rect l="l" t="t" r="r" b="b"/>
              <a:pathLst>
                <a:path w="240" h="267" extrusionOk="0">
                  <a:moveTo>
                    <a:pt x="104" y="0"/>
                  </a:moveTo>
                  <a:cubicBezTo>
                    <a:pt x="50" y="21"/>
                    <a:pt x="1" y="87"/>
                    <a:pt x="17" y="157"/>
                  </a:cubicBezTo>
                  <a:cubicBezTo>
                    <a:pt x="17" y="190"/>
                    <a:pt x="33" y="227"/>
                    <a:pt x="50" y="243"/>
                  </a:cubicBezTo>
                  <a:cubicBezTo>
                    <a:pt x="76" y="255"/>
                    <a:pt x="92" y="267"/>
                    <a:pt x="111" y="267"/>
                  </a:cubicBezTo>
                  <a:cubicBezTo>
                    <a:pt x="119" y="267"/>
                    <a:pt x="127" y="265"/>
                    <a:pt x="137" y="260"/>
                  </a:cubicBezTo>
                  <a:cubicBezTo>
                    <a:pt x="207" y="260"/>
                    <a:pt x="240" y="190"/>
                    <a:pt x="223" y="124"/>
                  </a:cubicBezTo>
                  <a:cubicBezTo>
                    <a:pt x="223" y="87"/>
                    <a:pt x="207" y="54"/>
                    <a:pt x="190" y="37"/>
                  </a:cubicBezTo>
                  <a:cubicBezTo>
                    <a:pt x="170" y="21"/>
                    <a:pt x="170" y="21"/>
                    <a:pt x="153" y="21"/>
                  </a:cubicBezTo>
                  <a:cubicBezTo>
                    <a:pt x="137" y="0"/>
                    <a:pt x="120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8" name="Google Shape;21408;p60"/>
            <p:cNvSpPr/>
            <p:nvPr/>
          </p:nvSpPr>
          <p:spPr>
            <a:xfrm>
              <a:off x="4084500" y="2402100"/>
              <a:ext cx="6000" cy="6650"/>
            </a:xfrm>
            <a:custGeom>
              <a:avLst/>
              <a:gdLst/>
              <a:ahLst/>
              <a:cxnLst/>
              <a:rect l="l" t="t" r="r" b="b"/>
              <a:pathLst>
                <a:path w="240" h="266" extrusionOk="0">
                  <a:moveTo>
                    <a:pt x="128" y="0"/>
                  </a:moveTo>
                  <a:cubicBezTo>
                    <a:pt x="81" y="0"/>
                    <a:pt x="30" y="33"/>
                    <a:pt x="17" y="91"/>
                  </a:cubicBezTo>
                  <a:cubicBezTo>
                    <a:pt x="0" y="157"/>
                    <a:pt x="17" y="227"/>
                    <a:pt x="87" y="260"/>
                  </a:cubicBezTo>
                  <a:cubicBezTo>
                    <a:pt x="96" y="264"/>
                    <a:pt x="106" y="266"/>
                    <a:pt x="116" y="266"/>
                  </a:cubicBezTo>
                  <a:cubicBezTo>
                    <a:pt x="161" y="266"/>
                    <a:pt x="209" y="231"/>
                    <a:pt x="223" y="178"/>
                  </a:cubicBezTo>
                  <a:cubicBezTo>
                    <a:pt x="239" y="107"/>
                    <a:pt x="223" y="37"/>
                    <a:pt x="157" y="4"/>
                  </a:cubicBezTo>
                  <a:cubicBezTo>
                    <a:pt x="148" y="2"/>
                    <a:pt x="138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9" name="Google Shape;21409;p60"/>
            <p:cNvSpPr/>
            <p:nvPr/>
          </p:nvSpPr>
          <p:spPr>
            <a:xfrm>
              <a:off x="4079325" y="2245325"/>
              <a:ext cx="6025" cy="6625"/>
            </a:xfrm>
            <a:custGeom>
              <a:avLst/>
              <a:gdLst/>
              <a:ahLst/>
              <a:cxnLst/>
              <a:rect l="l" t="t" r="r" b="b"/>
              <a:pathLst>
                <a:path w="241" h="265" extrusionOk="0">
                  <a:moveTo>
                    <a:pt x="129" y="0"/>
                  </a:moveTo>
                  <a:cubicBezTo>
                    <a:pt x="82" y="0"/>
                    <a:pt x="31" y="33"/>
                    <a:pt x="17" y="91"/>
                  </a:cubicBezTo>
                  <a:cubicBezTo>
                    <a:pt x="1" y="161"/>
                    <a:pt x="17" y="227"/>
                    <a:pt x="88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4" y="178"/>
                  </a:cubicBezTo>
                  <a:cubicBezTo>
                    <a:pt x="240" y="141"/>
                    <a:pt x="224" y="75"/>
                    <a:pt x="207" y="37"/>
                  </a:cubicBezTo>
                  <a:cubicBezTo>
                    <a:pt x="191" y="37"/>
                    <a:pt x="174" y="21"/>
                    <a:pt x="158" y="4"/>
                  </a:cubicBezTo>
                  <a:cubicBezTo>
                    <a:pt x="149" y="2"/>
                    <a:pt x="139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0" name="Google Shape;21410;p60"/>
            <p:cNvSpPr/>
            <p:nvPr/>
          </p:nvSpPr>
          <p:spPr>
            <a:xfrm>
              <a:off x="4081100" y="2324075"/>
              <a:ext cx="5575" cy="6400"/>
            </a:xfrm>
            <a:custGeom>
              <a:avLst/>
              <a:gdLst/>
              <a:ahLst/>
              <a:cxnLst/>
              <a:rect l="l" t="t" r="r" b="b"/>
              <a:pathLst>
                <a:path w="223" h="256" extrusionOk="0">
                  <a:moveTo>
                    <a:pt x="103" y="0"/>
                  </a:moveTo>
                  <a:cubicBezTo>
                    <a:pt x="33" y="17"/>
                    <a:pt x="0" y="66"/>
                    <a:pt x="0" y="153"/>
                  </a:cubicBezTo>
                  <a:cubicBezTo>
                    <a:pt x="17" y="223"/>
                    <a:pt x="66" y="256"/>
                    <a:pt x="120" y="256"/>
                  </a:cubicBezTo>
                  <a:cubicBezTo>
                    <a:pt x="153" y="256"/>
                    <a:pt x="190" y="223"/>
                    <a:pt x="206" y="206"/>
                  </a:cubicBezTo>
                  <a:cubicBezTo>
                    <a:pt x="223" y="169"/>
                    <a:pt x="223" y="136"/>
                    <a:pt x="223" y="103"/>
                  </a:cubicBezTo>
                  <a:cubicBezTo>
                    <a:pt x="223" y="66"/>
                    <a:pt x="206" y="33"/>
                    <a:pt x="169" y="17"/>
                  </a:cubicBezTo>
                  <a:cubicBezTo>
                    <a:pt x="169" y="17"/>
                    <a:pt x="153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1" name="Google Shape;21411;p60"/>
            <p:cNvSpPr/>
            <p:nvPr/>
          </p:nvSpPr>
          <p:spPr>
            <a:xfrm>
              <a:off x="4076350" y="241537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5" y="1"/>
                  </a:moveTo>
                  <a:cubicBezTo>
                    <a:pt x="81" y="1"/>
                    <a:pt x="30" y="31"/>
                    <a:pt x="17" y="75"/>
                  </a:cubicBezTo>
                  <a:cubicBezTo>
                    <a:pt x="0" y="141"/>
                    <a:pt x="17" y="228"/>
                    <a:pt x="87" y="244"/>
                  </a:cubicBezTo>
                  <a:cubicBezTo>
                    <a:pt x="100" y="254"/>
                    <a:pt x="116" y="259"/>
                    <a:pt x="131" y="259"/>
                  </a:cubicBezTo>
                  <a:cubicBezTo>
                    <a:pt x="171" y="259"/>
                    <a:pt x="211" y="226"/>
                    <a:pt x="223" y="178"/>
                  </a:cubicBezTo>
                  <a:cubicBezTo>
                    <a:pt x="240" y="108"/>
                    <a:pt x="223" y="38"/>
                    <a:pt x="153" y="5"/>
                  </a:cubicBezTo>
                  <a:cubicBezTo>
                    <a:pt x="144" y="2"/>
                    <a:pt x="135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2" name="Google Shape;21412;p60"/>
            <p:cNvSpPr/>
            <p:nvPr/>
          </p:nvSpPr>
          <p:spPr>
            <a:xfrm>
              <a:off x="4076350" y="2259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02" y="1"/>
                  </a:moveTo>
                  <a:cubicBezTo>
                    <a:pt x="59" y="1"/>
                    <a:pt x="24" y="33"/>
                    <a:pt x="0" y="81"/>
                  </a:cubicBezTo>
                  <a:lnTo>
                    <a:pt x="0" y="151"/>
                  </a:lnTo>
                  <a:cubicBezTo>
                    <a:pt x="0" y="184"/>
                    <a:pt x="33" y="238"/>
                    <a:pt x="71" y="255"/>
                  </a:cubicBezTo>
                  <a:cubicBezTo>
                    <a:pt x="79" y="259"/>
                    <a:pt x="89" y="261"/>
                    <a:pt x="100" y="261"/>
                  </a:cubicBezTo>
                  <a:cubicBezTo>
                    <a:pt x="129" y="261"/>
                    <a:pt x="163" y="246"/>
                    <a:pt x="190" y="222"/>
                  </a:cubicBezTo>
                  <a:cubicBezTo>
                    <a:pt x="190" y="222"/>
                    <a:pt x="207" y="201"/>
                    <a:pt x="207" y="184"/>
                  </a:cubicBezTo>
                  <a:cubicBezTo>
                    <a:pt x="240" y="118"/>
                    <a:pt x="207" y="32"/>
                    <a:pt x="153" y="15"/>
                  </a:cubicBezTo>
                  <a:cubicBezTo>
                    <a:pt x="135" y="5"/>
                    <a:pt x="118" y="1"/>
                    <a:pt x="1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3" name="Google Shape;21413;p60"/>
            <p:cNvSpPr/>
            <p:nvPr/>
          </p:nvSpPr>
          <p:spPr>
            <a:xfrm>
              <a:off x="4074600" y="2309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87" y="1"/>
                  </a:moveTo>
                  <a:cubicBezTo>
                    <a:pt x="37" y="17"/>
                    <a:pt x="0" y="87"/>
                    <a:pt x="0" y="153"/>
                  </a:cubicBezTo>
                  <a:cubicBezTo>
                    <a:pt x="0" y="190"/>
                    <a:pt x="17" y="207"/>
                    <a:pt x="54" y="240"/>
                  </a:cubicBezTo>
                  <a:cubicBezTo>
                    <a:pt x="70" y="256"/>
                    <a:pt x="103" y="256"/>
                    <a:pt x="120" y="256"/>
                  </a:cubicBezTo>
                  <a:cubicBezTo>
                    <a:pt x="190" y="240"/>
                    <a:pt x="223" y="174"/>
                    <a:pt x="223" y="104"/>
                  </a:cubicBezTo>
                  <a:cubicBezTo>
                    <a:pt x="223" y="71"/>
                    <a:pt x="206" y="50"/>
                    <a:pt x="173" y="17"/>
                  </a:cubicBezTo>
                  <a:cubicBezTo>
                    <a:pt x="173" y="17"/>
                    <a:pt x="157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4" name="Google Shape;21414;p60"/>
            <p:cNvSpPr/>
            <p:nvPr/>
          </p:nvSpPr>
          <p:spPr>
            <a:xfrm>
              <a:off x="4072425" y="23544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1" y="0"/>
                  </a:moveTo>
                  <a:cubicBezTo>
                    <a:pt x="124" y="0"/>
                    <a:pt x="87" y="0"/>
                    <a:pt x="54" y="38"/>
                  </a:cubicBezTo>
                  <a:cubicBezTo>
                    <a:pt x="21" y="71"/>
                    <a:pt x="1" y="157"/>
                    <a:pt x="54" y="207"/>
                  </a:cubicBezTo>
                  <a:cubicBezTo>
                    <a:pt x="71" y="244"/>
                    <a:pt x="87" y="260"/>
                    <a:pt x="124" y="260"/>
                  </a:cubicBezTo>
                  <a:cubicBezTo>
                    <a:pt x="157" y="260"/>
                    <a:pt x="174" y="260"/>
                    <a:pt x="207" y="227"/>
                  </a:cubicBezTo>
                  <a:cubicBezTo>
                    <a:pt x="228" y="207"/>
                    <a:pt x="244" y="174"/>
                    <a:pt x="244" y="141"/>
                  </a:cubicBezTo>
                  <a:cubicBezTo>
                    <a:pt x="244" y="104"/>
                    <a:pt x="244" y="71"/>
                    <a:pt x="228" y="54"/>
                  </a:cubicBezTo>
                  <a:cubicBezTo>
                    <a:pt x="207" y="38"/>
                    <a:pt x="190" y="21"/>
                    <a:pt x="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5" name="Google Shape;21415;p60"/>
            <p:cNvSpPr/>
            <p:nvPr/>
          </p:nvSpPr>
          <p:spPr>
            <a:xfrm>
              <a:off x="4066875" y="21994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54" y="17"/>
                    <a:pt x="0" y="87"/>
                    <a:pt x="17" y="157"/>
                  </a:cubicBezTo>
                  <a:cubicBezTo>
                    <a:pt x="17" y="190"/>
                    <a:pt x="37" y="207"/>
                    <a:pt x="54" y="244"/>
                  </a:cubicBezTo>
                  <a:cubicBezTo>
                    <a:pt x="87" y="260"/>
                    <a:pt x="120" y="260"/>
                    <a:pt x="140" y="260"/>
                  </a:cubicBezTo>
                  <a:cubicBezTo>
                    <a:pt x="206" y="244"/>
                    <a:pt x="243" y="174"/>
                    <a:pt x="243" y="104"/>
                  </a:cubicBezTo>
                  <a:cubicBezTo>
                    <a:pt x="223" y="71"/>
                    <a:pt x="206" y="54"/>
                    <a:pt x="190" y="17"/>
                  </a:cubicBezTo>
                  <a:cubicBezTo>
                    <a:pt x="190" y="17"/>
                    <a:pt x="173" y="17"/>
                    <a:pt x="1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6" name="Google Shape;21416;p60"/>
            <p:cNvSpPr/>
            <p:nvPr/>
          </p:nvSpPr>
          <p:spPr>
            <a:xfrm>
              <a:off x="4064700" y="2219250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24" y="0"/>
                  </a:moveTo>
                  <a:cubicBezTo>
                    <a:pt x="104" y="0"/>
                    <a:pt x="71" y="17"/>
                    <a:pt x="54" y="33"/>
                  </a:cubicBezTo>
                  <a:cubicBezTo>
                    <a:pt x="21" y="50"/>
                    <a:pt x="1" y="87"/>
                    <a:pt x="1" y="120"/>
                  </a:cubicBezTo>
                  <a:cubicBezTo>
                    <a:pt x="1" y="153"/>
                    <a:pt x="21" y="190"/>
                    <a:pt x="38" y="206"/>
                  </a:cubicBezTo>
                  <a:cubicBezTo>
                    <a:pt x="57" y="247"/>
                    <a:pt x="88" y="264"/>
                    <a:pt x="121" y="264"/>
                  </a:cubicBezTo>
                  <a:cubicBezTo>
                    <a:pt x="145" y="264"/>
                    <a:pt x="169" y="255"/>
                    <a:pt x="190" y="239"/>
                  </a:cubicBezTo>
                  <a:cubicBezTo>
                    <a:pt x="227" y="190"/>
                    <a:pt x="244" y="103"/>
                    <a:pt x="207" y="50"/>
                  </a:cubicBezTo>
                  <a:cubicBezTo>
                    <a:pt x="190" y="33"/>
                    <a:pt x="174" y="17"/>
                    <a:pt x="157" y="17"/>
                  </a:cubicBezTo>
                  <a:cubicBezTo>
                    <a:pt x="141" y="0"/>
                    <a:pt x="141" y="0"/>
                    <a:pt x="12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7" name="Google Shape;21417;p60"/>
            <p:cNvSpPr/>
            <p:nvPr/>
          </p:nvSpPr>
          <p:spPr>
            <a:xfrm>
              <a:off x="3867625" y="23771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9" y="0"/>
                  </a:moveTo>
                  <a:cubicBezTo>
                    <a:pt x="86" y="0"/>
                    <a:pt x="44" y="33"/>
                    <a:pt x="17" y="91"/>
                  </a:cubicBezTo>
                  <a:cubicBezTo>
                    <a:pt x="1" y="161"/>
                    <a:pt x="34" y="227"/>
                    <a:pt x="87" y="264"/>
                  </a:cubicBezTo>
                  <a:lnTo>
                    <a:pt x="137" y="264"/>
                  </a:lnTo>
                  <a:cubicBezTo>
                    <a:pt x="174" y="264"/>
                    <a:pt x="207" y="227"/>
                    <a:pt x="223" y="178"/>
                  </a:cubicBezTo>
                  <a:cubicBezTo>
                    <a:pt x="240" y="124"/>
                    <a:pt x="240" y="75"/>
                    <a:pt x="207" y="42"/>
                  </a:cubicBezTo>
                  <a:cubicBezTo>
                    <a:pt x="190" y="42"/>
                    <a:pt x="190" y="21"/>
                    <a:pt x="174" y="5"/>
                  </a:cubicBezTo>
                  <a:cubicBezTo>
                    <a:pt x="162" y="2"/>
                    <a:pt x="150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8" name="Google Shape;21418;p60"/>
            <p:cNvSpPr/>
            <p:nvPr/>
          </p:nvSpPr>
          <p:spPr>
            <a:xfrm>
              <a:off x="4054400" y="2186150"/>
              <a:ext cx="6100" cy="6700"/>
            </a:xfrm>
            <a:custGeom>
              <a:avLst/>
              <a:gdLst/>
              <a:ahLst/>
              <a:cxnLst/>
              <a:rect l="l" t="t" r="r" b="b"/>
              <a:pathLst>
                <a:path w="244" h="268" extrusionOk="0">
                  <a:moveTo>
                    <a:pt x="103" y="1"/>
                  </a:moveTo>
                  <a:cubicBezTo>
                    <a:pt x="37" y="17"/>
                    <a:pt x="0" y="87"/>
                    <a:pt x="0" y="157"/>
                  </a:cubicBezTo>
                  <a:cubicBezTo>
                    <a:pt x="21" y="190"/>
                    <a:pt x="21" y="223"/>
                    <a:pt x="54" y="240"/>
                  </a:cubicBezTo>
                  <a:cubicBezTo>
                    <a:pt x="66" y="255"/>
                    <a:pt x="86" y="267"/>
                    <a:pt x="110" y="267"/>
                  </a:cubicBezTo>
                  <a:cubicBezTo>
                    <a:pt x="120" y="267"/>
                    <a:pt x="130" y="265"/>
                    <a:pt x="140" y="261"/>
                  </a:cubicBezTo>
                  <a:cubicBezTo>
                    <a:pt x="190" y="261"/>
                    <a:pt x="243" y="190"/>
                    <a:pt x="227" y="120"/>
                  </a:cubicBezTo>
                  <a:cubicBezTo>
                    <a:pt x="227" y="87"/>
                    <a:pt x="206" y="54"/>
                    <a:pt x="173" y="34"/>
                  </a:cubicBezTo>
                  <a:cubicBezTo>
                    <a:pt x="173" y="17"/>
                    <a:pt x="157" y="17"/>
                    <a:pt x="157" y="17"/>
                  </a:cubicBezTo>
                  <a:cubicBezTo>
                    <a:pt x="140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9" name="Google Shape;21419;p60"/>
            <p:cNvSpPr/>
            <p:nvPr/>
          </p:nvSpPr>
          <p:spPr>
            <a:xfrm>
              <a:off x="4069025" y="227665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29" y="1"/>
                  </a:moveTo>
                  <a:cubicBezTo>
                    <a:pt x="81" y="1"/>
                    <a:pt x="31" y="33"/>
                    <a:pt x="17" y="91"/>
                  </a:cubicBezTo>
                  <a:cubicBezTo>
                    <a:pt x="1" y="145"/>
                    <a:pt x="17" y="227"/>
                    <a:pt x="87" y="248"/>
                  </a:cubicBezTo>
                  <a:cubicBezTo>
                    <a:pt x="104" y="265"/>
                    <a:pt x="120" y="265"/>
                    <a:pt x="137" y="265"/>
                  </a:cubicBezTo>
                  <a:cubicBezTo>
                    <a:pt x="174" y="265"/>
                    <a:pt x="207" y="227"/>
                    <a:pt x="223" y="178"/>
                  </a:cubicBezTo>
                  <a:cubicBezTo>
                    <a:pt x="240" y="124"/>
                    <a:pt x="223" y="75"/>
                    <a:pt x="207" y="42"/>
                  </a:cubicBezTo>
                  <a:cubicBezTo>
                    <a:pt x="190" y="21"/>
                    <a:pt x="174" y="21"/>
                    <a:pt x="157" y="5"/>
                  </a:cubicBezTo>
                  <a:cubicBezTo>
                    <a:pt x="148" y="2"/>
                    <a:pt x="139" y="1"/>
                    <a:pt x="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0" name="Google Shape;21420;p60"/>
            <p:cNvSpPr/>
            <p:nvPr/>
          </p:nvSpPr>
          <p:spPr>
            <a:xfrm>
              <a:off x="4059550" y="23106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03" y="0"/>
                  </a:moveTo>
                  <a:cubicBezTo>
                    <a:pt x="54" y="0"/>
                    <a:pt x="0" y="70"/>
                    <a:pt x="21" y="140"/>
                  </a:cubicBezTo>
                  <a:cubicBezTo>
                    <a:pt x="21" y="190"/>
                    <a:pt x="37" y="227"/>
                    <a:pt x="70" y="243"/>
                  </a:cubicBezTo>
                  <a:cubicBezTo>
                    <a:pt x="87" y="260"/>
                    <a:pt x="124" y="260"/>
                    <a:pt x="141" y="260"/>
                  </a:cubicBezTo>
                  <a:cubicBezTo>
                    <a:pt x="174" y="243"/>
                    <a:pt x="190" y="227"/>
                    <a:pt x="207" y="206"/>
                  </a:cubicBezTo>
                  <a:cubicBezTo>
                    <a:pt x="227" y="173"/>
                    <a:pt x="244" y="140"/>
                    <a:pt x="227" y="103"/>
                  </a:cubicBezTo>
                  <a:cubicBezTo>
                    <a:pt x="227" y="70"/>
                    <a:pt x="207" y="37"/>
                    <a:pt x="190" y="21"/>
                  </a:cubicBezTo>
                  <a:cubicBezTo>
                    <a:pt x="174" y="21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1" name="Google Shape;21421;p60"/>
            <p:cNvSpPr/>
            <p:nvPr/>
          </p:nvSpPr>
          <p:spPr>
            <a:xfrm>
              <a:off x="3959050" y="2188575"/>
              <a:ext cx="6100" cy="6675"/>
            </a:xfrm>
            <a:custGeom>
              <a:avLst/>
              <a:gdLst/>
              <a:ahLst/>
              <a:cxnLst/>
              <a:rect l="l" t="t" r="r" b="b"/>
              <a:pathLst>
                <a:path w="244" h="267" extrusionOk="0">
                  <a:moveTo>
                    <a:pt x="112" y="0"/>
                  </a:moveTo>
                  <a:cubicBezTo>
                    <a:pt x="93" y="0"/>
                    <a:pt x="77" y="12"/>
                    <a:pt x="54" y="23"/>
                  </a:cubicBezTo>
                  <a:cubicBezTo>
                    <a:pt x="21" y="77"/>
                    <a:pt x="1" y="164"/>
                    <a:pt x="38" y="213"/>
                  </a:cubicBezTo>
                  <a:cubicBezTo>
                    <a:pt x="54" y="229"/>
                    <a:pt x="87" y="246"/>
                    <a:pt x="124" y="267"/>
                  </a:cubicBezTo>
                  <a:cubicBezTo>
                    <a:pt x="141" y="267"/>
                    <a:pt x="174" y="246"/>
                    <a:pt x="190" y="229"/>
                  </a:cubicBezTo>
                  <a:cubicBezTo>
                    <a:pt x="227" y="213"/>
                    <a:pt x="244" y="180"/>
                    <a:pt x="244" y="143"/>
                  </a:cubicBezTo>
                  <a:cubicBezTo>
                    <a:pt x="244" y="110"/>
                    <a:pt x="244" y="77"/>
                    <a:pt x="207" y="40"/>
                  </a:cubicBezTo>
                  <a:cubicBezTo>
                    <a:pt x="207" y="23"/>
                    <a:pt x="190" y="7"/>
                    <a:pt x="174" y="7"/>
                  </a:cubicBezTo>
                  <a:lnTo>
                    <a:pt x="141" y="7"/>
                  </a:lnTo>
                  <a:cubicBezTo>
                    <a:pt x="130" y="2"/>
                    <a:pt x="121" y="0"/>
                    <a:pt x="1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2" name="Google Shape;21422;p60"/>
            <p:cNvSpPr/>
            <p:nvPr/>
          </p:nvSpPr>
          <p:spPr>
            <a:xfrm>
              <a:off x="4077575" y="2212750"/>
              <a:ext cx="5700" cy="6700"/>
            </a:xfrm>
            <a:custGeom>
              <a:avLst/>
              <a:gdLst/>
              <a:ahLst/>
              <a:cxnLst/>
              <a:rect l="l" t="t" r="r" b="b"/>
              <a:pathLst>
                <a:path w="228" h="268" extrusionOk="0">
                  <a:moveTo>
                    <a:pt x="87" y="0"/>
                  </a:moveTo>
                  <a:cubicBezTo>
                    <a:pt x="71" y="21"/>
                    <a:pt x="38" y="38"/>
                    <a:pt x="22" y="54"/>
                  </a:cubicBezTo>
                  <a:cubicBezTo>
                    <a:pt x="1" y="87"/>
                    <a:pt x="1" y="124"/>
                    <a:pt x="1" y="157"/>
                  </a:cubicBezTo>
                  <a:cubicBezTo>
                    <a:pt x="1" y="190"/>
                    <a:pt x="22" y="227"/>
                    <a:pt x="38" y="244"/>
                  </a:cubicBezTo>
                  <a:cubicBezTo>
                    <a:pt x="61" y="255"/>
                    <a:pt x="85" y="267"/>
                    <a:pt x="104" y="267"/>
                  </a:cubicBezTo>
                  <a:cubicBezTo>
                    <a:pt x="111" y="267"/>
                    <a:pt x="119" y="265"/>
                    <a:pt x="125" y="260"/>
                  </a:cubicBezTo>
                  <a:cubicBezTo>
                    <a:pt x="191" y="260"/>
                    <a:pt x="228" y="190"/>
                    <a:pt x="228" y="124"/>
                  </a:cubicBezTo>
                  <a:cubicBezTo>
                    <a:pt x="207" y="87"/>
                    <a:pt x="191" y="54"/>
                    <a:pt x="174" y="38"/>
                  </a:cubicBezTo>
                  <a:cubicBezTo>
                    <a:pt x="174" y="21"/>
                    <a:pt x="158" y="21"/>
                    <a:pt x="158" y="21"/>
                  </a:cubicBezTo>
                  <a:cubicBezTo>
                    <a:pt x="125" y="0"/>
                    <a:pt x="104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3" name="Google Shape;21423;p60"/>
            <p:cNvSpPr/>
            <p:nvPr/>
          </p:nvSpPr>
          <p:spPr>
            <a:xfrm>
              <a:off x="4090475" y="2257900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03" y="0"/>
                  </a:moveTo>
                  <a:cubicBezTo>
                    <a:pt x="70" y="0"/>
                    <a:pt x="54" y="33"/>
                    <a:pt x="37" y="50"/>
                  </a:cubicBezTo>
                  <a:cubicBezTo>
                    <a:pt x="21" y="87"/>
                    <a:pt x="0" y="120"/>
                    <a:pt x="21" y="153"/>
                  </a:cubicBezTo>
                  <a:cubicBezTo>
                    <a:pt x="21" y="190"/>
                    <a:pt x="37" y="223"/>
                    <a:pt x="54" y="239"/>
                  </a:cubicBezTo>
                  <a:cubicBezTo>
                    <a:pt x="87" y="256"/>
                    <a:pt x="103" y="256"/>
                    <a:pt x="140" y="256"/>
                  </a:cubicBezTo>
                  <a:cubicBezTo>
                    <a:pt x="206" y="256"/>
                    <a:pt x="244" y="190"/>
                    <a:pt x="227" y="120"/>
                  </a:cubicBezTo>
                  <a:cubicBezTo>
                    <a:pt x="227" y="87"/>
                    <a:pt x="206" y="50"/>
                    <a:pt x="190" y="33"/>
                  </a:cubicBezTo>
                  <a:cubicBezTo>
                    <a:pt x="173" y="17"/>
                    <a:pt x="173" y="17"/>
                    <a:pt x="157" y="17"/>
                  </a:cubicBezTo>
                  <a:cubicBezTo>
                    <a:pt x="140" y="0"/>
                    <a:pt x="12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4" name="Google Shape;21424;p60"/>
            <p:cNvSpPr/>
            <p:nvPr/>
          </p:nvSpPr>
          <p:spPr>
            <a:xfrm>
              <a:off x="4092225" y="221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1"/>
                  </a:moveTo>
                  <a:cubicBezTo>
                    <a:pt x="114" y="1"/>
                    <a:pt x="109" y="3"/>
                    <a:pt x="103" y="8"/>
                  </a:cubicBezTo>
                  <a:cubicBezTo>
                    <a:pt x="54" y="8"/>
                    <a:pt x="0" y="78"/>
                    <a:pt x="17" y="144"/>
                  </a:cubicBezTo>
                  <a:cubicBezTo>
                    <a:pt x="17" y="198"/>
                    <a:pt x="33" y="214"/>
                    <a:pt x="70" y="247"/>
                  </a:cubicBezTo>
                  <a:cubicBezTo>
                    <a:pt x="87" y="247"/>
                    <a:pt x="120" y="264"/>
                    <a:pt x="136" y="264"/>
                  </a:cubicBezTo>
                  <a:cubicBezTo>
                    <a:pt x="174" y="247"/>
                    <a:pt x="206" y="231"/>
                    <a:pt x="223" y="214"/>
                  </a:cubicBezTo>
                  <a:cubicBezTo>
                    <a:pt x="239" y="181"/>
                    <a:pt x="239" y="144"/>
                    <a:pt x="239" y="111"/>
                  </a:cubicBezTo>
                  <a:cubicBezTo>
                    <a:pt x="223" y="78"/>
                    <a:pt x="223" y="41"/>
                    <a:pt x="190" y="25"/>
                  </a:cubicBezTo>
                  <a:lnTo>
                    <a:pt x="174" y="8"/>
                  </a:lnTo>
                  <a:lnTo>
                    <a:pt x="157" y="8"/>
                  </a:lnTo>
                  <a:cubicBezTo>
                    <a:pt x="143" y="8"/>
                    <a:pt x="131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5" name="Google Shape;21425;p60"/>
            <p:cNvSpPr/>
            <p:nvPr/>
          </p:nvSpPr>
          <p:spPr>
            <a:xfrm>
              <a:off x="4084900" y="222790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22" y="0"/>
                  </a:moveTo>
                  <a:cubicBezTo>
                    <a:pt x="78" y="0"/>
                    <a:pt x="44" y="32"/>
                    <a:pt x="17" y="83"/>
                  </a:cubicBezTo>
                  <a:cubicBezTo>
                    <a:pt x="1" y="153"/>
                    <a:pt x="38" y="219"/>
                    <a:pt x="87" y="256"/>
                  </a:cubicBezTo>
                  <a:lnTo>
                    <a:pt x="141" y="256"/>
                  </a:lnTo>
                  <a:cubicBezTo>
                    <a:pt x="174" y="256"/>
                    <a:pt x="207" y="219"/>
                    <a:pt x="223" y="186"/>
                  </a:cubicBezTo>
                  <a:cubicBezTo>
                    <a:pt x="244" y="137"/>
                    <a:pt x="244" y="83"/>
                    <a:pt x="207" y="50"/>
                  </a:cubicBezTo>
                  <a:cubicBezTo>
                    <a:pt x="190" y="34"/>
                    <a:pt x="190" y="13"/>
                    <a:pt x="174" y="13"/>
                  </a:cubicBezTo>
                  <a:cubicBezTo>
                    <a:pt x="155" y="4"/>
                    <a:pt x="138" y="0"/>
                    <a:pt x="1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6" name="Google Shape;21426;p60"/>
            <p:cNvSpPr/>
            <p:nvPr/>
          </p:nvSpPr>
          <p:spPr>
            <a:xfrm>
              <a:off x="4072950" y="2231725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03" y="0"/>
                  </a:moveTo>
                  <a:cubicBezTo>
                    <a:pt x="50" y="17"/>
                    <a:pt x="0" y="87"/>
                    <a:pt x="17" y="153"/>
                  </a:cubicBezTo>
                  <a:cubicBezTo>
                    <a:pt x="17" y="190"/>
                    <a:pt x="33" y="223"/>
                    <a:pt x="50" y="239"/>
                  </a:cubicBezTo>
                  <a:cubicBezTo>
                    <a:pt x="73" y="251"/>
                    <a:pt x="90" y="263"/>
                    <a:pt x="110" y="263"/>
                  </a:cubicBezTo>
                  <a:cubicBezTo>
                    <a:pt x="118" y="263"/>
                    <a:pt x="127" y="261"/>
                    <a:pt x="136" y="256"/>
                  </a:cubicBezTo>
                  <a:cubicBezTo>
                    <a:pt x="169" y="256"/>
                    <a:pt x="186" y="239"/>
                    <a:pt x="207" y="206"/>
                  </a:cubicBezTo>
                  <a:cubicBezTo>
                    <a:pt x="223" y="190"/>
                    <a:pt x="239" y="153"/>
                    <a:pt x="239" y="120"/>
                  </a:cubicBezTo>
                  <a:cubicBezTo>
                    <a:pt x="223" y="87"/>
                    <a:pt x="207" y="50"/>
                    <a:pt x="186" y="33"/>
                  </a:cubicBezTo>
                  <a:cubicBezTo>
                    <a:pt x="169" y="17"/>
                    <a:pt x="169" y="17"/>
                    <a:pt x="153" y="17"/>
                  </a:cubicBezTo>
                  <a:cubicBezTo>
                    <a:pt x="136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7" name="Google Shape;21427;p60"/>
            <p:cNvSpPr/>
            <p:nvPr/>
          </p:nvSpPr>
          <p:spPr>
            <a:xfrm>
              <a:off x="4096150" y="224242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03" y="1"/>
                  </a:moveTo>
                  <a:cubicBezTo>
                    <a:pt x="33" y="17"/>
                    <a:pt x="0" y="87"/>
                    <a:pt x="0" y="153"/>
                  </a:cubicBezTo>
                  <a:cubicBezTo>
                    <a:pt x="0" y="191"/>
                    <a:pt x="17" y="207"/>
                    <a:pt x="49" y="240"/>
                  </a:cubicBezTo>
                  <a:cubicBezTo>
                    <a:pt x="66" y="257"/>
                    <a:pt x="103" y="257"/>
                    <a:pt x="136" y="257"/>
                  </a:cubicBezTo>
                  <a:cubicBezTo>
                    <a:pt x="186" y="240"/>
                    <a:pt x="223" y="174"/>
                    <a:pt x="223" y="104"/>
                  </a:cubicBezTo>
                  <a:cubicBezTo>
                    <a:pt x="223" y="71"/>
                    <a:pt x="186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8" name="Google Shape;21428;p60"/>
            <p:cNvSpPr/>
            <p:nvPr/>
          </p:nvSpPr>
          <p:spPr>
            <a:xfrm>
              <a:off x="4081500" y="2195650"/>
              <a:ext cx="6425" cy="6775"/>
            </a:xfrm>
            <a:custGeom>
              <a:avLst/>
              <a:gdLst/>
              <a:ahLst/>
              <a:cxnLst/>
              <a:rect l="l" t="t" r="r" b="b"/>
              <a:pathLst>
                <a:path w="257" h="271" extrusionOk="0">
                  <a:moveTo>
                    <a:pt x="137" y="0"/>
                  </a:moveTo>
                  <a:cubicBezTo>
                    <a:pt x="120" y="0"/>
                    <a:pt x="87" y="17"/>
                    <a:pt x="71" y="33"/>
                  </a:cubicBezTo>
                  <a:cubicBezTo>
                    <a:pt x="17" y="87"/>
                    <a:pt x="1" y="153"/>
                    <a:pt x="50" y="223"/>
                  </a:cubicBezTo>
                  <a:cubicBezTo>
                    <a:pt x="72" y="252"/>
                    <a:pt x="104" y="271"/>
                    <a:pt x="137" y="271"/>
                  </a:cubicBezTo>
                  <a:cubicBezTo>
                    <a:pt x="160" y="271"/>
                    <a:pt x="185" y="261"/>
                    <a:pt x="207" y="239"/>
                  </a:cubicBezTo>
                  <a:cubicBezTo>
                    <a:pt x="256" y="190"/>
                    <a:pt x="256" y="103"/>
                    <a:pt x="223" y="50"/>
                  </a:cubicBezTo>
                  <a:cubicBezTo>
                    <a:pt x="207" y="33"/>
                    <a:pt x="190" y="17"/>
                    <a:pt x="174" y="17"/>
                  </a:cubicBezTo>
                  <a:cubicBezTo>
                    <a:pt x="174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29" name="Google Shape;21429;p60"/>
          <p:cNvSpPr/>
          <p:nvPr/>
        </p:nvSpPr>
        <p:spPr>
          <a:xfrm rot="5400000" flipH="1">
            <a:off x="6662939" y="4629379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30" name="Google Shape;21430;p60"/>
          <p:cNvSpPr/>
          <p:nvPr/>
        </p:nvSpPr>
        <p:spPr>
          <a:xfrm rot="-3532039" flipH="1">
            <a:off x="465609" y="1200297"/>
            <a:ext cx="342801" cy="376148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0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1" name="Google Shape;21441;p62"/>
          <p:cNvSpPr/>
          <p:nvPr/>
        </p:nvSpPr>
        <p:spPr>
          <a:xfrm>
            <a:off x="4681410" y="30619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2" name="Google Shape;21442;p62"/>
          <p:cNvSpPr/>
          <p:nvPr/>
        </p:nvSpPr>
        <p:spPr>
          <a:xfrm>
            <a:off x="4681410" y="1900175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3" name="Google Shape;21443;p62"/>
          <p:cNvSpPr/>
          <p:nvPr/>
        </p:nvSpPr>
        <p:spPr>
          <a:xfrm>
            <a:off x="1761848" y="36229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4" name="Google Shape;21444;p62"/>
          <p:cNvSpPr/>
          <p:nvPr/>
        </p:nvSpPr>
        <p:spPr>
          <a:xfrm>
            <a:off x="1761848" y="2407088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5" name="Google Shape;21445;p62"/>
          <p:cNvSpPr/>
          <p:nvPr/>
        </p:nvSpPr>
        <p:spPr>
          <a:xfrm>
            <a:off x="1761848" y="1167850"/>
            <a:ext cx="881866" cy="762401"/>
          </a:xfrm>
          <a:custGeom>
            <a:avLst/>
            <a:gdLst/>
            <a:ahLst/>
            <a:cxnLst/>
            <a:rect l="l" t="t" r="r" b="b"/>
            <a:pathLst>
              <a:path w="71522" h="61833" extrusionOk="0">
                <a:moveTo>
                  <a:pt x="41457" y="1"/>
                </a:moveTo>
                <a:cubicBezTo>
                  <a:pt x="39546" y="1"/>
                  <a:pt x="37623" y="126"/>
                  <a:pt x="35716" y="369"/>
                </a:cubicBezTo>
                <a:cubicBezTo>
                  <a:pt x="24925" y="1737"/>
                  <a:pt x="14591" y="7421"/>
                  <a:pt x="8542" y="16570"/>
                </a:cubicBezTo>
                <a:cubicBezTo>
                  <a:pt x="2432" y="25841"/>
                  <a:pt x="1" y="40643"/>
                  <a:pt x="8177" y="49397"/>
                </a:cubicBezTo>
                <a:cubicBezTo>
                  <a:pt x="11369" y="52802"/>
                  <a:pt x="15503" y="55142"/>
                  <a:pt x="19758" y="57027"/>
                </a:cubicBezTo>
                <a:cubicBezTo>
                  <a:pt x="26118" y="59880"/>
                  <a:pt x="32944" y="61832"/>
                  <a:pt x="39921" y="61832"/>
                </a:cubicBezTo>
                <a:cubicBezTo>
                  <a:pt x="40080" y="61832"/>
                  <a:pt x="40238" y="61831"/>
                  <a:pt x="40397" y="61829"/>
                </a:cubicBezTo>
                <a:cubicBezTo>
                  <a:pt x="54622" y="61616"/>
                  <a:pt x="66537" y="51647"/>
                  <a:pt x="69668" y="37817"/>
                </a:cubicBezTo>
                <a:cubicBezTo>
                  <a:pt x="71522" y="29731"/>
                  <a:pt x="71248" y="16996"/>
                  <a:pt x="65838" y="10157"/>
                </a:cubicBezTo>
                <a:cubicBezTo>
                  <a:pt x="60267" y="3117"/>
                  <a:pt x="51003" y="1"/>
                  <a:pt x="4145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46" name="Google Shape;21446;p62"/>
          <p:cNvSpPr txBox="1">
            <a:spLocks noGrp="1"/>
          </p:cNvSpPr>
          <p:nvPr>
            <p:ph type="title" idx="19"/>
          </p:nvPr>
        </p:nvSpPr>
        <p:spPr>
          <a:xfrm>
            <a:off x="773800" y="539500"/>
            <a:ext cx="7596600" cy="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1447" name="Google Shape;21447;p62"/>
          <p:cNvSpPr txBox="1">
            <a:spLocks noGrp="1"/>
          </p:cNvSpPr>
          <p:nvPr>
            <p:ph type="title" idx="13"/>
          </p:nvPr>
        </p:nvSpPr>
        <p:spPr>
          <a:xfrm>
            <a:off x="4719900" y="193023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1448" name="Google Shape;21448;p62"/>
          <p:cNvSpPr txBox="1">
            <a:spLocks noGrp="1"/>
          </p:cNvSpPr>
          <p:nvPr>
            <p:ph type="title" idx="14"/>
          </p:nvPr>
        </p:nvSpPr>
        <p:spPr>
          <a:xfrm>
            <a:off x="5710825" y="2216660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0" name="Google Shape;21450;p62"/>
          <p:cNvSpPr txBox="1">
            <a:spLocks noGrp="1"/>
          </p:cNvSpPr>
          <p:nvPr>
            <p:ph type="title" idx="16"/>
          </p:nvPr>
        </p:nvSpPr>
        <p:spPr>
          <a:xfrm>
            <a:off x="4719900" y="3089088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451" name="Google Shape;21451;p62"/>
          <p:cNvSpPr txBox="1">
            <a:spLocks noGrp="1"/>
          </p:cNvSpPr>
          <p:nvPr>
            <p:ph type="title" idx="17"/>
          </p:nvPr>
        </p:nvSpPr>
        <p:spPr>
          <a:xfrm>
            <a:off x="5710825" y="3439625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2" name="Google Shape;21452;p62"/>
          <p:cNvSpPr txBox="1">
            <a:spLocks noGrp="1"/>
          </p:cNvSpPr>
          <p:nvPr>
            <p:ph type="title" idx="18"/>
          </p:nvPr>
        </p:nvSpPr>
        <p:spPr>
          <a:xfrm>
            <a:off x="5710825" y="308910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1453" name="Google Shape;21453;p62"/>
          <p:cNvSpPr txBox="1">
            <a:spLocks noGrp="1"/>
          </p:cNvSpPr>
          <p:nvPr>
            <p:ph type="title"/>
          </p:nvPr>
        </p:nvSpPr>
        <p:spPr>
          <a:xfrm>
            <a:off x="1795175" y="120037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54" name="Google Shape;21454;p62"/>
          <p:cNvSpPr txBox="1">
            <a:spLocks noGrp="1"/>
          </p:cNvSpPr>
          <p:nvPr>
            <p:ph type="title" idx="2"/>
          </p:nvPr>
        </p:nvSpPr>
        <p:spPr>
          <a:xfrm>
            <a:off x="2783552" y="155092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55" name="Google Shape;21455;p62"/>
          <p:cNvSpPr txBox="1">
            <a:spLocks noGrp="1"/>
          </p:cNvSpPr>
          <p:nvPr>
            <p:ph type="title" idx="3"/>
          </p:nvPr>
        </p:nvSpPr>
        <p:spPr>
          <a:xfrm>
            <a:off x="2783552" y="120037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Cover PAGE</a:t>
            </a:r>
            <a:endParaRPr dirty="0"/>
          </a:p>
        </p:txBody>
      </p:sp>
      <p:sp>
        <p:nvSpPr>
          <p:cNvPr id="21456" name="Google Shape;21456;p62"/>
          <p:cNvSpPr txBox="1">
            <a:spLocks noGrp="1"/>
          </p:cNvSpPr>
          <p:nvPr>
            <p:ph type="title" idx="4"/>
          </p:nvPr>
        </p:nvSpPr>
        <p:spPr>
          <a:xfrm>
            <a:off x="1795175" y="2423350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457" name="Google Shape;21457;p62"/>
          <p:cNvSpPr txBox="1">
            <a:spLocks noGrp="1"/>
          </p:cNvSpPr>
          <p:nvPr>
            <p:ph type="title" idx="5"/>
          </p:nvPr>
        </p:nvSpPr>
        <p:spPr>
          <a:xfrm>
            <a:off x="2783552" y="2773888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Jan to Jun Sales</a:t>
            </a:r>
            <a:endParaRPr dirty="0"/>
          </a:p>
        </p:txBody>
      </p:sp>
      <p:sp>
        <p:nvSpPr>
          <p:cNvPr id="21458" name="Google Shape;21458;p62"/>
          <p:cNvSpPr txBox="1">
            <a:spLocks noGrp="1"/>
          </p:cNvSpPr>
          <p:nvPr>
            <p:ph type="title" idx="6"/>
          </p:nvPr>
        </p:nvSpPr>
        <p:spPr>
          <a:xfrm>
            <a:off x="2783552" y="2423350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Revenue Analysis</a:t>
            </a:r>
            <a:endParaRPr dirty="0"/>
          </a:p>
        </p:txBody>
      </p:sp>
      <p:sp>
        <p:nvSpPr>
          <p:cNvPr id="21459" name="Google Shape;21459;p62"/>
          <p:cNvSpPr txBox="1">
            <a:spLocks noGrp="1"/>
          </p:cNvSpPr>
          <p:nvPr>
            <p:ph type="title" idx="7"/>
          </p:nvPr>
        </p:nvSpPr>
        <p:spPr>
          <a:xfrm>
            <a:off x="1795175" y="3646325"/>
            <a:ext cx="804900" cy="5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460" name="Google Shape;21460;p62"/>
          <p:cNvSpPr txBox="1">
            <a:spLocks noGrp="1"/>
          </p:cNvSpPr>
          <p:nvPr>
            <p:ph type="title" idx="8"/>
          </p:nvPr>
        </p:nvSpPr>
        <p:spPr>
          <a:xfrm>
            <a:off x="2783552" y="3996872"/>
            <a:ext cx="1790400" cy="6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Store sales level</a:t>
            </a:r>
            <a:endParaRPr dirty="0"/>
          </a:p>
        </p:txBody>
      </p:sp>
      <p:sp>
        <p:nvSpPr>
          <p:cNvPr id="21461" name="Google Shape;21461;p62"/>
          <p:cNvSpPr txBox="1">
            <a:spLocks noGrp="1"/>
          </p:cNvSpPr>
          <p:nvPr>
            <p:ph type="title" idx="9"/>
          </p:nvPr>
        </p:nvSpPr>
        <p:spPr>
          <a:xfrm>
            <a:off x="2783552" y="3646325"/>
            <a:ext cx="2124300" cy="2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Sales Per store 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A35761-8BBA-887F-2AC2-00035F22A427}"/>
              </a:ext>
            </a:extLst>
          </p:cNvPr>
          <p:cNvSpPr>
            <a:spLocks noGrp="1"/>
          </p:cNvSpPr>
          <p:nvPr>
            <p:ph type="title" idx="15"/>
          </p:nvPr>
        </p:nvSpPr>
        <p:spPr/>
        <p:txBody>
          <a:bodyPr/>
          <a:lstStyle/>
          <a:p>
            <a:r>
              <a:rPr lang="en-GB" dirty="0"/>
              <a:t>Time classification</a:t>
            </a:r>
            <a:endParaRPr lang="en-Z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84" name="Google Shape;2148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675" y="810225"/>
            <a:ext cx="3017950" cy="35538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85" name="Google Shape;21485;p66"/>
          <p:cNvSpPr/>
          <p:nvPr/>
        </p:nvSpPr>
        <p:spPr>
          <a:xfrm>
            <a:off x="0" y="-29608"/>
            <a:ext cx="9144199" cy="5173108"/>
          </a:xfrm>
          <a:custGeom>
            <a:avLst/>
            <a:gdLst/>
            <a:ahLst/>
            <a:cxnLst/>
            <a:rect l="l" t="t" r="r" b="b"/>
            <a:pathLst>
              <a:path w="284866" h="161156" extrusionOk="0">
                <a:moveTo>
                  <a:pt x="79578" y="28470"/>
                </a:moveTo>
                <a:cubicBezTo>
                  <a:pt x="90374" y="28470"/>
                  <a:pt x="99881" y="31630"/>
                  <a:pt x="104166" y="38659"/>
                </a:cubicBezTo>
                <a:cubicBezTo>
                  <a:pt x="117456" y="60344"/>
                  <a:pt x="118567" y="73552"/>
                  <a:pt x="118650" y="100648"/>
                </a:cubicBezTo>
                <a:cubicBezTo>
                  <a:pt x="118650" y="120001"/>
                  <a:pt x="99847" y="126486"/>
                  <a:pt x="81063" y="126486"/>
                </a:cubicBezTo>
                <a:cubicBezTo>
                  <a:pt x="65740" y="126486"/>
                  <a:pt x="50429" y="122171"/>
                  <a:pt x="45345" y="117004"/>
                </a:cubicBezTo>
                <a:cubicBezTo>
                  <a:pt x="38659" y="110153"/>
                  <a:pt x="35058" y="102952"/>
                  <a:pt x="31458" y="93262"/>
                </a:cubicBezTo>
                <a:cubicBezTo>
                  <a:pt x="27960" y="84003"/>
                  <a:pt x="29236" y="62998"/>
                  <a:pt x="31890" y="54521"/>
                </a:cubicBezTo>
                <a:cubicBezTo>
                  <a:pt x="37054" y="38488"/>
                  <a:pt x="60357" y="28470"/>
                  <a:pt x="79578" y="28470"/>
                </a:cubicBezTo>
                <a:close/>
                <a:moveTo>
                  <a:pt x="0" y="1"/>
                </a:moveTo>
                <a:lnTo>
                  <a:pt x="0" y="161155"/>
                </a:lnTo>
                <a:lnTo>
                  <a:pt x="284866" y="161155"/>
                </a:lnTo>
                <a:lnTo>
                  <a:pt x="28486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6" name="Google Shape;21486;p66"/>
          <p:cNvSpPr/>
          <p:nvPr/>
        </p:nvSpPr>
        <p:spPr>
          <a:xfrm>
            <a:off x="5254075" y="1032737"/>
            <a:ext cx="1171275" cy="958326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7" name="Google Shape;21487;p66"/>
          <p:cNvSpPr txBox="1">
            <a:spLocks noGrp="1"/>
          </p:cNvSpPr>
          <p:nvPr>
            <p:ph type="title"/>
          </p:nvPr>
        </p:nvSpPr>
        <p:spPr>
          <a:xfrm>
            <a:off x="5244158" y="3239535"/>
            <a:ext cx="3726374" cy="93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ZA" dirty="0"/>
              <a:t>Bright Coffee Shop Sales Analysis</a:t>
            </a:r>
            <a:endParaRPr dirty="0"/>
          </a:p>
        </p:txBody>
      </p:sp>
      <p:sp>
        <p:nvSpPr>
          <p:cNvPr id="21488" name="Google Shape;21488;p66"/>
          <p:cNvSpPr txBox="1">
            <a:spLocks noGrp="1"/>
          </p:cNvSpPr>
          <p:nvPr>
            <p:ph type="subTitle" idx="1"/>
          </p:nvPr>
        </p:nvSpPr>
        <p:spPr>
          <a:xfrm>
            <a:off x="113995" y="4014727"/>
            <a:ext cx="59473" cy="111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1489" name="Google Shape;21489;p66"/>
          <p:cNvSpPr/>
          <p:nvPr/>
        </p:nvSpPr>
        <p:spPr>
          <a:xfrm rot="10800000" flipH="1">
            <a:off x="0" y="3203971"/>
            <a:ext cx="2453875" cy="1939529"/>
          </a:xfrm>
          <a:custGeom>
            <a:avLst/>
            <a:gdLst/>
            <a:ahLst/>
            <a:cxnLst/>
            <a:rect l="l" t="t" r="r" b="b"/>
            <a:pathLst>
              <a:path w="8279" h="7456" extrusionOk="0">
                <a:moveTo>
                  <a:pt x="0" y="1"/>
                </a:moveTo>
                <a:lnTo>
                  <a:pt x="0" y="7455"/>
                </a:lnTo>
                <a:cubicBezTo>
                  <a:pt x="186" y="6235"/>
                  <a:pt x="652" y="5117"/>
                  <a:pt x="1443" y="4379"/>
                </a:cubicBezTo>
                <a:cubicBezTo>
                  <a:pt x="1850" y="3996"/>
                  <a:pt x="2252" y="3845"/>
                  <a:pt x="2651" y="3845"/>
                </a:cubicBezTo>
                <a:cubicBezTo>
                  <a:pt x="3415" y="3845"/>
                  <a:pt x="4166" y="4394"/>
                  <a:pt x="4910" y="4911"/>
                </a:cubicBezTo>
                <a:cubicBezTo>
                  <a:pt x="5426" y="5274"/>
                  <a:pt x="6011" y="5600"/>
                  <a:pt x="6597" y="5703"/>
                </a:cubicBezTo>
                <a:cubicBezTo>
                  <a:pt x="6686" y="5720"/>
                  <a:pt x="6778" y="5729"/>
                  <a:pt x="6871" y="5729"/>
                </a:cubicBezTo>
                <a:cubicBezTo>
                  <a:pt x="7335" y="5729"/>
                  <a:pt x="7820" y="5505"/>
                  <a:pt x="8019" y="4948"/>
                </a:cubicBezTo>
                <a:cubicBezTo>
                  <a:pt x="8279" y="4190"/>
                  <a:pt x="7937" y="3365"/>
                  <a:pt x="7660" y="2730"/>
                </a:cubicBezTo>
                <a:cubicBezTo>
                  <a:pt x="7590" y="2578"/>
                  <a:pt x="6560" y="87"/>
                  <a:pt x="67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90" name="Google Shape;21490;p66"/>
          <p:cNvGrpSpPr/>
          <p:nvPr/>
        </p:nvGrpSpPr>
        <p:grpSpPr>
          <a:xfrm rot="-5400000" flipH="1">
            <a:off x="7903210" y="540476"/>
            <a:ext cx="1830221" cy="691747"/>
            <a:chOff x="3838450" y="2686475"/>
            <a:chExt cx="434175" cy="164100"/>
          </a:xfrm>
        </p:grpSpPr>
        <p:sp>
          <p:nvSpPr>
            <p:cNvPr id="21491" name="Google Shape;21491;p66"/>
            <p:cNvSpPr/>
            <p:nvPr/>
          </p:nvSpPr>
          <p:spPr>
            <a:xfrm>
              <a:off x="4133050" y="2834375"/>
              <a:ext cx="6400" cy="6225"/>
            </a:xfrm>
            <a:custGeom>
              <a:avLst/>
              <a:gdLst/>
              <a:ahLst/>
              <a:cxnLst/>
              <a:rect l="l" t="t" r="r" b="b"/>
              <a:pathLst>
                <a:path w="256" h="249" extrusionOk="0">
                  <a:moveTo>
                    <a:pt x="139" y="1"/>
                  </a:moveTo>
                  <a:cubicBezTo>
                    <a:pt x="124" y="1"/>
                    <a:pt x="111" y="5"/>
                    <a:pt x="103" y="13"/>
                  </a:cubicBezTo>
                  <a:cubicBezTo>
                    <a:pt x="33" y="30"/>
                    <a:pt x="0" y="100"/>
                    <a:pt x="17" y="166"/>
                  </a:cubicBezTo>
                  <a:cubicBezTo>
                    <a:pt x="33" y="203"/>
                    <a:pt x="49" y="236"/>
                    <a:pt x="70" y="236"/>
                  </a:cubicBezTo>
                  <a:cubicBezTo>
                    <a:pt x="87" y="244"/>
                    <a:pt x="103" y="248"/>
                    <a:pt x="118" y="248"/>
                  </a:cubicBezTo>
                  <a:cubicBezTo>
                    <a:pt x="132" y="248"/>
                    <a:pt x="144" y="244"/>
                    <a:pt x="153" y="236"/>
                  </a:cubicBezTo>
                  <a:cubicBezTo>
                    <a:pt x="223" y="219"/>
                    <a:pt x="256" y="149"/>
                    <a:pt x="239" y="79"/>
                  </a:cubicBezTo>
                  <a:cubicBezTo>
                    <a:pt x="239" y="63"/>
                    <a:pt x="223" y="30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2" name="Google Shape;21492;p66"/>
            <p:cNvSpPr/>
            <p:nvPr/>
          </p:nvSpPr>
          <p:spPr>
            <a:xfrm>
              <a:off x="4017075" y="2766450"/>
              <a:ext cx="6425" cy="6325"/>
            </a:xfrm>
            <a:custGeom>
              <a:avLst/>
              <a:gdLst/>
              <a:ahLst/>
              <a:cxnLst/>
              <a:rect l="l" t="t" r="r" b="b"/>
              <a:pathLst>
                <a:path w="257" h="253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34" y="34"/>
                    <a:pt x="1" y="100"/>
                    <a:pt x="17" y="170"/>
                  </a:cubicBezTo>
                  <a:cubicBezTo>
                    <a:pt x="29" y="221"/>
                    <a:pt x="61" y="253"/>
                    <a:pt x="104" y="253"/>
                  </a:cubicBezTo>
                  <a:cubicBezTo>
                    <a:pt x="119" y="253"/>
                    <a:pt x="136" y="249"/>
                    <a:pt x="153" y="240"/>
                  </a:cubicBezTo>
                  <a:cubicBezTo>
                    <a:pt x="207" y="219"/>
                    <a:pt x="256" y="153"/>
                    <a:pt x="240" y="83"/>
                  </a:cubicBezTo>
                  <a:cubicBezTo>
                    <a:pt x="223" y="67"/>
                    <a:pt x="223" y="50"/>
                    <a:pt x="207" y="34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3" name="Google Shape;21493;p66"/>
            <p:cNvSpPr/>
            <p:nvPr/>
          </p:nvSpPr>
          <p:spPr>
            <a:xfrm>
              <a:off x="4014500" y="28149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50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04"/>
                    <a:pt x="223" y="54"/>
                    <a:pt x="190" y="33"/>
                  </a:cubicBezTo>
                  <a:cubicBezTo>
                    <a:pt x="190" y="17"/>
                    <a:pt x="174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4" name="Google Shape;21494;p66"/>
            <p:cNvSpPr/>
            <p:nvPr/>
          </p:nvSpPr>
          <p:spPr>
            <a:xfrm>
              <a:off x="4004600" y="284242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58" y="0"/>
                  </a:moveTo>
                  <a:cubicBezTo>
                    <a:pt x="137" y="0"/>
                    <a:pt x="104" y="0"/>
                    <a:pt x="87" y="17"/>
                  </a:cubicBezTo>
                  <a:cubicBezTo>
                    <a:pt x="54" y="33"/>
                    <a:pt x="17" y="66"/>
                    <a:pt x="17" y="120"/>
                  </a:cubicBezTo>
                  <a:cubicBezTo>
                    <a:pt x="1" y="153"/>
                    <a:pt x="17" y="190"/>
                    <a:pt x="34" y="206"/>
                  </a:cubicBezTo>
                  <a:cubicBezTo>
                    <a:pt x="34" y="239"/>
                    <a:pt x="71" y="256"/>
                    <a:pt x="104" y="256"/>
                  </a:cubicBezTo>
                  <a:cubicBezTo>
                    <a:pt x="111" y="258"/>
                    <a:pt x="118" y="259"/>
                    <a:pt x="125" y="259"/>
                  </a:cubicBezTo>
                  <a:cubicBezTo>
                    <a:pt x="170" y="259"/>
                    <a:pt x="209" y="214"/>
                    <a:pt x="224" y="153"/>
                  </a:cubicBezTo>
                  <a:lnTo>
                    <a:pt x="240" y="153"/>
                  </a:lnTo>
                  <a:cubicBezTo>
                    <a:pt x="240" y="103"/>
                    <a:pt x="224" y="50"/>
                    <a:pt x="207" y="33"/>
                  </a:cubicBezTo>
                  <a:cubicBezTo>
                    <a:pt x="191" y="17"/>
                    <a:pt x="174" y="17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5" name="Google Shape;21495;p66"/>
            <p:cNvSpPr/>
            <p:nvPr/>
          </p:nvSpPr>
          <p:spPr>
            <a:xfrm>
              <a:off x="4004200" y="2827775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6" y="1"/>
                  </a:moveTo>
                  <a:cubicBezTo>
                    <a:pt x="103" y="1"/>
                    <a:pt x="87" y="1"/>
                    <a:pt x="50" y="17"/>
                  </a:cubicBezTo>
                  <a:cubicBezTo>
                    <a:pt x="33" y="54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23"/>
                    <a:pt x="50" y="240"/>
                    <a:pt x="87" y="261"/>
                  </a:cubicBezTo>
                  <a:cubicBezTo>
                    <a:pt x="136" y="261"/>
                    <a:pt x="207" y="223"/>
                    <a:pt x="223" y="137"/>
                  </a:cubicBezTo>
                  <a:cubicBezTo>
                    <a:pt x="223" y="104"/>
                    <a:pt x="223" y="87"/>
                    <a:pt x="207" y="54"/>
                  </a:cubicBezTo>
                  <a:cubicBezTo>
                    <a:pt x="207" y="34"/>
                    <a:pt x="207" y="34"/>
                    <a:pt x="190" y="34"/>
                  </a:cubicBezTo>
                  <a:cubicBezTo>
                    <a:pt x="174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6" name="Google Shape;21496;p66"/>
            <p:cNvSpPr/>
            <p:nvPr/>
          </p:nvSpPr>
          <p:spPr>
            <a:xfrm>
              <a:off x="4007175" y="2781000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1" y="0"/>
                    <a:pt x="88" y="0"/>
                    <a:pt x="55" y="17"/>
                  </a:cubicBezTo>
                  <a:cubicBezTo>
                    <a:pt x="34" y="49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5" y="239"/>
                    <a:pt x="88" y="256"/>
                  </a:cubicBezTo>
                  <a:cubicBezTo>
                    <a:pt x="137" y="256"/>
                    <a:pt x="207" y="223"/>
                    <a:pt x="224" y="136"/>
                  </a:cubicBezTo>
                  <a:cubicBezTo>
                    <a:pt x="224" y="103"/>
                    <a:pt x="224" y="87"/>
                    <a:pt x="207" y="49"/>
                  </a:cubicBezTo>
                  <a:cubicBezTo>
                    <a:pt x="207" y="33"/>
                    <a:pt x="207" y="33"/>
                    <a:pt x="191" y="33"/>
                  </a:cubicBezTo>
                  <a:cubicBezTo>
                    <a:pt x="174" y="17"/>
                    <a:pt x="158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7" name="Google Shape;21497;p66"/>
            <p:cNvSpPr/>
            <p:nvPr/>
          </p:nvSpPr>
          <p:spPr>
            <a:xfrm>
              <a:off x="4008950" y="27503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0" y="0"/>
                  </a:moveTo>
                  <a:cubicBezTo>
                    <a:pt x="99" y="0"/>
                    <a:pt x="70" y="12"/>
                    <a:pt x="50" y="40"/>
                  </a:cubicBezTo>
                  <a:cubicBezTo>
                    <a:pt x="0" y="110"/>
                    <a:pt x="0" y="180"/>
                    <a:pt x="50" y="229"/>
                  </a:cubicBezTo>
                  <a:cubicBezTo>
                    <a:pt x="66" y="246"/>
                    <a:pt x="93" y="255"/>
                    <a:pt x="120" y="255"/>
                  </a:cubicBezTo>
                  <a:cubicBezTo>
                    <a:pt x="152" y="255"/>
                    <a:pt x="186" y="242"/>
                    <a:pt x="206" y="213"/>
                  </a:cubicBezTo>
                  <a:cubicBezTo>
                    <a:pt x="256" y="163"/>
                    <a:pt x="256" y="77"/>
                    <a:pt x="206" y="23"/>
                  </a:cubicBezTo>
                  <a:cubicBezTo>
                    <a:pt x="182" y="8"/>
                    <a:pt x="155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8" name="Google Shape;21498;p66"/>
            <p:cNvSpPr/>
            <p:nvPr/>
          </p:nvSpPr>
          <p:spPr>
            <a:xfrm>
              <a:off x="4002025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7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40" y="120"/>
                    <a:pt x="240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9" name="Google Shape;21499;p66"/>
            <p:cNvSpPr/>
            <p:nvPr/>
          </p:nvSpPr>
          <p:spPr>
            <a:xfrm>
              <a:off x="4050175" y="2839050"/>
              <a:ext cx="6000" cy="6475"/>
            </a:xfrm>
            <a:custGeom>
              <a:avLst/>
              <a:gdLst/>
              <a:ahLst/>
              <a:cxnLst/>
              <a:rect l="l" t="t" r="r" b="b"/>
              <a:pathLst>
                <a:path w="240" h="259" extrusionOk="0">
                  <a:moveTo>
                    <a:pt x="134" y="0"/>
                  </a:moveTo>
                  <a:cubicBezTo>
                    <a:pt x="120" y="0"/>
                    <a:pt x="103" y="5"/>
                    <a:pt x="87" y="16"/>
                  </a:cubicBezTo>
                  <a:cubicBezTo>
                    <a:pt x="50" y="16"/>
                    <a:pt x="33" y="49"/>
                    <a:pt x="17" y="82"/>
                  </a:cubicBezTo>
                  <a:cubicBezTo>
                    <a:pt x="0" y="98"/>
                    <a:pt x="0" y="135"/>
                    <a:pt x="0" y="168"/>
                  </a:cubicBezTo>
                  <a:cubicBezTo>
                    <a:pt x="14" y="226"/>
                    <a:pt x="64" y="259"/>
                    <a:pt x="119" y="259"/>
                  </a:cubicBezTo>
                  <a:cubicBezTo>
                    <a:pt x="130" y="259"/>
                    <a:pt x="142" y="258"/>
                    <a:pt x="153" y="255"/>
                  </a:cubicBezTo>
                  <a:cubicBezTo>
                    <a:pt x="206" y="222"/>
                    <a:pt x="239" y="152"/>
                    <a:pt x="223" y="82"/>
                  </a:cubicBezTo>
                  <a:cubicBezTo>
                    <a:pt x="223" y="65"/>
                    <a:pt x="206" y="49"/>
                    <a:pt x="190" y="32"/>
                  </a:cubicBezTo>
                  <a:cubicBezTo>
                    <a:pt x="190" y="16"/>
                    <a:pt x="190" y="16"/>
                    <a:pt x="169" y="16"/>
                  </a:cubicBezTo>
                  <a:cubicBezTo>
                    <a:pt x="161" y="5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0" name="Google Shape;21500;p66"/>
            <p:cNvSpPr/>
            <p:nvPr/>
          </p:nvSpPr>
          <p:spPr>
            <a:xfrm>
              <a:off x="4021825" y="2784725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44"/>
                    <a:pt x="0" y="177"/>
                    <a:pt x="33" y="210"/>
                  </a:cubicBezTo>
                  <a:cubicBezTo>
                    <a:pt x="33" y="230"/>
                    <a:pt x="66" y="247"/>
                    <a:pt x="87" y="247"/>
                  </a:cubicBezTo>
                  <a:cubicBezTo>
                    <a:pt x="97" y="252"/>
                    <a:pt x="106" y="254"/>
                    <a:pt x="116" y="254"/>
                  </a:cubicBezTo>
                  <a:cubicBezTo>
                    <a:pt x="138" y="254"/>
                    <a:pt x="158" y="242"/>
                    <a:pt x="169" y="230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23" y="41"/>
                  </a:cubicBezTo>
                  <a:cubicBezTo>
                    <a:pt x="207" y="41"/>
                    <a:pt x="207" y="24"/>
                    <a:pt x="207" y="24"/>
                  </a:cubicBezTo>
                  <a:cubicBezTo>
                    <a:pt x="190" y="24"/>
                    <a:pt x="190" y="24"/>
                    <a:pt x="190" y="4"/>
                  </a:cubicBezTo>
                  <a:lnTo>
                    <a:pt x="153" y="4"/>
                  </a:ln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1" name="Google Shape;21501;p66"/>
            <p:cNvSpPr/>
            <p:nvPr/>
          </p:nvSpPr>
          <p:spPr>
            <a:xfrm>
              <a:off x="4049750" y="2787925"/>
              <a:ext cx="6425" cy="6300"/>
            </a:xfrm>
            <a:custGeom>
              <a:avLst/>
              <a:gdLst/>
              <a:ahLst/>
              <a:cxnLst/>
              <a:rect l="l" t="t" r="r" b="b"/>
              <a:pathLst>
                <a:path w="257" h="252" extrusionOk="0">
                  <a:moveTo>
                    <a:pt x="136" y="1"/>
                  </a:moveTo>
                  <a:cubicBezTo>
                    <a:pt x="102" y="1"/>
                    <a:pt x="70" y="20"/>
                    <a:pt x="50" y="49"/>
                  </a:cubicBezTo>
                  <a:cubicBezTo>
                    <a:pt x="1" y="102"/>
                    <a:pt x="1" y="185"/>
                    <a:pt x="50" y="222"/>
                  </a:cubicBezTo>
                  <a:cubicBezTo>
                    <a:pt x="64" y="243"/>
                    <a:pt x="84" y="252"/>
                    <a:pt x="107" y="252"/>
                  </a:cubicBezTo>
                  <a:cubicBezTo>
                    <a:pt x="139" y="252"/>
                    <a:pt x="176" y="234"/>
                    <a:pt x="207" y="205"/>
                  </a:cubicBezTo>
                  <a:cubicBezTo>
                    <a:pt x="256" y="152"/>
                    <a:pt x="240" y="65"/>
                    <a:pt x="207" y="32"/>
                  </a:cubicBezTo>
                  <a:cubicBezTo>
                    <a:pt x="185" y="10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2" name="Google Shape;21502;p66"/>
            <p:cNvSpPr/>
            <p:nvPr/>
          </p:nvSpPr>
          <p:spPr>
            <a:xfrm>
              <a:off x="4047600" y="2771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8" y="1"/>
                  </a:moveTo>
                  <a:cubicBezTo>
                    <a:pt x="97" y="1"/>
                    <a:pt x="63" y="14"/>
                    <a:pt x="33" y="44"/>
                  </a:cubicBezTo>
                  <a:cubicBezTo>
                    <a:pt x="0" y="110"/>
                    <a:pt x="0" y="180"/>
                    <a:pt x="33" y="229"/>
                  </a:cubicBezTo>
                  <a:cubicBezTo>
                    <a:pt x="57" y="246"/>
                    <a:pt x="84" y="255"/>
                    <a:pt x="111" y="255"/>
                  </a:cubicBezTo>
                  <a:cubicBezTo>
                    <a:pt x="144" y="255"/>
                    <a:pt x="177" y="242"/>
                    <a:pt x="206" y="213"/>
                  </a:cubicBezTo>
                  <a:cubicBezTo>
                    <a:pt x="239" y="147"/>
                    <a:pt x="239" y="77"/>
                    <a:pt x="190" y="23"/>
                  </a:cubicBezTo>
                  <a:cubicBezTo>
                    <a:pt x="173" y="9"/>
                    <a:pt x="152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3" name="Google Shape;21503;p66"/>
            <p:cNvSpPr/>
            <p:nvPr/>
          </p:nvSpPr>
          <p:spPr>
            <a:xfrm>
              <a:off x="4018825" y="28303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4" y="1"/>
                  </a:moveTo>
                  <a:cubicBezTo>
                    <a:pt x="34" y="34"/>
                    <a:pt x="1" y="104"/>
                    <a:pt x="17" y="174"/>
                  </a:cubicBezTo>
                  <a:cubicBezTo>
                    <a:pt x="17" y="207"/>
                    <a:pt x="34" y="224"/>
                    <a:pt x="67" y="240"/>
                  </a:cubicBezTo>
                  <a:cubicBezTo>
                    <a:pt x="85" y="250"/>
                    <a:pt x="99" y="255"/>
                    <a:pt x="112" y="255"/>
                  </a:cubicBezTo>
                  <a:cubicBezTo>
                    <a:pt x="125" y="255"/>
                    <a:pt x="137" y="250"/>
                    <a:pt x="153" y="240"/>
                  </a:cubicBezTo>
                  <a:cubicBezTo>
                    <a:pt x="186" y="240"/>
                    <a:pt x="207" y="207"/>
                    <a:pt x="223" y="174"/>
                  </a:cubicBezTo>
                  <a:cubicBezTo>
                    <a:pt x="240" y="158"/>
                    <a:pt x="240" y="104"/>
                    <a:pt x="240" y="87"/>
                  </a:cubicBezTo>
                  <a:cubicBezTo>
                    <a:pt x="223" y="54"/>
                    <a:pt x="223" y="34"/>
                    <a:pt x="207" y="34"/>
                  </a:cubicBezTo>
                  <a:lnTo>
                    <a:pt x="186" y="17"/>
                  </a:lnTo>
                  <a:cubicBezTo>
                    <a:pt x="153" y="1"/>
                    <a:pt x="120" y="1"/>
                    <a:pt x="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4" name="Google Shape;21504;p66"/>
            <p:cNvSpPr/>
            <p:nvPr/>
          </p:nvSpPr>
          <p:spPr>
            <a:xfrm>
              <a:off x="4022650" y="2802125"/>
              <a:ext cx="6000" cy="6275"/>
            </a:xfrm>
            <a:custGeom>
              <a:avLst/>
              <a:gdLst/>
              <a:ahLst/>
              <a:cxnLst/>
              <a:rect l="l" t="t" r="r" b="b"/>
              <a:pathLst>
                <a:path w="240" h="251" extrusionOk="0">
                  <a:moveTo>
                    <a:pt x="136" y="0"/>
                  </a:moveTo>
                  <a:cubicBezTo>
                    <a:pt x="121" y="0"/>
                    <a:pt x="103" y="4"/>
                    <a:pt x="87" y="13"/>
                  </a:cubicBezTo>
                  <a:cubicBezTo>
                    <a:pt x="54" y="13"/>
                    <a:pt x="33" y="50"/>
                    <a:pt x="17" y="66"/>
                  </a:cubicBezTo>
                  <a:cubicBezTo>
                    <a:pt x="0" y="99"/>
                    <a:pt x="0" y="132"/>
                    <a:pt x="17" y="169"/>
                  </a:cubicBezTo>
                  <a:cubicBezTo>
                    <a:pt x="17" y="202"/>
                    <a:pt x="33" y="219"/>
                    <a:pt x="70" y="235"/>
                  </a:cubicBezTo>
                  <a:cubicBezTo>
                    <a:pt x="79" y="246"/>
                    <a:pt x="91" y="251"/>
                    <a:pt x="106" y="251"/>
                  </a:cubicBezTo>
                  <a:cubicBezTo>
                    <a:pt x="121" y="251"/>
                    <a:pt x="138" y="246"/>
                    <a:pt x="157" y="235"/>
                  </a:cubicBezTo>
                  <a:cubicBezTo>
                    <a:pt x="207" y="219"/>
                    <a:pt x="240" y="153"/>
                    <a:pt x="223" y="83"/>
                  </a:cubicBezTo>
                  <a:cubicBezTo>
                    <a:pt x="223" y="50"/>
                    <a:pt x="207" y="29"/>
                    <a:pt x="207" y="29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5" name="Google Shape;21505;p66"/>
            <p:cNvSpPr/>
            <p:nvPr/>
          </p:nvSpPr>
          <p:spPr>
            <a:xfrm>
              <a:off x="4045850" y="2819325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46"/>
                    <a:pt x="0" y="116"/>
                    <a:pt x="17" y="186"/>
                  </a:cubicBezTo>
                  <a:cubicBezTo>
                    <a:pt x="17" y="219"/>
                    <a:pt x="33" y="236"/>
                    <a:pt x="70" y="252"/>
                  </a:cubicBezTo>
                  <a:cubicBezTo>
                    <a:pt x="78" y="260"/>
                    <a:pt x="91" y="265"/>
                    <a:pt x="106" y="265"/>
                  </a:cubicBezTo>
                  <a:cubicBezTo>
                    <a:pt x="121" y="265"/>
                    <a:pt x="138" y="260"/>
                    <a:pt x="157" y="252"/>
                  </a:cubicBezTo>
                  <a:cubicBezTo>
                    <a:pt x="206" y="236"/>
                    <a:pt x="239" y="149"/>
                    <a:pt x="239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6" name="Google Shape;21506;p66"/>
            <p:cNvSpPr/>
            <p:nvPr/>
          </p:nvSpPr>
          <p:spPr>
            <a:xfrm>
              <a:off x="4054900" y="2742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28" y="0"/>
                  </a:moveTo>
                  <a:cubicBezTo>
                    <a:pt x="95" y="0"/>
                    <a:pt x="61" y="13"/>
                    <a:pt x="34" y="40"/>
                  </a:cubicBezTo>
                  <a:cubicBezTo>
                    <a:pt x="17" y="56"/>
                    <a:pt x="17" y="77"/>
                    <a:pt x="17" y="94"/>
                  </a:cubicBezTo>
                  <a:cubicBezTo>
                    <a:pt x="1" y="143"/>
                    <a:pt x="17" y="197"/>
                    <a:pt x="34" y="230"/>
                  </a:cubicBezTo>
                  <a:cubicBezTo>
                    <a:pt x="53" y="249"/>
                    <a:pt x="80" y="257"/>
                    <a:pt x="105" y="257"/>
                  </a:cubicBezTo>
                  <a:cubicBezTo>
                    <a:pt x="123" y="257"/>
                    <a:pt x="140" y="253"/>
                    <a:pt x="153" y="246"/>
                  </a:cubicBezTo>
                  <a:cubicBezTo>
                    <a:pt x="170" y="230"/>
                    <a:pt x="186" y="230"/>
                    <a:pt x="207" y="213"/>
                  </a:cubicBezTo>
                  <a:cubicBezTo>
                    <a:pt x="240" y="143"/>
                    <a:pt x="240" y="77"/>
                    <a:pt x="207" y="23"/>
                  </a:cubicBezTo>
                  <a:cubicBezTo>
                    <a:pt x="183" y="9"/>
                    <a:pt x="155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7" name="Google Shape;21507;p66"/>
            <p:cNvSpPr/>
            <p:nvPr/>
          </p:nvSpPr>
          <p:spPr>
            <a:xfrm>
              <a:off x="4118400" y="27715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1"/>
                  </a:moveTo>
                  <a:cubicBezTo>
                    <a:pt x="87" y="1"/>
                    <a:pt x="38" y="54"/>
                    <a:pt x="17" y="120"/>
                  </a:cubicBezTo>
                  <a:cubicBezTo>
                    <a:pt x="1" y="157"/>
                    <a:pt x="17" y="190"/>
                    <a:pt x="38" y="207"/>
                  </a:cubicBezTo>
                  <a:cubicBezTo>
                    <a:pt x="38" y="244"/>
                    <a:pt x="71" y="260"/>
                    <a:pt x="104" y="260"/>
                  </a:cubicBezTo>
                  <a:cubicBezTo>
                    <a:pt x="120" y="260"/>
                    <a:pt x="157" y="260"/>
                    <a:pt x="190" y="244"/>
                  </a:cubicBezTo>
                  <a:cubicBezTo>
                    <a:pt x="207" y="223"/>
                    <a:pt x="223" y="190"/>
                    <a:pt x="244" y="157"/>
                  </a:cubicBezTo>
                  <a:cubicBezTo>
                    <a:pt x="244" y="120"/>
                    <a:pt x="244" y="87"/>
                    <a:pt x="223" y="54"/>
                  </a:cubicBezTo>
                  <a:lnTo>
                    <a:pt x="207" y="38"/>
                  </a:lnTo>
                  <a:cubicBezTo>
                    <a:pt x="190" y="17"/>
                    <a:pt x="174" y="17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8" name="Google Shape;21508;p66"/>
            <p:cNvSpPr/>
            <p:nvPr/>
          </p:nvSpPr>
          <p:spPr>
            <a:xfrm>
              <a:off x="4127050" y="2817075"/>
              <a:ext cx="5600" cy="6400"/>
            </a:xfrm>
            <a:custGeom>
              <a:avLst/>
              <a:gdLst/>
              <a:ahLst/>
              <a:cxnLst/>
              <a:rect l="l" t="t" r="r" b="b"/>
              <a:pathLst>
                <a:path w="224" h="256" extrusionOk="0">
                  <a:moveTo>
                    <a:pt x="137" y="0"/>
                  </a:moveTo>
                  <a:cubicBezTo>
                    <a:pt x="120" y="0"/>
                    <a:pt x="83" y="0"/>
                    <a:pt x="67" y="17"/>
                  </a:cubicBezTo>
                  <a:cubicBezTo>
                    <a:pt x="34" y="33"/>
                    <a:pt x="17" y="70"/>
                    <a:pt x="1" y="103"/>
                  </a:cubicBezTo>
                  <a:cubicBezTo>
                    <a:pt x="1" y="136"/>
                    <a:pt x="1" y="173"/>
                    <a:pt x="17" y="206"/>
                  </a:cubicBezTo>
                  <a:cubicBezTo>
                    <a:pt x="34" y="223"/>
                    <a:pt x="50" y="239"/>
                    <a:pt x="83" y="256"/>
                  </a:cubicBezTo>
                  <a:cubicBezTo>
                    <a:pt x="137" y="256"/>
                    <a:pt x="186" y="223"/>
                    <a:pt x="224" y="153"/>
                  </a:cubicBezTo>
                  <a:lnTo>
                    <a:pt x="224" y="136"/>
                  </a:lnTo>
                  <a:cubicBezTo>
                    <a:pt x="224" y="103"/>
                    <a:pt x="224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9" name="Google Shape;21509;p66"/>
            <p:cNvSpPr/>
            <p:nvPr/>
          </p:nvSpPr>
          <p:spPr>
            <a:xfrm>
              <a:off x="4129125" y="2709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57" y="0"/>
                  </a:moveTo>
                  <a:cubicBezTo>
                    <a:pt x="87" y="0"/>
                    <a:pt x="37" y="33"/>
                    <a:pt x="21" y="104"/>
                  </a:cubicBezTo>
                  <a:cubicBezTo>
                    <a:pt x="0" y="137"/>
                    <a:pt x="21" y="174"/>
                    <a:pt x="37" y="207"/>
                  </a:cubicBezTo>
                  <a:cubicBezTo>
                    <a:pt x="37" y="240"/>
                    <a:pt x="70" y="260"/>
                    <a:pt x="103" y="260"/>
                  </a:cubicBezTo>
                  <a:cubicBezTo>
                    <a:pt x="157" y="260"/>
                    <a:pt x="227" y="223"/>
                    <a:pt x="244" y="157"/>
                  </a:cubicBezTo>
                  <a:cubicBezTo>
                    <a:pt x="244" y="120"/>
                    <a:pt x="244" y="87"/>
                    <a:pt x="227" y="54"/>
                  </a:cubicBezTo>
                  <a:lnTo>
                    <a:pt x="206" y="33"/>
                  </a:lnTo>
                  <a:cubicBezTo>
                    <a:pt x="190" y="17"/>
                    <a:pt x="174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0" name="Google Shape;21510;p66"/>
            <p:cNvSpPr/>
            <p:nvPr/>
          </p:nvSpPr>
          <p:spPr>
            <a:xfrm>
              <a:off x="4130875" y="2724800"/>
              <a:ext cx="6525" cy="6525"/>
            </a:xfrm>
            <a:custGeom>
              <a:avLst/>
              <a:gdLst/>
              <a:ahLst/>
              <a:cxnLst/>
              <a:rect l="l" t="t" r="r" b="b"/>
              <a:pathLst>
                <a:path w="261" h="261" extrusionOk="0">
                  <a:moveTo>
                    <a:pt x="146" y="0"/>
                  </a:moveTo>
                  <a:cubicBezTo>
                    <a:pt x="111" y="0"/>
                    <a:pt x="73" y="19"/>
                    <a:pt x="54" y="51"/>
                  </a:cubicBezTo>
                  <a:cubicBezTo>
                    <a:pt x="0" y="100"/>
                    <a:pt x="0" y="187"/>
                    <a:pt x="54" y="236"/>
                  </a:cubicBezTo>
                  <a:cubicBezTo>
                    <a:pt x="75" y="252"/>
                    <a:pt x="99" y="261"/>
                    <a:pt x="123" y="261"/>
                  </a:cubicBezTo>
                  <a:cubicBezTo>
                    <a:pt x="156" y="261"/>
                    <a:pt x="187" y="244"/>
                    <a:pt x="207" y="203"/>
                  </a:cubicBezTo>
                  <a:cubicBezTo>
                    <a:pt x="260" y="154"/>
                    <a:pt x="260" y="67"/>
                    <a:pt x="207" y="30"/>
                  </a:cubicBezTo>
                  <a:cubicBezTo>
                    <a:pt x="193" y="10"/>
                    <a:pt x="170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1" name="Google Shape;21511;p66"/>
            <p:cNvSpPr/>
            <p:nvPr/>
          </p:nvSpPr>
          <p:spPr>
            <a:xfrm>
              <a:off x="4130875" y="2772200"/>
              <a:ext cx="6525" cy="6400"/>
            </a:xfrm>
            <a:custGeom>
              <a:avLst/>
              <a:gdLst/>
              <a:ahLst/>
              <a:cxnLst/>
              <a:rect l="l" t="t" r="r" b="b"/>
              <a:pathLst>
                <a:path w="261" h="256" extrusionOk="0">
                  <a:moveTo>
                    <a:pt x="144" y="0"/>
                  </a:moveTo>
                  <a:cubicBezTo>
                    <a:pt x="114" y="0"/>
                    <a:pt x="81" y="14"/>
                    <a:pt x="54" y="43"/>
                  </a:cubicBezTo>
                  <a:cubicBezTo>
                    <a:pt x="0" y="113"/>
                    <a:pt x="17" y="179"/>
                    <a:pt x="54" y="232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2" y="253"/>
                    <a:pt x="123" y="255"/>
                    <a:pt x="133" y="255"/>
                  </a:cubicBezTo>
                  <a:cubicBezTo>
                    <a:pt x="163" y="255"/>
                    <a:pt x="195" y="240"/>
                    <a:pt x="207" y="216"/>
                  </a:cubicBezTo>
                  <a:cubicBezTo>
                    <a:pt x="240" y="162"/>
                    <a:pt x="260" y="113"/>
                    <a:pt x="240" y="76"/>
                  </a:cubicBezTo>
                  <a:cubicBezTo>
                    <a:pt x="240" y="59"/>
                    <a:pt x="223" y="43"/>
                    <a:pt x="207" y="26"/>
                  </a:cubicBezTo>
                  <a:cubicBezTo>
                    <a:pt x="192" y="9"/>
                    <a:pt x="169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2" name="Google Shape;21512;p66"/>
            <p:cNvSpPr/>
            <p:nvPr/>
          </p:nvSpPr>
          <p:spPr>
            <a:xfrm>
              <a:off x="4126125" y="2802250"/>
              <a:ext cx="5600" cy="6350"/>
            </a:xfrm>
            <a:custGeom>
              <a:avLst/>
              <a:gdLst/>
              <a:ahLst/>
              <a:cxnLst/>
              <a:rect l="l" t="t" r="r" b="b"/>
              <a:pathLst>
                <a:path w="224" h="254" extrusionOk="0">
                  <a:moveTo>
                    <a:pt x="120" y="1"/>
                  </a:moveTo>
                  <a:cubicBezTo>
                    <a:pt x="101" y="1"/>
                    <a:pt x="78" y="12"/>
                    <a:pt x="54" y="24"/>
                  </a:cubicBezTo>
                  <a:cubicBezTo>
                    <a:pt x="38" y="45"/>
                    <a:pt x="17" y="78"/>
                    <a:pt x="1" y="111"/>
                  </a:cubicBezTo>
                  <a:cubicBezTo>
                    <a:pt x="1" y="148"/>
                    <a:pt x="1" y="181"/>
                    <a:pt x="17" y="197"/>
                  </a:cubicBezTo>
                  <a:cubicBezTo>
                    <a:pt x="38" y="230"/>
                    <a:pt x="54" y="251"/>
                    <a:pt x="87" y="251"/>
                  </a:cubicBezTo>
                  <a:cubicBezTo>
                    <a:pt x="96" y="253"/>
                    <a:pt x="104" y="254"/>
                    <a:pt x="112" y="254"/>
                  </a:cubicBezTo>
                  <a:cubicBezTo>
                    <a:pt x="169" y="254"/>
                    <a:pt x="209" y="206"/>
                    <a:pt x="223" y="148"/>
                  </a:cubicBezTo>
                  <a:cubicBezTo>
                    <a:pt x="223" y="111"/>
                    <a:pt x="223" y="78"/>
                    <a:pt x="207" y="61"/>
                  </a:cubicBezTo>
                  <a:cubicBezTo>
                    <a:pt x="207" y="45"/>
                    <a:pt x="207" y="45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3"/>
                    <a:pt x="128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3" name="Google Shape;21513;p66"/>
            <p:cNvSpPr/>
            <p:nvPr/>
          </p:nvSpPr>
          <p:spPr>
            <a:xfrm>
              <a:off x="4129125" y="275545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1" y="1"/>
                  </a:moveTo>
                  <a:cubicBezTo>
                    <a:pt x="103" y="1"/>
                    <a:pt x="77" y="13"/>
                    <a:pt x="54" y="24"/>
                  </a:cubicBezTo>
                  <a:cubicBezTo>
                    <a:pt x="37" y="41"/>
                    <a:pt x="21" y="78"/>
                    <a:pt x="0" y="111"/>
                  </a:cubicBezTo>
                  <a:cubicBezTo>
                    <a:pt x="0" y="144"/>
                    <a:pt x="0" y="181"/>
                    <a:pt x="21" y="197"/>
                  </a:cubicBezTo>
                  <a:cubicBezTo>
                    <a:pt x="37" y="230"/>
                    <a:pt x="54" y="247"/>
                    <a:pt x="87" y="247"/>
                  </a:cubicBezTo>
                  <a:cubicBezTo>
                    <a:pt x="97" y="250"/>
                    <a:pt x="107" y="251"/>
                    <a:pt x="117" y="251"/>
                  </a:cubicBezTo>
                  <a:cubicBezTo>
                    <a:pt x="171" y="251"/>
                    <a:pt x="210" y="204"/>
                    <a:pt x="227" y="144"/>
                  </a:cubicBezTo>
                  <a:cubicBezTo>
                    <a:pt x="244" y="111"/>
                    <a:pt x="227" y="78"/>
                    <a:pt x="206" y="61"/>
                  </a:cubicBezTo>
                  <a:cubicBezTo>
                    <a:pt x="206" y="41"/>
                    <a:pt x="206" y="41"/>
                    <a:pt x="190" y="24"/>
                  </a:cubicBezTo>
                  <a:cubicBezTo>
                    <a:pt x="190" y="8"/>
                    <a:pt x="174" y="8"/>
                    <a:pt x="141" y="8"/>
                  </a:cubicBezTo>
                  <a:cubicBezTo>
                    <a:pt x="136" y="3"/>
                    <a:pt x="129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4" name="Google Shape;21514;p66"/>
            <p:cNvSpPr/>
            <p:nvPr/>
          </p:nvSpPr>
          <p:spPr>
            <a:xfrm>
              <a:off x="3997700" y="2812150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1" y="1"/>
                  </a:moveTo>
                  <a:cubicBezTo>
                    <a:pt x="98" y="1"/>
                    <a:pt x="65" y="13"/>
                    <a:pt x="38" y="40"/>
                  </a:cubicBezTo>
                  <a:cubicBezTo>
                    <a:pt x="1" y="110"/>
                    <a:pt x="1" y="181"/>
                    <a:pt x="38" y="230"/>
                  </a:cubicBezTo>
                  <a:cubicBezTo>
                    <a:pt x="54" y="247"/>
                    <a:pt x="71" y="247"/>
                    <a:pt x="87" y="247"/>
                  </a:cubicBezTo>
                  <a:cubicBezTo>
                    <a:pt x="97" y="252"/>
                    <a:pt x="109" y="255"/>
                    <a:pt x="120" y="255"/>
                  </a:cubicBezTo>
                  <a:cubicBezTo>
                    <a:pt x="150" y="255"/>
                    <a:pt x="183" y="237"/>
                    <a:pt x="207" y="214"/>
                  </a:cubicBezTo>
                  <a:cubicBezTo>
                    <a:pt x="244" y="164"/>
                    <a:pt x="244" y="110"/>
                    <a:pt x="227" y="77"/>
                  </a:cubicBezTo>
                  <a:cubicBezTo>
                    <a:pt x="227" y="61"/>
                    <a:pt x="207" y="40"/>
                    <a:pt x="207" y="24"/>
                  </a:cubicBezTo>
                  <a:cubicBezTo>
                    <a:pt x="185" y="9"/>
                    <a:pt x="158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5" name="Google Shape;21515;p66"/>
            <p:cNvSpPr/>
            <p:nvPr/>
          </p:nvSpPr>
          <p:spPr>
            <a:xfrm>
              <a:off x="3991725" y="284077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41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3" y="50"/>
                    <a:pt x="1" y="116"/>
                    <a:pt x="17" y="186"/>
                  </a:cubicBezTo>
                  <a:cubicBezTo>
                    <a:pt x="33" y="219"/>
                    <a:pt x="54" y="235"/>
                    <a:pt x="71" y="256"/>
                  </a:cubicBezTo>
                  <a:cubicBezTo>
                    <a:pt x="87" y="264"/>
                    <a:pt x="104" y="268"/>
                    <a:pt x="119" y="268"/>
                  </a:cubicBezTo>
                  <a:cubicBezTo>
                    <a:pt x="133" y="268"/>
                    <a:pt x="147" y="264"/>
                    <a:pt x="157" y="256"/>
                  </a:cubicBezTo>
                  <a:cubicBezTo>
                    <a:pt x="190" y="235"/>
                    <a:pt x="207" y="219"/>
                    <a:pt x="223" y="186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40" y="66"/>
                    <a:pt x="223" y="50"/>
                    <a:pt x="207" y="29"/>
                  </a:cubicBezTo>
                  <a:lnTo>
                    <a:pt x="190" y="13"/>
                  </a:lnTo>
                  <a:cubicBezTo>
                    <a:pt x="174" y="4"/>
                    <a:pt x="15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6" name="Google Shape;21516;p66"/>
            <p:cNvSpPr/>
            <p:nvPr/>
          </p:nvSpPr>
          <p:spPr>
            <a:xfrm>
              <a:off x="3996475" y="27972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29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17" y="177"/>
                    <a:pt x="17" y="210"/>
                  </a:cubicBezTo>
                  <a:cubicBezTo>
                    <a:pt x="33" y="226"/>
                    <a:pt x="70" y="247"/>
                    <a:pt x="87" y="247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9" y="241"/>
                    <a:pt x="173" y="226"/>
                  </a:cubicBezTo>
                  <a:cubicBezTo>
                    <a:pt x="206" y="210"/>
                    <a:pt x="223" y="177"/>
                    <a:pt x="223" y="144"/>
                  </a:cubicBezTo>
                  <a:cubicBezTo>
                    <a:pt x="239" y="107"/>
                    <a:pt x="239" y="74"/>
                    <a:pt x="223" y="57"/>
                  </a:cubicBezTo>
                  <a:cubicBezTo>
                    <a:pt x="206" y="41"/>
                    <a:pt x="206" y="41"/>
                    <a:pt x="206" y="20"/>
                  </a:cubicBezTo>
                  <a:cubicBezTo>
                    <a:pt x="190" y="3"/>
                    <a:pt x="173" y="3"/>
                    <a:pt x="153" y="3"/>
                  </a:cubicBezTo>
                  <a:cubicBezTo>
                    <a:pt x="145" y="1"/>
                    <a:pt x="137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7" name="Google Shape;21517;p66"/>
            <p:cNvSpPr/>
            <p:nvPr/>
          </p:nvSpPr>
          <p:spPr>
            <a:xfrm>
              <a:off x="3989975" y="2824000"/>
              <a:ext cx="6100" cy="6450"/>
            </a:xfrm>
            <a:custGeom>
              <a:avLst/>
              <a:gdLst/>
              <a:ahLst/>
              <a:cxnLst/>
              <a:rect l="l" t="t" r="r" b="b"/>
              <a:pathLst>
                <a:path w="244" h="258" extrusionOk="0">
                  <a:moveTo>
                    <a:pt x="134" y="1"/>
                  </a:moveTo>
                  <a:cubicBezTo>
                    <a:pt x="103" y="1"/>
                    <a:pt x="67" y="20"/>
                    <a:pt x="38" y="49"/>
                  </a:cubicBezTo>
                  <a:cubicBezTo>
                    <a:pt x="21" y="65"/>
                    <a:pt x="21" y="82"/>
                    <a:pt x="21" y="102"/>
                  </a:cubicBezTo>
                  <a:cubicBezTo>
                    <a:pt x="0" y="152"/>
                    <a:pt x="0" y="205"/>
                    <a:pt x="38" y="238"/>
                  </a:cubicBezTo>
                  <a:cubicBezTo>
                    <a:pt x="57" y="248"/>
                    <a:pt x="82" y="257"/>
                    <a:pt x="107" y="257"/>
                  </a:cubicBezTo>
                  <a:cubicBezTo>
                    <a:pt x="126" y="257"/>
                    <a:pt x="143" y="252"/>
                    <a:pt x="157" y="238"/>
                  </a:cubicBezTo>
                  <a:cubicBezTo>
                    <a:pt x="174" y="238"/>
                    <a:pt x="190" y="222"/>
                    <a:pt x="207" y="205"/>
                  </a:cubicBezTo>
                  <a:cubicBezTo>
                    <a:pt x="244" y="152"/>
                    <a:pt x="244" y="65"/>
                    <a:pt x="190" y="32"/>
                  </a:cubicBezTo>
                  <a:cubicBezTo>
                    <a:pt x="176" y="10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8" name="Google Shape;21518;p66"/>
            <p:cNvSpPr/>
            <p:nvPr/>
          </p:nvSpPr>
          <p:spPr>
            <a:xfrm>
              <a:off x="3994725" y="2749650"/>
              <a:ext cx="5575" cy="4850"/>
            </a:xfrm>
            <a:custGeom>
              <a:avLst/>
              <a:gdLst/>
              <a:ahLst/>
              <a:cxnLst/>
              <a:rect l="l" t="t" r="r" b="b"/>
              <a:pathLst>
                <a:path w="223" h="194" extrusionOk="0">
                  <a:moveTo>
                    <a:pt x="17" y="1"/>
                  </a:moveTo>
                  <a:cubicBezTo>
                    <a:pt x="17" y="17"/>
                    <a:pt x="17" y="34"/>
                    <a:pt x="0" y="34"/>
                  </a:cubicBezTo>
                  <a:cubicBezTo>
                    <a:pt x="0" y="67"/>
                    <a:pt x="0" y="104"/>
                    <a:pt x="17" y="137"/>
                  </a:cubicBezTo>
                  <a:cubicBezTo>
                    <a:pt x="37" y="170"/>
                    <a:pt x="54" y="190"/>
                    <a:pt x="87" y="190"/>
                  </a:cubicBezTo>
                  <a:cubicBezTo>
                    <a:pt x="95" y="192"/>
                    <a:pt x="104" y="193"/>
                    <a:pt x="112" y="193"/>
                  </a:cubicBezTo>
                  <a:cubicBezTo>
                    <a:pt x="169" y="193"/>
                    <a:pt x="208" y="145"/>
                    <a:pt x="223" y="87"/>
                  </a:cubicBezTo>
                  <a:lnTo>
                    <a:pt x="2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9" name="Google Shape;21519;p66"/>
            <p:cNvSpPr/>
            <p:nvPr/>
          </p:nvSpPr>
          <p:spPr>
            <a:xfrm>
              <a:off x="3993075" y="278235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27" y="1"/>
                  </a:moveTo>
                  <a:cubicBezTo>
                    <a:pt x="115" y="1"/>
                    <a:pt x="101" y="6"/>
                    <a:pt x="83" y="16"/>
                  </a:cubicBezTo>
                  <a:cubicBezTo>
                    <a:pt x="50" y="33"/>
                    <a:pt x="33" y="49"/>
                    <a:pt x="17" y="82"/>
                  </a:cubicBezTo>
                  <a:cubicBezTo>
                    <a:pt x="0" y="119"/>
                    <a:pt x="0" y="152"/>
                    <a:pt x="0" y="185"/>
                  </a:cubicBezTo>
                  <a:cubicBezTo>
                    <a:pt x="12" y="237"/>
                    <a:pt x="51" y="268"/>
                    <a:pt x="99" y="268"/>
                  </a:cubicBezTo>
                  <a:cubicBezTo>
                    <a:pt x="116" y="268"/>
                    <a:pt x="134" y="264"/>
                    <a:pt x="153" y="255"/>
                  </a:cubicBezTo>
                  <a:cubicBezTo>
                    <a:pt x="206" y="239"/>
                    <a:pt x="239" y="152"/>
                    <a:pt x="223" y="82"/>
                  </a:cubicBezTo>
                  <a:cubicBezTo>
                    <a:pt x="223" y="66"/>
                    <a:pt x="206" y="49"/>
                    <a:pt x="186" y="33"/>
                  </a:cubicBezTo>
                  <a:lnTo>
                    <a:pt x="169" y="16"/>
                  </a:lnTo>
                  <a:cubicBezTo>
                    <a:pt x="153" y="6"/>
                    <a:pt x="140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0" name="Google Shape;21520;p66"/>
            <p:cNvSpPr/>
            <p:nvPr/>
          </p:nvSpPr>
          <p:spPr>
            <a:xfrm>
              <a:off x="3988725" y="27630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35" y="1"/>
                  </a:moveTo>
                  <a:cubicBezTo>
                    <a:pt x="121" y="1"/>
                    <a:pt x="104" y="5"/>
                    <a:pt x="88" y="13"/>
                  </a:cubicBezTo>
                  <a:cubicBezTo>
                    <a:pt x="34" y="29"/>
                    <a:pt x="1" y="116"/>
                    <a:pt x="17" y="170"/>
                  </a:cubicBezTo>
                  <a:cubicBezTo>
                    <a:pt x="17" y="203"/>
                    <a:pt x="34" y="236"/>
                    <a:pt x="71" y="252"/>
                  </a:cubicBezTo>
                  <a:lnTo>
                    <a:pt x="153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7"/>
                    <a:pt x="224" y="46"/>
                    <a:pt x="207" y="29"/>
                  </a:cubicBezTo>
                  <a:cubicBezTo>
                    <a:pt x="191" y="13"/>
                    <a:pt x="191" y="13"/>
                    <a:pt x="174" y="13"/>
                  </a:cubicBezTo>
                  <a:cubicBezTo>
                    <a:pt x="164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1" name="Google Shape;21521;p66"/>
            <p:cNvSpPr/>
            <p:nvPr/>
          </p:nvSpPr>
          <p:spPr>
            <a:xfrm>
              <a:off x="3984825" y="2809025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38" y="0"/>
                  </a:moveTo>
                  <a:cubicBezTo>
                    <a:pt x="123" y="0"/>
                    <a:pt x="105" y="5"/>
                    <a:pt x="87" y="13"/>
                  </a:cubicBezTo>
                  <a:cubicBezTo>
                    <a:pt x="37" y="29"/>
                    <a:pt x="0" y="99"/>
                    <a:pt x="21" y="165"/>
                  </a:cubicBezTo>
                  <a:cubicBezTo>
                    <a:pt x="21" y="202"/>
                    <a:pt x="37" y="235"/>
                    <a:pt x="70" y="235"/>
                  </a:cubicBezTo>
                  <a:cubicBezTo>
                    <a:pt x="79" y="244"/>
                    <a:pt x="92" y="248"/>
                    <a:pt x="107" y="248"/>
                  </a:cubicBezTo>
                  <a:cubicBezTo>
                    <a:pt x="123" y="248"/>
                    <a:pt x="140" y="244"/>
                    <a:pt x="157" y="235"/>
                  </a:cubicBezTo>
                  <a:cubicBezTo>
                    <a:pt x="190" y="235"/>
                    <a:pt x="206" y="202"/>
                    <a:pt x="227" y="186"/>
                  </a:cubicBezTo>
                  <a:cubicBezTo>
                    <a:pt x="244" y="149"/>
                    <a:pt x="244" y="116"/>
                    <a:pt x="227" y="83"/>
                  </a:cubicBezTo>
                  <a:cubicBezTo>
                    <a:pt x="227" y="62"/>
                    <a:pt x="227" y="46"/>
                    <a:pt x="206" y="29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2" name="Google Shape;21522;p66"/>
            <p:cNvSpPr/>
            <p:nvPr/>
          </p:nvSpPr>
          <p:spPr>
            <a:xfrm>
              <a:off x="4008950" y="2797800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41" y="0"/>
                  </a:moveTo>
                  <a:cubicBezTo>
                    <a:pt x="107" y="0"/>
                    <a:pt x="71" y="19"/>
                    <a:pt x="50" y="50"/>
                  </a:cubicBezTo>
                  <a:cubicBezTo>
                    <a:pt x="0" y="99"/>
                    <a:pt x="0" y="186"/>
                    <a:pt x="50" y="223"/>
                  </a:cubicBezTo>
                  <a:cubicBezTo>
                    <a:pt x="66" y="239"/>
                    <a:pt x="87" y="239"/>
                    <a:pt x="103" y="256"/>
                  </a:cubicBezTo>
                  <a:cubicBezTo>
                    <a:pt x="136" y="256"/>
                    <a:pt x="169" y="239"/>
                    <a:pt x="206" y="202"/>
                  </a:cubicBezTo>
                  <a:cubicBezTo>
                    <a:pt x="239" y="169"/>
                    <a:pt x="256" y="120"/>
                    <a:pt x="239" y="66"/>
                  </a:cubicBezTo>
                  <a:cubicBezTo>
                    <a:pt x="223" y="50"/>
                    <a:pt x="223" y="33"/>
                    <a:pt x="206" y="33"/>
                  </a:cubicBezTo>
                  <a:cubicBezTo>
                    <a:pt x="190" y="10"/>
                    <a:pt x="166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3" name="Google Shape;21523;p66"/>
            <p:cNvSpPr/>
            <p:nvPr/>
          </p:nvSpPr>
          <p:spPr>
            <a:xfrm>
              <a:off x="4078925" y="2841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8" y="1"/>
                  </a:moveTo>
                  <a:cubicBezTo>
                    <a:pt x="71" y="1"/>
                    <a:pt x="17" y="49"/>
                    <a:pt x="17" y="107"/>
                  </a:cubicBezTo>
                  <a:cubicBezTo>
                    <a:pt x="0" y="160"/>
                    <a:pt x="17" y="193"/>
                    <a:pt x="33" y="210"/>
                  </a:cubicBezTo>
                  <a:cubicBezTo>
                    <a:pt x="50" y="247"/>
                    <a:pt x="71" y="247"/>
                    <a:pt x="87" y="263"/>
                  </a:cubicBezTo>
                  <a:cubicBezTo>
                    <a:pt x="120" y="263"/>
                    <a:pt x="153" y="263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40" y="90"/>
                    <a:pt x="223" y="57"/>
                  </a:cubicBezTo>
                  <a:cubicBezTo>
                    <a:pt x="207" y="41"/>
                    <a:pt x="207" y="41"/>
                    <a:pt x="207" y="20"/>
                  </a:cubicBezTo>
                  <a:lnTo>
                    <a:pt x="190" y="20"/>
                  </a:lnTo>
                  <a:cubicBezTo>
                    <a:pt x="174" y="4"/>
                    <a:pt x="153" y="4"/>
                    <a:pt x="153" y="4"/>
                  </a:cubicBezTo>
                  <a:cubicBezTo>
                    <a:pt x="145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4" name="Google Shape;21524;p66"/>
            <p:cNvSpPr/>
            <p:nvPr/>
          </p:nvSpPr>
          <p:spPr>
            <a:xfrm>
              <a:off x="4083675" y="27484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9" y="0"/>
                  </a:moveTo>
                  <a:cubicBezTo>
                    <a:pt x="124" y="0"/>
                    <a:pt x="111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17" y="202"/>
                    <a:pt x="50" y="239"/>
                    <a:pt x="66" y="239"/>
                  </a:cubicBezTo>
                  <a:cubicBezTo>
                    <a:pt x="103" y="256"/>
                    <a:pt x="120" y="256"/>
                    <a:pt x="153" y="256"/>
                  </a:cubicBezTo>
                  <a:cubicBezTo>
                    <a:pt x="190" y="239"/>
                    <a:pt x="206" y="202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33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5" name="Google Shape;21525;p66"/>
            <p:cNvSpPr/>
            <p:nvPr/>
          </p:nvSpPr>
          <p:spPr>
            <a:xfrm>
              <a:off x="4090975" y="2782750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04" y="0"/>
                  </a:moveTo>
                  <a:cubicBezTo>
                    <a:pt x="67" y="17"/>
                    <a:pt x="17" y="50"/>
                    <a:pt x="1" y="103"/>
                  </a:cubicBezTo>
                  <a:cubicBezTo>
                    <a:pt x="1" y="136"/>
                    <a:pt x="1" y="169"/>
                    <a:pt x="17" y="206"/>
                  </a:cubicBezTo>
                  <a:cubicBezTo>
                    <a:pt x="34" y="239"/>
                    <a:pt x="50" y="256"/>
                    <a:pt x="83" y="256"/>
                  </a:cubicBezTo>
                  <a:cubicBezTo>
                    <a:pt x="90" y="258"/>
                    <a:pt x="98" y="259"/>
                    <a:pt x="105" y="259"/>
                  </a:cubicBezTo>
                  <a:cubicBezTo>
                    <a:pt x="154" y="259"/>
                    <a:pt x="209" y="214"/>
                    <a:pt x="224" y="153"/>
                  </a:cubicBezTo>
                  <a:lnTo>
                    <a:pt x="224" y="120"/>
                  </a:lnTo>
                  <a:cubicBezTo>
                    <a:pt x="224" y="83"/>
                    <a:pt x="207" y="50"/>
                    <a:pt x="186" y="33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6" name="Google Shape;21526;p66"/>
            <p:cNvSpPr/>
            <p:nvPr/>
          </p:nvSpPr>
          <p:spPr>
            <a:xfrm>
              <a:off x="4075925" y="27777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0" y="0"/>
                  </a:moveTo>
                  <a:cubicBezTo>
                    <a:pt x="125" y="0"/>
                    <a:pt x="112" y="4"/>
                    <a:pt x="104" y="12"/>
                  </a:cubicBezTo>
                  <a:cubicBezTo>
                    <a:pt x="34" y="45"/>
                    <a:pt x="1" y="116"/>
                    <a:pt x="17" y="181"/>
                  </a:cubicBezTo>
                  <a:cubicBezTo>
                    <a:pt x="34" y="219"/>
                    <a:pt x="50" y="235"/>
                    <a:pt x="67" y="252"/>
                  </a:cubicBezTo>
                  <a:cubicBezTo>
                    <a:pt x="85" y="260"/>
                    <a:pt x="103" y="264"/>
                    <a:pt x="118" y="264"/>
                  </a:cubicBezTo>
                  <a:cubicBezTo>
                    <a:pt x="133" y="264"/>
                    <a:pt x="145" y="260"/>
                    <a:pt x="153" y="252"/>
                  </a:cubicBezTo>
                  <a:cubicBezTo>
                    <a:pt x="224" y="219"/>
                    <a:pt x="257" y="149"/>
                    <a:pt x="240" y="78"/>
                  </a:cubicBezTo>
                  <a:cubicBezTo>
                    <a:pt x="240" y="62"/>
                    <a:pt x="224" y="45"/>
                    <a:pt x="207" y="29"/>
                  </a:cubicBezTo>
                  <a:lnTo>
                    <a:pt x="191" y="12"/>
                  </a:lnTo>
                  <a:cubicBezTo>
                    <a:pt x="172" y="4"/>
                    <a:pt x="155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7" name="Google Shape;21527;p66"/>
            <p:cNvSpPr/>
            <p:nvPr/>
          </p:nvSpPr>
          <p:spPr>
            <a:xfrm>
              <a:off x="4042025" y="2755925"/>
              <a:ext cx="6425" cy="6650"/>
            </a:xfrm>
            <a:custGeom>
              <a:avLst/>
              <a:gdLst/>
              <a:ahLst/>
              <a:cxnLst/>
              <a:rect l="l" t="t" r="r" b="b"/>
              <a:pathLst>
                <a:path w="257" h="266" extrusionOk="0">
                  <a:moveTo>
                    <a:pt x="144" y="0"/>
                  </a:moveTo>
                  <a:cubicBezTo>
                    <a:pt x="108" y="0"/>
                    <a:pt x="70" y="17"/>
                    <a:pt x="50" y="59"/>
                  </a:cubicBezTo>
                  <a:cubicBezTo>
                    <a:pt x="0" y="108"/>
                    <a:pt x="0" y="195"/>
                    <a:pt x="50" y="228"/>
                  </a:cubicBezTo>
                  <a:cubicBezTo>
                    <a:pt x="66" y="249"/>
                    <a:pt x="83" y="249"/>
                    <a:pt x="104" y="265"/>
                  </a:cubicBezTo>
                  <a:cubicBezTo>
                    <a:pt x="137" y="265"/>
                    <a:pt x="170" y="249"/>
                    <a:pt x="207" y="211"/>
                  </a:cubicBezTo>
                  <a:cubicBezTo>
                    <a:pt x="240" y="178"/>
                    <a:pt x="256" y="125"/>
                    <a:pt x="240" y="75"/>
                  </a:cubicBezTo>
                  <a:cubicBezTo>
                    <a:pt x="223" y="59"/>
                    <a:pt x="223" y="42"/>
                    <a:pt x="207" y="22"/>
                  </a:cubicBezTo>
                  <a:cubicBezTo>
                    <a:pt x="192" y="8"/>
                    <a:pt x="168" y="0"/>
                    <a:pt x="1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8" name="Google Shape;21528;p66"/>
            <p:cNvSpPr/>
            <p:nvPr/>
          </p:nvSpPr>
          <p:spPr>
            <a:xfrm>
              <a:off x="4078500" y="27973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34" y="1"/>
                  </a:moveTo>
                  <a:cubicBezTo>
                    <a:pt x="100" y="1"/>
                    <a:pt x="65" y="19"/>
                    <a:pt x="34" y="50"/>
                  </a:cubicBezTo>
                  <a:cubicBezTo>
                    <a:pt x="1" y="100"/>
                    <a:pt x="1" y="186"/>
                    <a:pt x="34" y="219"/>
                  </a:cubicBezTo>
                  <a:cubicBezTo>
                    <a:pt x="57" y="242"/>
                    <a:pt x="82" y="252"/>
                    <a:pt x="107" y="252"/>
                  </a:cubicBezTo>
                  <a:cubicBezTo>
                    <a:pt x="141" y="252"/>
                    <a:pt x="176" y="233"/>
                    <a:pt x="207" y="203"/>
                  </a:cubicBezTo>
                  <a:cubicBezTo>
                    <a:pt x="240" y="153"/>
                    <a:pt x="240" y="67"/>
                    <a:pt x="207" y="34"/>
                  </a:cubicBezTo>
                  <a:cubicBezTo>
                    <a:pt x="184" y="11"/>
                    <a:pt x="15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9" name="Google Shape;21529;p66"/>
            <p:cNvSpPr/>
            <p:nvPr/>
          </p:nvSpPr>
          <p:spPr>
            <a:xfrm>
              <a:off x="4079325" y="2733200"/>
              <a:ext cx="6025" cy="6250"/>
            </a:xfrm>
            <a:custGeom>
              <a:avLst/>
              <a:gdLst/>
              <a:ahLst/>
              <a:cxnLst/>
              <a:rect l="l" t="t" r="r" b="b"/>
              <a:pathLst>
                <a:path w="241" h="250" extrusionOk="0">
                  <a:moveTo>
                    <a:pt x="118" y="0"/>
                  </a:moveTo>
                  <a:cubicBezTo>
                    <a:pt x="71" y="0"/>
                    <a:pt x="15" y="48"/>
                    <a:pt x="1" y="106"/>
                  </a:cubicBezTo>
                  <a:cubicBezTo>
                    <a:pt x="1" y="143"/>
                    <a:pt x="1" y="176"/>
                    <a:pt x="17" y="193"/>
                  </a:cubicBezTo>
                  <a:cubicBezTo>
                    <a:pt x="34" y="230"/>
                    <a:pt x="55" y="246"/>
                    <a:pt x="88" y="246"/>
                  </a:cubicBezTo>
                  <a:cubicBezTo>
                    <a:pt x="96" y="248"/>
                    <a:pt x="105" y="249"/>
                    <a:pt x="113" y="249"/>
                  </a:cubicBezTo>
                  <a:cubicBezTo>
                    <a:pt x="169" y="249"/>
                    <a:pt x="209" y="201"/>
                    <a:pt x="224" y="143"/>
                  </a:cubicBezTo>
                  <a:cubicBezTo>
                    <a:pt x="240" y="90"/>
                    <a:pt x="224" y="57"/>
                    <a:pt x="191" y="24"/>
                  </a:cubicBezTo>
                  <a:cubicBezTo>
                    <a:pt x="191" y="3"/>
                    <a:pt x="174" y="3"/>
                    <a:pt x="137" y="3"/>
                  </a:cubicBezTo>
                  <a:cubicBezTo>
                    <a:pt x="131" y="1"/>
                    <a:pt x="124" y="0"/>
                    <a:pt x="1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0" name="Google Shape;21530;p66"/>
            <p:cNvSpPr/>
            <p:nvPr/>
          </p:nvSpPr>
          <p:spPr>
            <a:xfrm>
              <a:off x="4115000" y="2757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5" y="1"/>
                  </a:moveTo>
                  <a:cubicBezTo>
                    <a:pt x="120" y="1"/>
                    <a:pt x="104" y="5"/>
                    <a:pt x="87" y="13"/>
                  </a:cubicBezTo>
                  <a:cubicBezTo>
                    <a:pt x="50" y="29"/>
                    <a:pt x="33" y="46"/>
                    <a:pt x="17" y="79"/>
                  </a:cubicBezTo>
                  <a:cubicBezTo>
                    <a:pt x="1" y="116"/>
                    <a:pt x="1" y="149"/>
                    <a:pt x="17" y="182"/>
                  </a:cubicBezTo>
                  <a:cubicBezTo>
                    <a:pt x="31" y="226"/>
                    <a:pt x="69" y="256"/>
                    <a:pt x="120" y="256"/>
                  </a:cubicBezTo>
                  <a:cubicBezTo>
                    <a:pt x="130" y="256"/>
                    <a:pt x="141" y="255"/>
                    <a:pt x="153" y="252"/>
                  </a:cubicBezTo>
                  <a:cubicBezTo>
                    <a:pt x="207" y="219"/>
                    <a:pt x="240" y="149"/>
                    <a:pt x="223" y="79"/>
                  </a:cubicBezTo>
                  <a:cubicBezTo>
                    <a:pt x="223" y="62"/>
                    <a:pt x="207" y="46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1" name="Google Shape;21531;p66"/>
            <p:cNvSpPr/>
            <p:nvPr/>
          </p:nvSpPr>
          <p:spPr>
            <a:xfrm>
              <a:off x="4112000" y="2798700"/>
              <a:ext cx="6025" cy="6175"/>
            </a:xfrm>
            <a:custGeom>
              <a:avLst/>
              <a:gdLst/>
              <a:ahLst/>
              <a:cxnLst/>
              <a:rect l="l" t="t" r="r" b="b"/>
              <a:pathLst>
                <a:path w="241" h="247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34" y="63"/>
                    <a:pt x="17" y="84"/>
                    <a:pt x="17" y="100"/>
                  </a:cubicBezTo>
                  <a:cubicBezTo>
                    <a:pt x="1" y="150"/>
                    <a:pt x="17" y="187"/>
                    <a:pt x="34" y="220"/>
                  </a:cubicBezTo>
                  <a:cubicBezTo>
                    <a:pt x="53" y="239"/>
                    <a:pt x="80" y="247"/>
                    <a:pt x="105" y="247"/>
                  </a:cubicBezTo>
                  <a:cubicBezTo>
                    <a:pt x="123" y="247"/>
                    <a:pt x="140" y="243"/>
                    <a:pt x="153" y="236"/>
                  </a:cubicBezTo>
                  <a:cubicBezTo>
                    <a:pt x="170" y="236"/>
                    <a:pt x="191" y="220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2" name="Google Shape;21532;p66"/>
            <p:cNvSpPr/>
            <p:nvPr/>
          </p:nvSpPr>
          <p:spPr>
            <a:xfrm>
              <a:off x="4069850" y="2760600"/>
              <a:ext cx="5700" cy="6300"/>
            </a:xfrm>
            <a:custGeom>
              <a:avLst/>
              <a:gdLst/>
              <a:ahLst/>
              <a:cxnLst/>
              <a:rect l="l" t="t" r="r" b="b"/>
              <a:pathLst>
                <a:path w="228" h="252" extrusionOk="0">
                  <a:moveTo>
                    <a:pt x="119" y="1"/>
                  </a:moveTo>
                  <a:cubicBezTo>
                    <a:pt x="102" y="1"/>
                    <a:pt x="82" y="8"/>
                    <a:pt x="71" y="8"/>
                  </a:cubicBezTo>
                  <a:cubicBezTo>
                    <a:pt x="38" y="24"/>
                    <a:pt x="21" y="62"/>
                    <a:pt x="1" y="111"/>
                  </a:cubicBezTo>
                  <a:cubicBezTo>
                    <a:pt x="1" y="144"/>
                    <a:pt x="1" y="181"/>
                    <a:pt x="21" y="198"/>
                  </a:cubicBezTo>
                  <a:cubicBezTo>
                    <a:pt x="38" y="231"/>
                    <a:pt x="54" y="247"/>
                    <a:pt x="87" y="247"/>
                  </a:cubicBezTo>
                  <a:cubicBezTo>
                    <a:pt x="95" y="250"/>
                    <a:pt x="103" y="252"/>
                    <a:pt x="111" y="252"/>
                  </a:cubicBezTo>
                  <a:cubicBezTo>
                    <a:pt x="156" y="252"/>
                    <a:pt x="196" y="207"/>
                    <a:pt x="227" y="165"/>
                  </a:cubicBezTo>
                  <a:lnTo>
                    <a:pt x="227" y="144"/>
                  </a:lnTo>
                  <a:cubicBezTo>
                    <a:pt x="227" y="95"/>
                    <a:pt x="227" y="62"/>
                    <a:pt x="190" y="24"/>
                  </a:cubicBezTo>
                  <a:cubicBezTo>
                    <a:pt x="174" y="8"/>
                    <a:pt x="157" y="8"/>
                    <a:pt x="141" y="8"/>
                  </a:cubicBezTo>
                  <a:cubicBezTo>
                    <a:pt x="135" y="2"/>
                    <a:pt x="128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3" name="Google Shape;21533;p66"/>
            <p:cNvSpPr/>
            <p:nvPr/>
          </p:nvSpPr>
          <p:spPr>
            <a:xfrm>
              <a:off x="4113650" y="2815425"/>
              <a:ext cx="6125" cy="6400"/>
            </a:xfrm>
            <a:custGeom>
              <a:avLst/>
              <a:gdLst/>
              <a:ahLst/>
              <a:cxnLst/>
              <a:rect l="l" t="t" r="r" b="b"/>
              <a:pathLst>
                <a:path w="245" h="256" extrusionOk="0">
                  <a:moveTo>
                    <a:pt x="149" y="0"/>
                  </a:moveTo>
                  <a:cubicBezTo>
                    <a:pt x="136" y="0"/>
                    <a:pt x="123" y="4"/>
                    <a:pt x="104" y="12"/>
                  </a:cubicBezTo>
                  <a:cubicBezTo>
                    <a:pt x="38" y="33"/>
                    <a:pt x="1" y="116"/>
                    <a:pt x="22" y="169"/>
                  </a:cubicBezTo>
                  <a:cubicBezTo>
                    <a:pt x="38" y="202"/>
                    <a:pt x="55" y="239"/>
                    <a:pt x="71" y="239"/>
                  </a:cubicBezTo>
                  <a:cubicBezTo>
                    <a:pt x="104" y="256"/>
                    <a:pt x="141" y="256"/>
                    <a:pt x="158" y="256"/>
                  </a:cubicBezTo>
                  <a:cubicBezTo>
                    <a:pt x="191" y="239"/>
                    <a:pt x="207" y="202"/>
                    <a:pt x="228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44" y="66"/>
                    <a:pt x="228" y="50"/>
                    <a:pt x="207" y="33"/>
                  </a:cubicBezTo>
                  <a:cubicBezTo>
                    <a:pt x="207" y="12"/>
                    <a:pt x="191" y="12"/>
                    <a:pt x="191" y="12"/>
                  </a:cubicBezTo>
                  <a:cubicBezTo>
                    <a:pt x="174" y="4"/>
                    <a:pt x="162" y="0"/>
                    <a:pt x="1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4" name="Google Shape;21534;p66"/>
            <p:cNvSpPr/>
            <p:nvPr/>
          </p:nvSpPr>
          <p:spPr>
            <a:xfrm>
              <a:off x="4091400" y="282820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03" y="0"/>
                  </a:moveTo>
                  <a:cubicBezTo>
                    <a:pt x="87" y="0"/>
                    <a:pt x="50" y="17"/>
                    <a:pt x="33" y="54"/>
                  </a:cubicBezTo>
                  <a:cubicBezTo>
                    <a:pt x="17" y="70"/>
                    <a:pt x="0" y="103"/>
                    <a:pt x="0" y="120"/>
                  </a:cubicBezTo>
                  <a:cubicBezTo>
                    <a:pt x="0" y="173"/>
                    <a:pt x="17" y="206"/>
                    <a:pt x="33" y="223"/>
                  </a:cubicBezTo>
                  <a:cubicBezTo>
                    <a:pt x="56" y="246"/>
                    <a:pt x="81" y="256"/>
                    <a:pt x="106" y="256"/>
                  </a:cubicBezTo>
                  <a:cubicBezTo>
                    <a:pt x="141" y="256"/>
                    <a:pt x="176" y="237"/>
                    <a:pt x="207" y="206"/>
                  </a:cubicBezTo>
                  <a:cubicBezTo>
                    <a:pt x="239" y="157"/>
                    <a:pt x="239" y="70"/>
                    <a:pt x="190" y="17"/>
                  </a:cubicBezTo>
                  <a:cubicBezTo>
                    <a:pt x="169" y="0"/>
                    <a:pt x="136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5" name="Google Shape;21535;p66"/>
            <p:cNvSpPr/>
            <p:nvPr/>
          </p:nvSpPr>
          <p:spPr>
            <a:xfrm>
              <a:off x="4087475" y="2720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7" y="0"/>
                  </a:moveTo>
                  <a:cubicBezTo>
                    <a:pt x="121" y="0"/>
                    <a:pt x="104" y="5"/>
                    <a:pt x="87" y="13"/>
                  </a:cubicBezTo>
                  <a:cubicBezTo>
                    <a:pt x="71" y="13"/>
                    <a:pt x="38" y="50"/>
                    <a:pt x="17" y="83"/>
                  </a:cubicBezTo>
                  <a:cubicBezTo>
                    <a:pt x="1" y="116"/>
                    <a:pt x="1" y="153"/>
                    <a:pt x="17" y="169"/>
                  </a:cubicBezTo>
                  <a:cubicBezTo>
                    <a:pt x="17" y="202"/>
                    <a:pt x="38" y="240"/>
                    <a:pt x="71" y="240"/>
                  </a:cubicBezTo>
                  <a:cubicBezTo>
                    <a:pt x="87" y="256"/>
                    <a:pt x="120" y="256"/>
                    <a:pt x="157" y="256"/>
                  </a:cubicBezTo>
                  <a:cubicBezTo>
                    <a:pt x="207" y="219"/>
                    <a:pt x="244" y="153"/>
                    <a:pt x="223" y="83"/>
                  </a:cubicBezTo>
                  <a:cubicBezTo>
                    <a:pt x="223" y="66"/>
                    <a:pt x="207" y="50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6" y="5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6" name="Google Shape;21536;p66"/>
            <p:cNvSpPr/>
            <p:nvPr/>
          </p:nvSpPr>
          <p:spPr>
            <a:xfrm>
              <a:off x="4086250" y="27647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3" y="50"/>
                    <a:pt x="17" y="120"/>
                  </a:cubicBezTo>
                  <a:cubicBezTo>
                    <a:pt x="0" y="153"/>
                    <a:pt x="17" y="186"/>
                    <a:pt x="33" y="207"/>
                  </a:cubicBezTo>
                  <a:cubicBezTo>
                    <a:pt x="33" y="240"/>
                    <a:pt x="66" y="256"/>
                    <a:pt x="103" y="256"/>
                  </a:cubicBezTo>
                  <a:cubicBezTo>
                    <a:pt x="110" y="258"/>
                    <a:pt x="117" y="259"/>
                    <a:pt x="124" y="259"/>
                  </a:cubicBezTo>
                  <a:cubicBezTo>
                    <a:pt x="170" y="259"/>
                    <a:pt x="225" y="214"/>
                    <a:pt x="239" y="153"/>
                  </a:cubicBezTo>
                  <a:cubicBezTo>
                    <a:pt x="239" y="120"/>
                    <a:pt x="239" y="83"/>
                    <a:pt x="223" y="50"/>
                  </a:cubicBezTo>
                  <a:lnTo>
                    <a:pt x="206" y="34"/>
                  </a:ln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7" name="Google Shape;21537;p66"/>
            <p:cNvSpPr/>
            <p:nvPr/>
          </p:nvSpPr>
          <p:spPr>
            <a:xfrm>
              <a:off x="4095200" y="27363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58" y="1"/>
                  </a:moveTo>
                  <a:cubicBezTo>
                    <a:pt x="87" y="1"/>
                    <a:pt x="17" y="50"/>
                    <a:pt x="17" y="120"/>
                  </a:cubicBezTo>
                  <a:cubicBezTo>
                    <a:pt x="1" y="153"/>
                    <a:pt x="1" y="186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7" y="261"/>
                    <a:pt x="107" y="263"/>
                    <a:pt x="117" y="263"/>
                  </a:cubicBezTo>
                  <a:cubicBezTo>
                    <a:pt x="140" y="263"/>
                    <a:pt x="162" y="252"/>
                    <a:pt x="174" y="240"/>
                  </a:cubicBezTo>
                  <a:cubicBezTo>
                    <a:pt x="207" y="223"/>
                    <a:pt x="224" y="186"/>
                    <a:pt x="224" y="153"/>
                  </a:cubicBezTo>
                  <a:cubicBezTo>
                    <a:pt x="244" y="120"/>
                    <a:pt x="244" y="83"/>
                    <a:pt x="224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1" y="17"/>
                    <a:pt x="174" y="17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8" name="Google Shape;21538;p66"/>
            <p:cNvSpPr/>
            <p:nvPr/>
          </p:nvSpPr>
          <p:spPr>
            <a:xfrm>
              <a:off x="4074175" y="2822725"/>
              <a:ext cx="6525" cy="6575"/>
            </a:xfrm>
            <a:custGeom>
              <a:avLst/>
              <a:gdLst/>
              <a:ahLst/>
              <a:cxnLst/>
              <a:rect l="l" t="t" r="r" b="b"/>
              <a:pathLst>
                <a:path w="261" h="263" extrusionOk="0">
                  <a:moveTo>
                    <a:pt x="141" y="1"/>
                  </a:moveTo>
                  <a:cubicBezTo>
                    <a:pt x="126" y="1"/>
                    <a:pt x="112" y="5"/>
                    <a:pt x="104" y="13"/>
                  </a:cubicBezTo>
                  <a:cubicBezTo>
                    <a:pt x="34" y="50"/>
                    <a:pt x="1" y="116"/>
                    <a:pt x="17" y="186"/>
                  </a:cubicBezTo>
                  <a:cubicBezTo>
                    <a:pt x="30" y="240"/>
                    <a:pt x="74" y="262"/>
                    <a:pt x="118" y="262"/>
                  </a:cubicBezTo>
                  <a:cubicBezTo>
                    <a:pt x="132" y="262"/>
                    <a:pt x="145" y="260"/>
                    <a:pt x="158" y="256"/>
                  </a:cubicBezTo>
                  <a:cubicBezTo>
                    <a:pt x="223" y="219"/>
                    <a:pt x="261" y="153"/>
                    <a:pt x="240" y="83"/>
                  </a:cubicBezTo>
                  <a:cubicBezTo>
                    <a:pt x="223" y="67"/>
                    <a:pt x="223" y="50"/>
                    <a:pt x="207" y="30"/>
                  </a:cubicBezTo>
                  <a:cubicBezTo>
                    <a:pt x="190" y="30"/>
                    <a:pt x="190" y="13"/>
                    <a:pt x="190" y="13"/>
                  </a:cubicBezTo>
                  <a:cubicBezTo>
                    <a:pt x="174" y="5"/>
                    <a:pt x="156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9" name="Google Shape;21539;p66"/>
            <p:cNvSpPr/>
            <p:nvPr/>
          </p:nvSpPr>
          <p:spPr>
            <a:xfrm>
              <a:off x="4034300" y="27717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122" y="0"/>
                    <a:pt x="113" y="2"/>
                    <a:pt x="103" y="7"/>
                  </a:cubicBezTo>
                  <a:cubicBezTo>
                    <a:pt x="83" y="7"/>
                    <a:pt x="50" y="28"/>
                    <a:pt x="33" y="44"/>
                  </a:cubicBezTo>
                  <a:cubicBezTo>
                    <a:pt x="17" y="77"/>
                    <a:pt x="0" y="94"/>
                    <a:pt x="0" y="131"/>
                  </a:cubicBezTo>
                  <a:cubicBezTo>
                    <a:pt x="0" y="164"/>
                    <a:pt x="17" y="197"/>
                    <a:pt x="33" y="234"/>
                  </a:cubicBezTo>
                  <a:cubicBezTo>
                    <a:pt x="55" y="248"/>
                    <a:pt x="81" y="257"/>
                    <a:pt x="107" y="257"/>
                  </a:cubicBezTo>
                  <a:cubicBezTo>
                    <a:pt x="141" y="257"/>
                    <a:pt x="176" y="243"/>
                    <a:pt x="206" y="213"/>
                  </a:cubicBezTo>
                  <a:cubicBezTo>
                    <a:pt x="239" y="147"/>
                    <a:pt x="239" y="77"/>
                    <a:pt x="186" y="28"/>
                  </a:cubicBezTo>
                  <a:cubicBezTo>
                    <a:pt x="174" y="13"/>
                    <a:pt x="154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0" name="Google Shape;21540;p66"/>
            <p:cNvSpPr/>
            <p:nvPr/>
          </p:nvSpPr>
          <p:spPr>
            <a:xfrm>
              <a:off x="4028625" y="2755975"/>
              <a:ext cx="6100" cy="6250"/>
            </a:xfrm>
            <a:custGeom>
              <a:avLst/>
              <a:gdLst/>
              <a:ahLst/>
              <a:cxnLst/>
              <a:rect l="l" t="t" r="r" b="b"/>
              <a:pathLst>
                <a:path w="244" h="250" extrusionOk="0">
                  <a:moveTo>
                    <a:pt x="131" y="0"/>
                  </a:moveTo>
                  <a:cubicBezTo>
                    <a:pt x="72" y="0"/>
                    <a:pt x="21" y="49"/>
                    <a:pt x="21" y="106"/>
                  </a:cubicBezTo>
                  <a:cubicBezTo>
                    <a:pt x="1" y="143"/>
                    <a:pt x="1" y="176"/>
                    <a:pt x="21" y="193"/>
                  </a:cubicBezTo>
                  <a:cubicBezTo>
                    <a:pt x="38" y="226"/>
                    <a:pt x="71" y="247"/>
                    <a:pt x="87" y="247"/>
                  </a:cubicBezTo>
                  <a:cubicBezTo>
                    <a:pt x="96" y="249"/>
                    <a:pt x="104" y="250"/>
                    <a:pt x="112" y="250"/>
                  </a:cubicBezTo>
                  <a:cubicBezTo>
                    <a:pt x="169" y="250"/>
                    <a:pt x="209" y="201"/>
                    <a:pt x="227" y="143"/>
                  </a:cubicBezTo>
                  <a:cubicBezTo>
                    <a:pt x="244" y="106"/>
                    <a:pt x="227" y="73"/>
                    <a:pt x="227" y="57"/>
                  </a:cubicBezTo>
                  <a:cubicBezTo>
                    <a:pt x="207" y="40"/>
                    <a:pt x="207" y="40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40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1" name="Google Shape;21541;p66"/>
            <p:cNvSpPr/>
            <p:nvPr/>
          </p:nvSpPr>
          <p:spPr>
            <a:xfrm>
              <a:off x="4037700" y="2850150"/>
              <a:ext cx="3425" cy="425"/>
            </a:xfrm>
            <a:custGeom>
              <a:avLst/>
              <a:gdLst/>
              <a:ahLst/>
              <a:cxnLst/>
              <a:rect l="l" t="t" r="r" b="b"/>
              <a:pathLst>
                <a:path w="137" h="17" extrusionOk="0">
                  <a:moveTo>
                    <a:pt x="87" y="0"/>
                  </a:moveTo>
                  <a:cubicBezTo>
                    <a:pt x="50" y="0"/>
                    <a:pt x="33" y="0"/>
                    <a:pt x="0" y="17"/>
                  </a:cubicBezTo>
                  <a:lnTo>
                    <a:pt x="136" y="17"/>
                  </a:lnTo>
                  <a:cubicBezTo>
                    <a:pt x="120" y="17"/>
                    <a:pt x="103" y="0"/>
                    <a:pt x="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2" name="Google Shape;21542;p66"/>
            <p:cNvSpPr/>
            <p:nvPr/>
          </p:nvSpPr>
          <p:spPr>
            <a:xfrm>
              <a:off x="4035950" y="2788650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5"/>
                    <a:pt x="17" y="106"/>
                  </a:cubicBezTo>
                  <a:cubicBezTo>
                    <a:pt x="0" y="139"/>
                    <a:pt x="0" y="176"/>
                    <a:pt x="17" y="209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06" y="209"/>
                    <a:pt x="22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3" name="Google Shape;21543;p66"/>
            <p:cNvSpPr/>
            <p:nvPr/>
          </p:nvSpPr>
          <p:spPr>
            <a:xfrm>
              <a:off x="4036875" y="280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3" y="1"/>
                  </a:moveTo>
                  <a:cubicBezTo>
                    <a:pt x="86" y="1"/>
                    <a:pt x="31" y="46"/>
                    <a:pt x="17" y="107"/>
                  </a:cubicBezTo>
                  <a:cubicBezTo>
                    <a:pt x="0" y="177"/>
                    <a:pt x="33" y="243"/>
                    <a:pt x="103" y="243"/>
                  </a:cubicBezTo>
                  <a:cubicBezTo>
                    <a:pt x="113" y="249"/>
                    <a:pt x="122" y="252"/>
                    <a:pt x="129" y="252"/>
                  </a:cubicBezTo>
                  <a:cubicBezTo>
                    <a:pt x="148" y="252"/>
                    <a:pt x="163" y="238"/>
                    <a:pt x="186" y="227"/>
                  </a:cubicBezTo>
                  <a:cubicBezTo>
                    <a:pt x="206" y="210"/>
                    <a:pt x="223" y="177"/>
                    <a:pt x="239" y="140"/>
                  </a:cubicBezTo>
                  <a:cubicBezTo>
                    <a:pt x="239" y="107"/>
                    <a:pt x="239" y="74"/>
                    <a:pt x="223" y="58"/>
                  </a:cubicBezTo>
                  <a:cubicBezTo>
                    <a:pt x="223" y="37"/>
                    <a:pt x="223" y="37"/>
                    <a:pt x="206" y="21"/>
                  </a:cubicBezTo>
                  <a:cubicBezTo>
                    <a:pt x="186" y="4"/>
                    <a:pt x="169" y="4"/>
                    <a:pt x="153" y="4"/>
                  </a:cubicBezTo>
                  <a:cubicBezTo>
                    <a:pt x="146" y="2"/>
                    <a:pt x="140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4" name="Google Shape;21544;p66"/>
            <p:cNvSpPr/>
            <p:nvPr/>
          </p:nvSpPr>
          <p:spPr>
            <a:xfrm>
              <a:off x="4030375" y="28183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17" y="38"/>
                    <a:pt x="1" y="12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4"/>
                  </a:cubicBezTo>
                  <a:cubicBezTo>
                    <a:pt x="207" y="207"/>
                    <a:pt x="223" y="190"/>
                    <a:pt x="223" y="157"/>
                  </a:cubicBezTo>
                  <a:cubicBezTo>
                    <a:pt x="240" y="124"/>
                    <a:pt x="223" y="87"/>
                    <a:pt x="223" y="54"/>
                  </a:cubicBezTo>
                  <a:cubicBezTo>
                    <a:pt x="207" y="54"/>
                    <a:pt x="207" y="38"/>
                    <a:pt x="190" y="38"/>
                  </a:cubicBezTo>
                  <a:cubicBezTo>
                    <a:pt x="190" y="21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5" name="Google Shape;21545;p66"/>
            <p:cNvSpPr/>
            <p:nvPr/>
          </p:nvSpPr>
          <p:spPr>
            <a:xfrm>
              <a:off x="4034300" y="2832850"/>
              <a:ext cx="5575" cy="6600"/>
            </a:xfrm>
            <a:custGeom>
              <a:avLst/>
              <a:gdLst/>
              <a:ahLst/>
              <a:cxnLst/>
              <a:rect l="l" t="t" r="r" b="b"/>
              <a:pathLst>
                <a:path w="223" h="264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4"/>
                    <a:pt x="83" y="264"/>
                  </a:cubicBezTo>
                  <a:cubicBezTo>
                    <a:pt x="120" y="264"/>
                    <a:pt x="136" y="264"/>
                    <a:pt x="169" y="227"/>
                  </a:cubicBezTo>
                  <a:cubicBezTo>
                    <a:pt x="186" y="210"/>
                    <a:pt x="223" y="194"/>
                    <a:pt x="223" y="161"/>
                  </a:cubicBezTo>
                  <a:cubicBezTo>
                    <a:pt x="223" y="124"/>
                    <a:pt x="223" y="91"/>
                    <a:pt x="206" y="58"/>
                  </a:cubicBezTo>
                  <a:cubicBezTo>
                    <a:pt x="206" y="37"/>
                    <a:pt x="206" y="37"/>
                    <a:pt x="186" y="37"/>
                  </a:cubicBezTo>
                  <a:cubicBezTo>
                    <a:pt x="169" y="20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6" name="Google Shape;21546;p66"/>
            <p:cNvSpPr/>
            <p:nvPr/>
          </p:nvSpPr>
          <p:spPr>
            <a:xfrm>
              <a:off x="4064300" y="279122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4" y="45"/>
                    <a:pt x="17" y="106"/>
                  </a:cubicBezTo>
                  <a:cubicBezTo>
                    <a:pt x="0" y="139"/>
                    <a:pt x="17" y="176"/>
                    <a:pt x="37" y="209"/>
                  </a:cubicBezTo>
                  <a:cubicBezTo>
                    <a:pt x="37" y="226"/>
                    <a:pt x="70" y="242"/>
                    <a:pt x="103" y="259"/>
                  </a:cubicBezTo>
                  <a:cubicBezTo>
                    <a:pt x="157" y="259"/>
                    <a:pt x="223" y="209"/>
                    <a:pt x="243" y="139"/>
                  </a:cubicBezTo>
                  <a:cubicBezTo>
                    <a:pt x="243" y="106"/>
                    <a:pt x="243" y="73"/>
                    <a:pt x="223" y="53"/>
                  </a:cubicBezTo>
                  <a:cubicBezTo>
                    <a:pt x="223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7" name="Google Shape;21547;p66"/>
            <p:cNvSpPr/>
            <p:nvPr/>
          </p:nvSpPr>
          <p:spPr>
            <a:xfrm>
              <a:off x="4059125" y="2821275"/>
              <a:ext cx="6125" cy="6200"/>
            </a:xfrm>
            <a:custGeom>
              <a:avLst/>
              <a:gdLst/>
              <a:ahLst/>
              <a:cxnLst/>
              <a:rect l="l" t="t" r="r" b="b"/>
              <a:pathLst>
                <a:path w="245" h="248" extrusionOk="0">
                  <a:moveTo>
                    <a:pt x="128" y="1"/>
                  </a:moveTo>
                  <a:cubicBezTo>
                    <a:pt x="74" y="1"/>
                    <a:pt x="35" y="48"/>
                    <a:pt x="17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7" y="246"/>
                    <a:pt x="105" y="248"/>
                    <a:pt x="114" y="248"/>
                  </a:cubicBezTo>
                  <a:cubicBezTo>
                    <a:pt x="170" y="248"/>
                    <a:pt x="209" y="202"/>
                    <a:pt x="224" y="141"/>
                  </a:cubicBezTo>
                  <a:cubicBezTo>
                    <a:pt x="244" y="108"/>
                    <a:pt x="244" y="71"/>
                    <a:pt x="224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5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8" name="Google Shape;21548;p66"/>
            <p:cNvSpPr/>
            <p:nvPr/>
          </p:nvSpPr>
          <p:spPr>
            <a:xfrm>
              <a:off x="4064300" y="2837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40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7" y="50"/>
                    <a:pt x="17" y="87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7" y="239"/>
                    <a:pt x="54" y="256"/>
                    <a:pt x="87" y="256"/>
                  </a:cubicBezTo>
                  <a:cubicBezTo>
                    <a:pt x="96" y="258"/>
                    <a:pt x="105" y="259"/>
                    <a:pt x="113" y="259"/>
                  </a:cubicBezTo>
                  <a:cubicBezTo>
                    <a:pt x="169" y="259"/>
                    <a:pt x="208" y="214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3"/>
                    <a:pt x="190" y="33"/>
                  </a:cubicBezTo>
                  <a:cubicBezTo>
                    <a:pt x="173" y="17"/>
                    <a:pt x="157" y="17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9" name="Google Shape;21549;p66"/>
            <p:cNvSpPr/>
            <p:nvPr/>
          </p:nvSpPr>
          <p:spPr>
            <a:xfrm>
              <a:off x="4051825" y="280450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19" y="1"/>
                  </a:moveTo>
                  <a:cubicBezTo>
                    <a:pt x="70" y="1"/>
                    <a:pt x="18" y="46"/>
                    <a:pt x="0" y="107"/>
                  </a:cubicBezTo>
                  <a:cubicBezTo>
                    <a:pt x="0" y="140"/>
                    <a:pt x="0" y="177"/>
                    <a:pt x="21" y="194"/>
                  </a:cubicBezTo>
                  <a:cubicBezTo>
                    <a:pt x="37" y="227"/>
                    <a:pt x="54" y="243"/>
                    <a:pt x="87" y="243"/>
                  </a:cubicBezTo>
                  <a:cubicBezTo>
                    <a:pt x="97" y="246"/>
                    <a:pt x="107" y="248"/>
                    <a:pt x="116" y="248"/>
                  </a:cubicBezTo>
                  <a:cubicBezTo>
                    <a:pt x="171" y="248"/>
                    <a:pt x="209" y="200"/>
                    <a:pt x="227" y="140"/>
                  </a:cubicBezTo>
                  <a:cubicBezTo>
                    <a:pt x="243" y="107"/>
                    <a:pt x="227" y="74"/>
                    <a:pt x="206" y="58"/>
                  </a:cubicBezTo>
                  <a:cubicBezTo>
                    <a:pt x="206" y="37"/>
                    <a:pt x="206" y="37"/>
                    <a:pt x="190" y="21"/>
                  </a:cubicBezTo>
                  <a:cubicBezTo>
                    <a:pt x="190" y="4"/>
                    <a:pt x="173" y="4"/>
                    <a:pt x="140" y="4"/>
                  </a:cubicBezTo>
                  <a:cubicBezTo>
                    <a:pt x="133" y="2"/>
                    <a:pt x="126" y="1"/>
                    <a:pt x="1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0" name="Google Shape;21550;p66"/>
            <p:cNvSpPr/>
            <p:nvPr/>
          </p:nvSpPr>
          <p:spPr>
            <a:xfrm>
              <a:off x="4062125" y="27757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7" y="1"/>
                  </a:moveTo>
                  <a:cubicBezTo>
                    <a:pt x="103" y="1"/>
                    <a:pt x="67" y="17"/>
                    <a:pt x="38" y="55"/>
                  </a:cubicBezTo>
                  <a:cubicBezTo>
                    <a:pt x="0" y="109"/>
                    <a:pt x="0" y="179"/>
                    <a:pt x="38" y="229"/>
                  </a:cubicBezTo>
                  <a:cubicBezTo>
                    <a:pt x="58" y="251"/>
                    <a:pt x="82" y="260"/>
                    <a:pt x="107" y="260"/>
                  </a:cubicBezTo>
                  <a:cubicBezTo>
                    <a:pt x="141" y="260"/>
                    <a:pt x="178" y="241"/>
                    <a:pt x="207" y="212"/>
                  </a:cubicBezTo>
                  <a:cubicBezTo>
                    <a:pt x="244" y="158"/>
                    <a:pt x="244" y="76"/>
                    <a:pt x="207" y="22"/>
                  </a:cubicBezTo>
                  <a:cubicBezTo>
                    <a:pt x="186" y="9"/>
                    <a:pt x="16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1" name="Google Shape;21551;p66"/>
            <p:cNvSpPr/>
            <p:nvPr/>
          </p:nvSpPr>
          <p:spPr>
            <a:xfrm>
              <a:off x="4056550" y="2758850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35" y="1"/>
                  </a:moveTo>
                  <a:cubicBezTo>
                    <a:pt x="126" y="1"/>
                    <a:pt x="116" y="2"/>
                    <a:pt x="104" y="8"/>
                  </a:cubicBezTo>
                  <a:cubicBezTo>
                    <a:pt x="38" y="45"/>
                    <a:pt x="1" y="111"/>
                    <a:pt x="17" y="181"/>
                  </a:cubicBezTo>
                  <a:cubicBezTo>
                    <a:pt x="38" y="214"/>
                    <a:pt x="54" y="235"/>
                    <a:pt x="71" y="251"/>
                  </a:cubicBezTo>
                  <a:cubicBezTo>
                    <a:pt x="87" y="259"/>
                    <a:pt x="105" y="263"/>
                    <a:pt x="120" y="263"/>
                  </a:cubicBezTo>
                  <a:cubicBezTo>
                    <a:pt x="136" y="263"/>
                    <a:pt x="149" y="259"/>
                    <a:pt x="157" y="251"/>
                  </a:cubicBezTo>
                  <a:cubicBezTo>
                    <a:pt x="190" y="235"/>
                    <a:pt x="207" y="214"/>
                    <a:pt x="223" y="181"/>
                  </a:cubicBezTo>
                  <a:cubicBezTo>
                    <a:pt x="244" y="148"/>
                    <a:pt x="244" y="111"/>
                    <a:pt x="244" y="78"/>
                  </a:cubicBezTo>
                  <a:cubicBezTo>
                    <a:pt x="244" y="61"/>
                    <a:pt x="223" y="45"/>
                    <a:pt x="207" y="28"/>
                  </a:cubicBezTo>
                  <a:cubicBezTo>
                    <a:pt x="207" y="28"/>
                    <a:pt x="190" y="28"/>
                    <a:pt x="190" y="8"/>
                  </a:cubicBezTo>
                  <a:cubicBezTo>
                    <a:pt x="168" y="8"/>
                    <a:pt x="154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2" name="Google Shape;21552;p66"/>
            <p:cNvSpPr/>
            <p:nvPr/>
          </p:nvSpPr>
          <p:spPr>
            <a:xfrm>
              <a:off x="4069025" y="27457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20" y="1"/>
                    <a:pt x="87" y="1"/>
                    <a:pt x="54" y="38"/>
                  </a:cubicBezTo>
                  <a:cubicBezTo>
                    <a:pt x="34" y="55"/>
                    <a:pt x="17" y="71"/>
                    <a:pt x="1" y="104"/>
                  </a:cubicBezTo>
                  <a:cubicBezTo>
                    <a:pt x="1" y="141"/>
                    <a:pt x="1" y="174"/>
                    <a:pt x="17" y="207"/>
                  </a:cubicBezTo>
                  <a:cubicBezTo>
                    <a:pt x="34" y="244"/>
                    <a:pt x="54" y="261"/>
                    <a:pt x="87" y="261"/>
                  </a:cubicBezTo>
                  <a:cubicBezTo>
                    <a:pt x="93" y="263"/>
                    <a:pt x="100" y="264"/>
                    <a:pt x="106" y="264"/>
                  </a:cubicBezTo>
                  <a:cubicBezTo>
                    <a:pt x="153" y="264"/>
                    <a:pt x="209" y="215"/>
                    <a:pt x="223" y="158"/>
                  </a:cubicBezTo>
                  <a:cubicBezTo>
                    <a:pt x="223" y="121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17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3" name="Google Shape;21553;p66"/>
            <p:cNvSpPr/>
            <p:nvPr/>
          </p:nvSpPr>
          <p:spPr>
            <a:xfrm>
              <a:off x="4066050" y="2806825"/>
              <a:ext cx="6400" cy="6300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144" y="1"/>
                  </a:moveTo>
                  <a:cubicBezTo>
                    <a:pt x="109" y="1"/>
                    <a:pt x="71" y="18"/>
                    <a:pt x="50" y="47"/>
                  </a:cubicBezTo>
                  <a:cubicBezTo>
                    <a:pt x="0" y="101"/>
                    <a:pt x="0" y="187"/>
                    <a:pt x="50" y="220"/>
                  </a:cubicBezTo>
                  <a:cubicBezTo>
                    <a:pt x="65" y="243"/>
                    <a:pt x="89" y="252"/>
                    <a:pt x="114" y="252"/>
                  </a:cubicBezTo>
                  <a:cubicBezTo>
                    <a:pt x="149" y="252"/>
                    <a:pt x="187" y="233"/>
                    <a:pt x="206" y="204"/>
                  </a:cubicBezTo>
                  <a:cubicBezTo>
                    <a:pt x="256" y="150"/>
                    <a:pt x="256" y="68"/>
                    <a:pt x="206" y="31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4" name="Google Shape;21554;p66"/>
            <p:cNvSpPr/>
            <p:nvPr/>
          </p:nvSpPr>
          <p:spPr>
            <a:xfrm>
              <a:off x="4123975" y="2739275"/>
              <a:ext cx="6100" cy="6475"/>
            </a:xfrm>
            <a:custGeom>
              <a:avLst/>
              <a:gdLst/>
              <a:ahLst/>
              <a:cxnLst/>
              <a:rect l="l" t="t" r="r" b="b"/>
              <a:pathLst>
                <a:path w="244" h="259" extrusionOk="0">
                  <a:moveTo>
                    <a:pt x="130" y="0"/>
                  </a:moveTo>
                  <a:cubicBezTo>
                    <a:pt x="74" y="0"/>
                    <a:pt x="35" y="46"/>
                    <a:pt x="21" y="106"/>
                  </a:cubicBezTo>
                  <a:cubicBezTo>
                    <a:pt x="0" y="139"/>
                    <a:pt x="21" y="172"/>
                    <a:pt x="21" y="210"/>
                  </a:cubicBezTo>
                  <a:cubicBezTo>
                    <a:pt x="37" y="226"/>
                    <a:pt x="70" y="242"/>
                    <a:pt x="87" y="259"/>
                  </a:cubicBezTo>
                  <a:cubicBezTo>
                    <a:pt x="157" y="259"/>
                    <a:pt x="227" y="210"/>
                    <a:pt x="227" y="139"/>
                  </a:cubicBezTo>
                  <a:cubicBezTo>
                    <a:pt x="243" y="106"/>
                    <a:pt x="243" y="90"/>
                    <a:pt x="227" y="53"/>
                  </a:cubicBezTo>
                  <a:cubicBezTo>
                    <a:pt x="206" y="36"/>
                    <a:pt x="206" y="36"/>
                    <a:pt x="206" y="2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5" name="Google Shape;21555;p66"/>
            <p:cNvSpPr/>
            <p:nvPr/>
          </p:nvSpPr>
          <p:spPr>
            <a:xfrm>
              <a:off x="3885250" y="276030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0"/>
                  </a:moveTo>
                  <a:cubicBezTo>
                    <a:pt x="74" y="0"/>
                    <a:pt x="31" y="46"/>
                    <a:pt x="17" y="107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67" y="243"/>
                    <a:pt x="87" y="259"/>
                  </a:cubicBezTo>
                  <a:cubicBezTo>
                    <a:pt x="153" y="259"/>
                    <a:pt x="207" y="210"/>
                    <a:pt x="223" y="139"/>
                  </a:cubicBezTo>
                  <a:cubicBezTo>
                    <a:pt x="240" y="107"/>
                    <a:pt x="240" y="74"/>
                    <a:pt x="223" y="53"/>
                  </a:cubicBezTo>
                  <a:cubicBezTo>
                    <a:pt x="207" y="36"/>
                    <a:pt x="207" y="36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4" y="1"/>
                    <a:pt x="136" y="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6" name="Google Shape;21556;p66"/>
            <p:cNvSpPr/>
            <p:nvPr/>
          </p:nvSpPr>
          <p:spPr>
            <a:xfrm>
              <a:off x="3880100" y="27903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3" y="1"/>
                  </a:moveTo>
                  <a:cubicBezTo>
                    <a:pt x="68" y="1"/>
                    <a:pt x="14" y="49"/>
                    <a:pt x="0" y="108"/>
                  </a:cubicBezTo>
                  <a:cubicBezTo>
                    <a:pt x="0" y="141"/>
                    <a:pt x="0" y="174"/>
                    <a:pt x="17" y="191"/>
                  </a:cubicBezTo>
                  <a:cubicBezTo>
                    <a:pt x="33" y="228"/>
                    <a:pt x="50" y="244"/>
                    <a:pt x="87" y="244"/>
                  </a:cubicBezTo>
                  <a:cubicBezTo>
                    <a:pt x="96" y="247"/>
                    <a:pt x="104" y="248"/>
                    <a:pt x="112" y="248"/>
                  </a:cubicBezTo>
                  <a:cubicBezTo>
                    <a:pt x="166" y="248"/>
                    <a:pt x="209" y="202"/>
                    <a:pt x="223" y="141"/>
                  </a:cubicBezTo>
                  <a:cubicBezTo>
                    <a:pt x="240" y="108"/>
                    <a:pt x="223" y="71"/>
                    <a:pt x="207" y="55"/>
                  </a:cubicBezTo>
                  <a:cubicBezTo>
                    <a:pt x="207" y="38"/>
                    <a:pt x="207" y="38"/>
                    <a:pt x="190" y="22"/>
                  </a:cubicBezTo>
                  <a:cubicBezTo>
                    <a:pt x="190" y="5"/>
                    <a:pt x="169" y="5"/>
                    <a:pt x="136" y="5"/>
                  </a:cubicBezTo>
                  <a:cubicBezTo>
                    <a:pt x="129" y="2"/>
                    <a:pt x="121" y="1"/>
                    <a:pt x="1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7" name="Google Shape;21557;p66"/>
            <p:cNvSpPr/>
            <p:nvPr/>
          </p:nvSpPr>
          <p:spPr>
            <a:xfrm>
              <a:off x="3875775" y="283775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36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0" y="101"/>
                    <a:pt x="0" y="187"/>
                    <a:pt x="33" y="220"/>
                  </a:cubicBezTo>
                  <a:cubicBezTo>
                    <a:pt x="54" y="237"/>
                    <a:pt x="70" y="237"/>
                    <a:pt x="87" y="253"/>
                  </a:cubicBezTo>
                  <a:cubicBezTo>
                    <a:pt x="120" y="253"/>
                    <a:pt x="173" y="237"/>
                    <a:pt x="206" y="204"/>
                  </a:cubicBezTo>
                  <a:cubicBezTo>
                    <a:pt x="223" y="171"/>
                    <a:pt x="239" y="117"/>
                    <a:pt x="223" y="68"/>
                  </a:cubicBezTo>
                  <a:cubicBezTo>
                    <a:pt x="223" y="47"/>
                    <a:pt x="206" y="31"/>
                    <a:pt x="206" y="31"/>
                  </a:cubicBezTo>
                  <a:cubicBezTo>
                    <a:pt x="186" y="10"/>
                    <a:pt x="161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8" name="Google Shape;21558;p66"/>
            <p:cNvSpPr/>
            <p:nvPr/>
          </p:nvSpPr>
          <p:spPr>
            <a:xfrm>
              <a:off x="3890000" y="27148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3" y="0"/>
                    <a:pt x="50" y="17"/>
                  </a:cubicBezTo>
                  <a:cubicBezTo>
                    <a:pt x="33" y="54"/>
                    <a:pt x="0" y="70"/>
                    <a:pt x="0" y="103"/>
                  </a:cubicBezTo>
                  <a:cubicBezTo>
                    <a:pt x="0" y="140"/>
                    <a:pt x="0" y="173"/>
                    <a:pt x="17" y="206"/>
                  </a:cubicBezTo>
                  <a:cubicBezTo>
                    <a:pt x="33" y="223"/>
                    <a:pt x="50" y="260"/>
                    <a:pt x="83" y="260"/>
                  </a:cubicBezTo>
                  <a:cubicBezTo>
                    <a:pt x="136" y="260"/>
                    <a:pt x="206" y="223"/>
                    <a:pt x="223" y="157"/>
                  </a:cubicBezTo>
                  <a:cubicBezTo>
                    <a:pt x="223" y="120"/>
                    <a:pt x="223" y="87"/>
                    <a:pt x="206" y="54"/>
                  </a:cubicBezTo>
                  <a:cubicBezTo>
                    <a:pt x="206" y="37"/>
                    <a:pt x="186" y="37"/>
                    <a:pt x="186" y="37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9" name="Google Shape;21559;p66"/>
            <p:cNvSpPr/>
            <p:nvPr/>
          </p:nvSpPr>
          <p:spPr>
            <a:xfrm>
              <a:off x="3890400" y="27294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120" y="1"/>
                    <a:pt x="104" y="1"/>
                    <a:pt x="87" y="17"/>
                  </a:cubicBezTo>
                  <a:cubicBezTo>
                    <a:pt x="50" y="34"/>
                    <a:pt x="17" y="71"/>
                    <a:pt x="17" y="120"/>
                  </a:cubicBezTo>
                  <a:cubicBezTo>
                    <a:pt x="1" y="153"/>
                    <a:pt x="17" y="190"/>
                    <a:pt x="17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6" y="261"/>
                  </a:cubicBezTo>
                  <a:cubicBezTo>
                    <a:pt x="169" y="261"/>
                    <a:pt x="209" y="216"/>
                    <a:pt x="223" y="174"/>
                  </a:cubicBezTo>
                  <a:cubicBezTo>
                    <a:pt x="223" y="153"/>
                    <a:pt x="223" y="153"/>
                    <a:pt x="240" y="153"/>
                  </a:cubicBezTo>
                  <a:cubicBezTo>
                    <a:pt x="240" y="104"/>
                    <a:pt x="223" y="71"/>
                    <a:pt x="207" y="34"/>
                  </a:cubicBezTo>
                  <a:cubicBezTo>
                    <a:pt x="190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0" name="Google Shape;21560;p66"/>
            <p:cNvSpPr/>
            <p:nvPr/>
          </p:nvSpPr>
          <p:spPr>
            <a:xfrm>
              <a:off x="3874525" y="2822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6" y="0"/>
                  </a:moveTo>
                  <a:cubicBezTo>
                    <a:pt x="67" y="0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6"/>
                    <a:pt x="67" y="263"/>
                    <a:pt x="83" y="263"/>
                  </a:cubicBezTo>
                  <a:cubicBezTo>
                    <a:pt x="120" y="263"/>
                    <a:pt x="153" y="263"/>
                    <a:pt x="170" y="226"/>
                  </a:cubicBezTo>
                  <a:cubicBezTo>
                    <a:pt x="207" y="210"/>
                    <a:pt x="223" y="193"/>
                    <a:pt x="223" y="160"/>
                  </a:cubicBezTo>
                  <a:cubicBezTo>
                    <a:pt x="240" y="123"/>
                    <a:pt x="223" y="90"/>
                    <a:pt x="223" y="57"/>
                  </a:cubicBezTo>
                  <a:lnTo>
                    <a:pt x="207" y="37"/>
                  </a:lnTo>
                  <a:cubicBezTo>
                    <a:pt x="186" y="20"/>
                    <a:pt x="170" y="4"/>
                    <a:pt x="153" y="4"/>
                  </a:cubicBezTo>
                  <a:cubicBezTo>
                    <a:pt x="144" y="2"/>
                    <a:pt x="135" y="0"/>
                    <a:pt x="1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1" name="Google Shape;21561;p66"/>
            <p:cNvSpPr/>
            <p:nvPr/>
          </p:nvSpPr>
          <p:spPr>
            <a:xfrm>
              <a:off x="3886900" y="2823150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7" y="0"/>
                  </a:moveTo>
                  <a:cubicBezTo>
                    <a:pt x="104" y="0"/>
                    <a:pt x="73" y="19"/>
                    <a:pt x="54" y="50"/>
                  </a:cubicBezTo>
                  <a:cubicBezTo>
                    <a:pt x="1" y="99"/>
                    <a:pt x="1" y="186"/>
                    <a:pt x="54" y="239"/>
                  </a:cubicBezTo>
                  <a:cubicBezTo>
                    <a:pt x="71" y="239"/>
                    <a:pt x="71" y="256"/>
                    <a:pt x="87" y="256"/>
                  </a:cubicBezTo>
                  <a:cubicBezTo>
                    <a:pt x="100" y="260"/>
                    <a:pt x="112" y="262"/>
                    <a:pt x="123" y="262"/>
                  </a:cubicBezTo>
                  <a:cubicBezTo>
                    <a:pt x="157" y="262"/>
                    <a:pt x="182" y="243"/>
                    <a:pt x="207" y="202"/>
                  </a:cubicBezTo>
                  <a:cubicBezTo>
                    <a:pt x="244" y="169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33"/>
                  </a:cubicBezTo>
                  <a:cubicBezTo>
                    <a:pt x="186" y="10"/>
                    <a:pt x="161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2" name="Google Shape;21562;p66"/>
            <p:cNvSpPr/>
            <p:nvPr/>
          </p:nvSpPr>
          <p:spPr>
            <a:xfrm>
              <a:off x="3892575" y="2840575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15" y="1"/>
                  </a:moveTo>
                  <a:cubicBezTo>
                    <a:pt x="66" y="1"/>
                    <a:pt x="15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3" y="243"/>
                  </a:cubicBezTo>
                  <a:cubicBezTo>
                    <a:pt x="91" y="246"/>
                    <a:pt x="99" y="248"/>
                    <a:pt x="107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39" y="91"/>
                    <a:pt x="223" y="58"/>
                    <a:pt x="186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9" y="2"/>
                    <a:pt x="122" y="1"/>
                    <a:pt x="1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3" name="Google Shape;21563;p66"/>
            <p:cNvSpPr/>
            <p:nvPr/>
          </p:nvSpPr>
          <p:spPr>
            <a:xfrm>
              <a:off x="3871025" y="280812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0" y="0"/>
                  </a:moveTo>
                  <a:cubicBezTo>
                    <a:pt x="117" y="0"/>
                    <a:pt x="104" y="6"/>
                    <a:pt x="87" y="16"/>
                  </a:cubicBezTo>
                  <a:cubicBezTo>
                    <a:pt x="54" y="16"/>
                    <a:pt x="38" y="49"/>
                    <a:pt x="17" y="65"/>
                  </a:cubicBezTo>
                  <a:cubicBezTo>
                    <a:pt x="1" y="98"/>
                    <a:pt x="1" y="135"/>
                    <a:pt x="1" y="168"/>
                  </a:cubicBezTo>
                  <a:cubicBezTo>
                    <a:pt x="13" y="220"/>
                    <a:pt x="54" y="251"/>
                    <a:pt x="96" y="251"/>
                  </a:cubicBezTo>
                  <a:cubicBezTo>
                    <a:pt x="111" y="251"/>
                    <a:pt x="127" y="247"/>
                    <a:pt x="141" y="238"/>
                  </a:cubicBezTo>
                  <a:cubicBezTo>
                    <a:pt x="207" y="222"/>
                    <a:pt x="244" y="152"/>
                    <a:pt x="223" y="82"/>
                  </a:cubicBezTo>
                  <a:cubicBezTo>
                    <a:pt x="223" y="49"/>
                    <a:pt x="207" y="32"/>
                    <a:pt x="190" y="32"/>
                  </a:cubicBezTo>
                  <a:cubicBezTo>
                    <a:pt x="190" y="16"/>
                    <a:pt x="174" y="16"/>
                    <a:pt x="174" y="16"/>
                  </a:cubicBezTo>
                  <a:cubicBezTo>
                    <a:pt x="157" y="6"/>
                    <a:pt x="144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4" name="Google Shape;21564;p66"/>
            <p:cNvSpPr/>
            <p:nvPr/>
          </p:nvSpPr>
          <p:spPr>
            <a:xfrm>
              <a:off x="4152300" y="2792925"/>
              <a:ext cx="6125" cy="6525"/>
            </a:xfrm>
            <a:custGeom>
              <a:avLst/>
              <a:gdLst/>
              <a:ahLst/>
              <a:cxnLst/>
              <a:rect l="l" t="t" r="r" b="b"/>
              <a:pathLst>
                <a:path w="245" h="261" extrusionOk="0">
                  <a:moveTo>
                    <a:pt x="128" y="1"/>
                  </a:moveTo>
                  <a:cubicBezTo>
                    <a:pt x="74" y="1"/>
                    <a:pt x="36" y="49"/>
                    <a:pt x="22" y="108"/>
                  </a:cubicBezTo>
                  <a:cubicBezTo>
                    <a:pt x="1" y="141"/>
                    <a:pt x="1" y="174"/>
                    <a:pt x="22" y="212"/>
                  </a:cubicBezTo>
                  <a:cubicBezTo>
                    <a:pt x="38" y="228"/>
                    <a:pt x="71" y="245"/>
                    <a:pt x="88" y="261"/>
                  </a:cubicBezTo>
                  <a:cubicBezTo>
                    <a:pt x="125" y="261"/>
                    <a:pt x="158" y="245"/>
                    <a:pt x="174" y="228"/>
                  </a:cubicBezTo>
                  <a:cubicBezTo>
                    <a:pt x="207" y="212"/>
                    <a:pt x="228" y="174"/>
                    <a:pt x="228" y="141"/>
                  </a:cubicBezTo>
                  <a:cubicBezTo>
                    <a:pt x="244" y="108"/>
                    <a:pt x="244" y="71"/>
                    <a:pt x="228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1" y="22"/>
                    <a:pt x="174" y="5"/>
                    <a:pt x="158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5" name="Google Shape;21565;p66"/>
            <p:cNvSpPr/>
            <p:nvPr/>
          </p:nvSpPr>
          <p:spPr>
            <a:xfrm>
              <a:off x="4136450" y="2789475"/>
              <a:ext cx="6100" cy="6575"/>
            </a:xfrm>
            <a:custGeom>
              <a:avLst/>
              <a:gdLst/>
              <a:ahLst/>
              <a:cxnLst/>
              <a:rect l="l" t="t" r="r" b="b"/>
              <a:pathLst>
                <a:path w="244" h="263" extrusionOk="0">
                  <a:moveTo>
                    <a:pt x="131" y="0"/>
                  </a:moveTo>
                  <a:cubicBezTo>
                    <a:pt x="70" y="0"/>
                    <a:pt x="15" y="48"/>
                    <a:pt x="0" y="106"/>
                  </a:cubicBezTo>
                  <a:cubicBezTo>
                    <a:pt x="0" y="143"/>
                    <a:pt x="0" y="176"/>
                    <a:pt x="17" y="209"/>
                  </a:cubicBezTo>
                  <a:cubicBezTo>
                    <a:pt x="37" y="226"/>
                    <a:pt x="54" y="246"/>
                    <a:pt x="87" y="263"/>
                  </a:cubicBezTo>
                  <a:cubicBezTo>
                    <a:pt x="157" y="263"/>
                    <a:pt x="206" y="226"/>
                    <a:pt x="223" y="160"/>
                  </a:cubicBezTo>
                  <a:cubicBezTo>
                    <a:pt x="243" y="106"/>
                    <a:pt x="223" y="57"/>
                    <a:pt x="190" y="40"/>
                  </a:cubicBezTo>
                  <a:cubicBezTo>
                    <a:pt x="190" y="20"/>
                    <a:pt x="173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6" name="Google Shape;21566;p66"/>
            <p:cNvSpPr/>
            <p:nvPr/>
          </p:nvSpPr>
          <p:spPr>
            <a:xfrm>
              <a:off x="4156225" y="28075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8" y="1"/>
                  </a:moveTo>
                  <a:cubicBezTo>
                    <a:pt x="71" y="1"/>
                    <a:pt x="15" y="49"/>
                    <a:pt x="1" y="107"/>
                  </a:cubicBezTo>
                  <a:cubicBezTo>
                    <a:pt x="1" y="144"/>
                    <a:pt x="1" y="177"/>
                    <a:pt x="17" y="210"/>
                  </a:cubicBezTo>
                  <a:cubicBezTo>
                    <a:pt x="34" y="226"/>
                    <a:pt x="50" y="247"/>
                    <a:pt x="87" y="247"/>
                  </a:cubicBezTo>
                  <a:cubicBezTo>
                    <a:pt x="97" y="252"/>
                    <a:pt x="106" y="254"/>
                    <a:pt x="115" y="254"/>
                  </a:cubicBezTo>
                  <a:cubicBezTo>
                    <a:pt x="138" y="254"/>
                    <a:pt x="159" y="241"/>
                    <a:pt x="174" y="226"/>
                  </a:cubicBezTo>
                  <a:cubicBezTo>
                    <a:pt x="207" y="210"/>
                    <a:pt x="223" y="177"/>
                    <a:pt x="223" y="144"/>
                  </a:cubicBezTo>
                  <a:cubicBezTo>
                    <a:pt x="240" y="107"/>
                    <a:pt x="223" y="74"/>
                    <a:pt x="207" y="57"/>
                  </a:cubicBezTo>
                  <a:cubicBezTo>
                    <a:pt x="207" y="41"/>
                    <a:pt x="207" y="41"/>
                    <a:pt x="190" y="20"/>
                  </a:cubicBezTo>
                  <a:cubicBezTo>
                    <a:pt x="190" y="4"/>
                    <a:pt x="174" y="4"/>
                    <a:pt x="137" y="4"/>
                  </a:cubicBezTo>
                  <a:cubicBezTo>
                    <a:pt x="131" y="2"/>
                    <a:pt x="124" y="1"/>
                    <a:pt x="1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7" name="Google Shape;21567;p66"/>
            <p:cNvSpPr/>
            <p:nvPr/>
          </p:nvSpPr>
          <p:spPr>
            <a:xfrm>
              <a:off x="4197875" y="2752325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47" y="1"/>
                  </a:moveTo>
                  <a:cubicBezTo>
                    <a:pt x="133" y="1"/>
                    <a:pt x="120" y="5"/>
                    <a:pt x="103" y="13"/>
                  </a:cubicBezTo>
                  <a:cubicBezTo>
                    <a:pt x="33" y="30"/>
                    <a:pt x="0" y="116"/>
                    <a:pt x="17" y="166"/>
                  </a:cubicBezTo>
                  <a:cubicBezTo>
                    <a:pt x="33" y="203"/>
                    <a:pt x="54" y="236"/>
                    <a:pt x="70" y="252"/>
                  </a:cubicBezTo>
                  <a:lnTo>
                    <a:pt x="157" y="252"/>
                  </a:lnTo>
                  <a:cubicBezTo>
                    <a:pt x="223" y="219"/>
                    <a:pt x="260" y="149"/>
                    <a:pt x="239" y="83"/>
                  </a:cubicBezTo>
                  <a:cubicBezTo>
                    <a:pt x="239" y="63"/>
                    <a:pt x="223" y="46"/>
                    <a:pt x="206" y="30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60" y="1"/>
                    <a:pt x="1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8" name="Google Shape;21568;p66"/>
            <p:cNvSpPr/>
            <p:nvPr/>
          </p:nvSpPr>
          <p:spPr>
            <a:xfrm>
              <a:off x="3886900" y="277590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38" y="1"/>
                  </a:moveTo>
                  <a:cubicBezTo>
                    <a:pt x="105" y="1"/>
                    <a:pt x="73" y="19"/>
                    <a:pt x="54" y="47"/>
                  </a:cubicBezTo>
                  <a:cubicBezTo>
                    <a:pt x="1" y="101"/>
                    <a:pt x="1" y="188"/>
                    <a:pt x="54" y="221"/>
                  </a:cubicBezTo>
                  <a:cubicBezTo>
                    <a:pt x="68" y="243"/>
                    <a:pt x="88" y="252"/>
                    <a:pt x="110" y="252"/>
                  </a:cubicBezTo>
                  <a:cubicBezTo>
                    <a:pt x="142" y="252"/>
                    <a:pt x="178" y="233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86" y="10"/>
                    <a:pt x="162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9" name="Google Shape;21569;p66"/>
            <p:cNvSpPr/>
            <p:nvPr/>
          </p:nvSpPr>
          <p:spPr>
            <a:xfrm>
              <a:off x="4200450" y="2771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2" y="1"/>
                  </a:moveTo>
                  <a:cubicBezTo>
                    <a:pt x="101" y="1"/>
                    <a:pt x="72" y="14"/>
                    <a:pt x="54" y="43"/>
                  </a:cubicBezTo>
                  <a:cubicBezTo>
                    <a:pt x="0" y="109"/>
                    <a:pt x="0" y="179"/>
                    <a:pt x="54" y="233"/>
                  </a:cubicBezTo>
                  <a:cubicBezTo>
                    <a:pt x="68" y="247"/>
                    <a:pt x="90" y="256"/>
                    <a:pt x="114" y="256"/>
                  </a:cubicBezTo>
                  <a:cubicBezTo>
                    <a:pt x="145" y="256"/>
                    <a:pt x="179" y="242"/>
                    <a:pt x="207" y="212"/>
                  </a:cubicBezTo>
                  <a:cubicBezTo>
                    <a:pt x="240" y="146"/>
                    <a:pt x="240" y="76"/>
                    <a:pt x="207" y="27"/>
                  </a:cubicBezTo>
                  <a:cubicBezTo>
                    <a:pt x="184" y="10"/>
                    <a:pt x="157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0" name="Google Shape;21570;p66"/>
            <p:cNvSpPr/>
            <p:nvPr/>
          </p:nvSpPr>
          <p:spPr>
            <a:xfrm>
              <a:off x="3872775" y="2773600"/>
              <a:ext cx="5600" cy="6175"/>
            </a:xfrm>
            <a:custGeom>
              <a:avLst/>
              <a:gdLst/>
              <a:ahLst/>
              <a:cxnLst/>
              <a:rect l="l" t="t" r="r" b="b"/>
              <a:pathLst>
                <a:path w="224" h="247" extrusionOk="0">
                  <a:moveTo>
                    <a:pt x="116" y="0"/>
                  </a:moveTo>
                  <a:cubicBezTo>
                    <a:pt x="70" y="0"/>
                    <a:pt x="15" y="45"/>
                    <a:pt x="1" y="106"/>
                  </a:cubicBezTo>
                  <a:cubicBezTo>
                    <a:pt x="1" y="139"/>
                    <a:pt x="1" y="176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5" y="245"/>
                    <a:pt x="102" y="247"/>
                    <a:pt x="110" y="247"/>
                  </a:cubicBezTo>
                  <a:cubicBezTo>
                    <a:pt x="156" y="247"/>
                    <a:pt x="209" y="199"/>
                    <a:pt x="223" y="139"/>
                  </a:cubicBezTo>
                  <a:cubicBezTo>
                    <a:pt x="223" y="106"/>
                    <a:pt x="223" y="73"/>
                    <a:pt x="207" y="36"/>
                  </a:cubicBezTo>
                  <a:cubicBezTo>
                    <a:pt x="207" y="36"/>
                    <a:pt x="207" y="20"/>
                    <a:pt x="190" y="20"/>
                  </a:cubicBezTo>
                  <a:cubicBezTo>
                    <a:pt x="174" y="3"/>
                    <a:pt x="153" y="3"/>
                    <a:pt x="137" y="3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1" name="Google Shape;21571;p66"/>
            <p:cNvSpPr/>
            <p:nvPr/>
          </p:nvSpPr>
          <p:spPr>
            <a:xfrm>
              <a:off x="4158800" y="2778825"/>
              <a:ext cx="6425" cy="6525"/>
            </a:xfrm>
            <a:custGeom>
              <a:avLst/>
              <a:gdLst/>
              <a:ahLst/>
              <a:cxnLst/>
              <a:rect l="l" t="t" r="r" b="b"/>
              <a:pathLst>
                <a:path w="257" h="261" extrusionOk="0">
                  <a:moveTo>
                    <a:pt x="153" y="0"/>
                  </a:moveTo>
                  <a:cubicBezTo>
                    <a:pt x="104" y="0"/>
                    <a:pt x="34" y="54"/>
                    <a:pt x="17" y="120"/>
                  </a:cubicBezTo>
                  <a:cubicBezTo>
                    <a:pt x="1" y="190"/>
                    <a:pt x="50" y="260"/>
                    <a:pt x="104" y="260"/>
                  </a:cubicBezTo>
                  <a:cubicBezTo>
                    <a:pt x="137" y="260"/>
                    <a:pt x="174" y="260"/>
                    <a:pt x="190" y="240"/>
                  </a:cubicBezTo>
                  <a:cubicBezTo>
                    <a:pt x="223" y="223"/>
                    <a:pt x="240" y="190"/>
                    <a:pt x="240" y="157"/>
                  </a:cubicBezTo>
                  <a:cubicBezTo>
                    <a:pt x="256" y="120"/>
                    <a:pt x="240" y="87"/>
                    <a:pt x="223" y="54"/>
                  </a:cubicBezTo>
                  <a:cubicBezTo>
                    <a:pt x="223" y="54"/>
                    <a:pt x="223" y="33"/>
                    <a:pt x="207" y="33"/>
                  </a:cubicBezTo>
                  <a:cubicBezTo>
                    <a:pt x="190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2" name="Google Shape;21572;p66"/>
            <p:cNvSpPr/>
            <p:nvPr/>
          </p:nvSpPr>
          <p:spPr>
            <a:xfrm>
              <a:off x="4228800" y="2757900"/>
              <a:ext cx="6000" cy="6700"/>
            </a:xfrm>
            <a:custGeom>
              <a:avLst/>
              <a:gdLst/>
              <a:ahLst/>
              <a:cxnLst/>
              <a:rect l="l" t="t" r="r" b="b"/>
              <a:pathLst>
                <a:path w="240" h="268" extrusionOk="0">
                  <a:moveTo>
                    <a:pt x="140" y="0"/>
                  </a:moveTo>
                  <a:cubicBezTo>
                    <a:pt x="125" y="0"/>
                    <a:pt x="112" y="5"/>
                    <a:pt x="103" y="13"/>
                  </a:cubicBezTo>
                  <a:cubicBezTo>
                    <a:pt x="33" y="29"/>
                    <a:pt x="0" y="116"/>
                    <a:pt x="17" y="186"/>
                  </a:cubicBezTo>
                  <a:cubicBezTo>
                    <a:pt x="33" y="203"/>
                    <a:pt x="54" y="235"/>
                    <a:pt x="70" y="252"/>
                  </a:cubicBezTo>
                  <a:cubicBezTo>
                    <a:pt x="87" y="262"/>
                    <a:pt x="103" y="267"/>
                    <a:pt x="118" y="267"/>
                  </a:cubicBezTo>
                  <a:cubicBezTo>
                    <a:pt x="133" y="267"/>
                    <a:pt x="147" y="262"/>
                    <a:pt x="157" y="252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49"/>
                    <a:pt x="239" y="116"/>
                    <a:pt x="239" y="83"/>
                  </a:cubicBezTo>
                  <a:cubicBezTo>
                    <a:pt x="223" y="66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5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3" name="Google Shape;21573;p66"/>
            <p:cNvSpPr/>
            <p:nvPr/>
          </p:nvSpPr>
          <p:spPr>
            <a:xfrm>
              <a:off x="3855150" y="280192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16" y="1"/>
                  </a:moveTo>
                  <a:cubicBezTo>
                    <a:pt x="70" y="1"/>
                    <a:pt x="15" y="46"/>
                    <a:pt x="1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54" y="243"/>
                    <a:pt x="87" y="264"/>
                  </a:cubicBezTo>
                  <a:cubicBezTo>
                    <a:pt x="104" y="264"/>
                    <a:pt x="137" y="243"/>
                    <a:pt x="174" y="227"/>
                  </a:cubicBezTo>
                  <a:cubicBezTo>
                    <a:pt x="190" y="210"/>
                    <a:pt x="207" y="177"/>
                    <a:pt x="223" y="140"/>
                  </a:cubicBezTo>
                  <a:cubicBezTo>
                    <a:pt x="223" y="107"/>
                    <a:pt x="223" y="74"/>
                    <a:pt x="207" y="58"/>
                  </a:cubicBezTo>
                  <a:cubicBezTo>
                    <a:pt x="207" y="37"/>
                    <a:pt x="190" y="37"/>
                    <a:pt x="190" y="21"/>
                  </a:cubicBezTo>
                  <a:cubicBezTo>
                    <a:pt x="174" y="21"/>
                    <a:pt x="157" y="4"/>
                    <a:pt x="137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4" name="Google Shape;21574;p66"/>
            <p:cNvSpPr/>
            <p:nvPr/>
          </p:nvSpPr>
          <p:spPr>
            <a:xfrm>
              <a:off x="3851350" y="2787375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83" y="1"/>
                    <a:pt x="17" y="38"/>
                    <a:pt x="0" y="104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120" y="260"/>
                    <a:pt x="136" y="260"/>
                    <a:pt x="169" y="227"/>
                  </a:cubicBezTo>
                  <a:cubicBezTo>
                    <a:pt x="206" y="207"/>
                    <a:pt x="223" y="190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69" y="21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5" name="Google Shape;21575;p66"/>
            <p:cNvSpPr/>
            <p:nvPr/>
          </p:nvSpPr>
          <p:spPr>
            <a:xfrm>
              <a:off x="3860725" y="2710375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25" y="0"/>
                  </a:moveTo>
                  <a:cubicBezTo>
                    <a:pt x="102" y="0"/>
                    <a:pt x="82" y="14"/>
                    <a:pt x="70" y="26"/>
                  </a:cubicBezTo>
                  <a:cubicBezTo>
                    <a:pt x="37" y="42"/>
                    <a:pt x="17" y="75"/>
                    <a:pt x="17" y="112"/>
                  </a:cubicBezTo>
                  <a:cubicBezTo>
                    <a:pt x="0" y="145"/>
                    <a:pt x="17" y="178"/>
                    <a:pt x="37" y="195"/>
                  </a:cubicBezTo>
                  <a:cubicBezTo>
                    <a:pt x="54" y="232"/>
                    <a:pt x="70" y="248"/>
                    <a:pt x="103" y="248"/>
                  </a:cubicBezTo>
                  <a:cubicBezTo>
                    <a:pt x="110" y="250"/>
                    <a:pt x="118" y="251"/>
                    <a:pt x="125" y="251"/>
                  </a:cubicBezTo>
                  <a:cubicBezTo>
                    <a:pt x="173" y="251"/>
                    <a:pt x="226" y="206"/>
                    <a:pt x="244" y="145"/>
                  </a:cubicBezTo>
                  <a:cubicBezTo>
                    <a:pt x="244" y="112"/>
                    <a:pt x="244" y="75"/>
                    <a:pt x="223" y="59"/>
                  </a:cubicBezTo>
                  <a:cubicBezTo>
                    <a:pt x="223" y="42"/>
                    <a:pt x="206" y="42"/>
                    <a:pt x="206" y="26"/>
                  </a:cubicBezTo>
                  <a:cubicBezTo>
                    <a:pt x="190" y="9"/>
                    <a:pt x="173" y="9"/>
                    <a:pt x="157" y="9"/>
                  </a:cubicBezTo>
                  <a:cubicBezTo>
                    <a:pt x="146" y="3"/>
                    <a:pt x="135" y="0"/>
                    <a:pt x="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6" name="Google Shape;21576;p66"/>
            <p:cNvSpPr/>
            <p:nvPr/>
          </p:nvSpPr>
          <p:spPr>
            <a:xfrm>
              <a:off x="3838450" y="2735425"/>
              <a:ext cx="5600" cy="6450"/>
            </a:xfrm>
            <a:custGeom>
              <a:avLst/>
              <a:gdLst/>
              <a:ahLst/>
              <a:cxnLst/>
              <a:rect l="l" t="t" r="r" b="b"/>
              <a:pathLst>
                <a:path w="224" h="258" extrusionOk="0">
                  <a:moveTo>
                    <a:pt x="67" y="1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1" y="190"/>
                  </a:lnTo>
                  <a:cubicBezTo>
                    <a:pt x="13" y="229"/>
                    <a:pt x="51" y="257"/>
                    <a:pt x="91" y="257"/>
                  </a:cubicBezTo>
                  <a:cubicBezTo>
                    <a:pt x="106" y="257"/>
                    <a:pt x="122" y="253"/>
                    <a:pt x="137" y="244"/>
                  </a:cubicBezTo>
                  <a:cubicBezTo>
                    <a:pt x="186" y="223"/>
                    <a:pt x="223" y="141"/>
                    <a:pt x="207" y="87"/>
                  </a:cubicBezTo>
                  <a:cubicBezTo>
                    <a:pt x="207" y="54"/>
                    <a:pt x="186" y="38"/>
                    <a:pt x="186" y="38"/>
                  </a:cubicBezTo>
                  <a:cubicBezTo>
                    <a:pt x="170" y="17"/>
                    <a:pt x="170" y="17"/>
                    <a:pt x="153" y="17"/>
                  </a:cubicBezTo>
                  <a:cubicBezTo>
                    <a:pt x="137" y="1"/>
                    <a:pt x="104" y="1"/>
                    <a:pt x="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7" name="Google Shape;21577;p66"/>
            <p:cNvSpPr/>
            <p:nvPr/>
          </p:nvSpPr>
          <p:spPr>
            <a:xfrm>
              <a:off x="4233950" y="27731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1" y="0"/>
                  </a:moveTo>
                  <a:cubicBezTo>
                    <a:pt x="97" y="0"/>
                    <a:pt x="63" y="13"/>
                    <a:pt x="33" y="40"/>
                  </a:cubicBezTo>
                  <a:cubicBezTo>
                    <a:pt x="33" y="56"/>
                    <a:pt x="17" y="77"/>
                    <a:pt x="17" y="110"/>
                  </a:cubicBezTo>
                  <a:cubicBezTo>
                    <a:pt x="0" y="143"/>
                    <a:pt x="17" y="196"/>
                    <a:pt x="54" y="229"/>
                  </a:cubicBezTo>
                  <a:cubicBezTo>
                    <a:pt x="64" y="249"/>
                    <a:pt x="85" y="257"/>
                    <a:pt x="108" y="257"/>
                  </a:cubicBezTo>
                  <a:cubicBezTo>
                    <a:pt x="124" y="257"/>
                    <a:pt x="142" y="253"/>
                    <a:pt x="157" y="246"/>
                  </a:cubicBezTo>
                  <a:cubicBezTo>
                    <a:pt x="173" y="229"/>
                    <a:pt x="190" y="229"/>
                    <a:pt x="206" y="213"/>
                  </a:cubicBezTo>
                  <a:cubicBezTo>
                    <a:pt x="239" y="143"/>
                    <a:pt x="239" y="77"/>
                    <a:pt x="206" y="23"/>
                  </a:cubicBezTo>
                  <a:cubicBezTo>
                    <a:pt x="184" y="8"/>
                    <a:pt x="158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8" name="Google Shape;21578;p66"/>
            <p:cNvSpPr/>
            <p:nvPr/>
          </p:nvSpPr>
          <p:spPr>
            <a:xfrm>
              <a:off x="3895550" y="2689975"/>
              <a:ext cx="2600" cy="1250"/>
            </a:xfrm>
            <a:custGeom>
              <a:avLst/>
              <a:gdLst/>
              <a:ahLst/>
              <a:cxnLst/>
              <a:rect l="l" t="t" r="r" b="b"/>
              <a:pathLst>
                <a:path w="104" h="50" extrusionOk="0">
                  <a:moveTo>
                    <a:pt x="1" y="0"/>
                  </a:moveTo>
                  <a:cubicBezTo>
                    <a:pt x="1" y="1"/>
                    <a:pt x="1" y="17"/>
                    <a:pt x="17" y="17"/>
                  </a:cubicBezTo>
                  <a:cubicBezTo>
                    <a:pt x="34" y="33"/>
                    <a:pt x="50" y="50"/>
                    <a:pt x="67" y="50"/>
                  </a:cubicBezTo>
                  <a:lnTo>
                    <a:pt x="104" y="50"/>
                  </a:lnTo>
                  <a:cubicBezTo>
                    <a:pt x="67" y="33"/>
                    <a:pt x="34" y="17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9" name="Google Shape;21579;p66"/>
            <p:cNvSpPr/>
            <p:nvPr/>
          </p:nvSpPr>
          <p:spPr>
            <a:xfrm>
              <a:off x="4205600" y="27229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1"/>
                  </a:moveTo>
                  <a:cubicBezTo>
                    <a:pt x="34" y="38"/>
                    <a:pt x="1" y="104"/>
                    <a:pt x="17" y="174"/>
                  </a:cubicBezTo>
                  <a:cubicBezTo>
                    <a:pt x="34" y="207"/>
                    <a:pt x="54" y="228"/>
                    <a:pt x="71" y="244"/>
                  </a:cubicBezTo>
                  <a:cubicBezTo>
                    <a:pt x="87" y="252"/>
                    <a:pt x="104" y="256"/>
                    <a:pt x="119" y="256"/>
                  </a:cubicBezTo>
                  <a:cubicBezTo>
                    <a:pt x="133" y="256"/>
                    <a:pt x="147" y="252"/>
                    <a:pt x="157" y="244"/>
                  </a:cubicBezTo>
                  <a:cubicBezTo>
                    <a:pt x="190" y="228"/>
                    <a:pt x="207" y="207"/>
                    <a:pt x="223" y="174"/>
                  </a:cubicBezTo>
                  <a:cubicBezTo>
                    <a:pt x="240" y="141"/>
                    <a:pt x="240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cubicBezTo>
                    <a:pt x="207" y="21"/>
                    <a:pt x="190" y="21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0" name="Google Shape;21580;p66"/>
            <p:cNvSpPr/>
            <p:nvPr/>
          </p:nvSpPr>
          <p:spPr>
            <a:xfrm>
              <a:off x="4208600" y="2739275"/>
              <a:ext cx="5575" cy="6475"/>
            </a:xfrm>
            <a:custGeom>
              <a:avLst/>
              <a:gdLst/>
              <a:ahLst/>
              <a:cxnLst/>
              <a:rect l="l" t="t" r="r" b="b"/>
              <a:pathLst>
                <a:path w="223" h="259" extrusionOk="0">
                  <a:moveTo>
                    <a:pt x="119" y="0"/>
                  </a:moveTo>
                  <a:cubicBezTo>
                    <a:pt x="69" y="0"/>
                    <a:pt x="14" y="46"/>
                    <a:pt x="0" y="106"/>
                  </a:cubicBezTo>
                  <a:cubicBezTo>
                    <a:pt x="0" y="139"/>
                    <a:pt x="0" y="172"/>
                    <a:pt x="17" y="210"/>
                  </a:cubicBezTo>
                  <a:cubicBezTo>
                    <a:pt x="37" y="226"/>
                    <a:pt x="54" y="242"/>
                    <a:pt x="87" y="259"/>
                  </a:cubicBezTo>
                  <a:cubicBezTo>
                    <a:pt x="140" y="259"/>
                    <a:pt x="206" y="226"/>
                    <a:pt x="223" y="139"/>
                  </a:cubicBezTo>
                  <a:cubicBezTo>
                    <a:pt x="223" y="106"/>
                    <a:pt x="223" y="90"/>
                    <a:pt x="206" y="53"/>
                  </a:cubicBezTo>
                  <a:cubicBezTo>
                    <a:pt x="206" y="36"/>
                    <a:pt x="190" y="36"/>
                    <a:pt x="190" y="36"/>
                  </a:cubicBezTo>
                  <a:cubicBezTo>
                    <a:pt x="173" y="20"/>
                    <a:pt x="157" y="3"/>
                    <a:pt x="140" y="3"/>
                  </a:cubicBezTo>
                  <a:cubicBezTo>
                    <a:pt x="133" y="1"/>
                    <a:pt x="126" y="0"/>
                    <a:pt x="1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1" name="Google Shape;21581;p66"/>
            <p:cNvSpPr/>
            <p:nvPr/>
          </p:nvSpPr>
          <p:spPr>
            <a:xfrm>
              <a:off x="3899375" y="2766225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5" y="1"/>
                  </a:moveTo>
                  <a:cubicBezTo>
                    <a:pt x="103" y="1"/>
                    <a:pt x="67" y="18"/>
                    <a:pt x="37" y="59"/>
                  </a:cubicBezTo>
                  <a:cubicBezTo>
                    <a:pt x="0" y="109"/>
                    <a:pt x="0" y="179"/>
                    <a:pt x="37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190" y="22"/>
                  </a:cubicBezTo>
                  <a:cubicBezTo>
                    <a:pt x="177" y="9"/>
                    <a:pt x="157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2" name="Google Shape;21582;p66"/>
            <p:cNvSpPr/>
            <p:nvPr/>
          </p:nvSpPr>
          <p:spPr>
            <a:xfrm>
              <a:off x="3895150" y="279180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4" y="1"/>
                  </a:moveTo>
                  <a:cubicBezTo>
                    <a:pt x="119" y="1"/>
                    <a:pt x="101" y="5"/>
                    <a:pt x="83" y="13"/>
                  </a:cubicBezTo>
                  <a:cubicBezTo>
                    <a:pt x="33" y="30"/>
                    <a:pt x="0" y="116"/>
                    <a:pt x="17" y="186"/>
                  </a:cubicBezTo>
                  <a:cubicBezTo>
                    <a:pt x="31" y="228"/>
                    <a:pt x="67" y="261"/>
                    <a:pt x="120" y="261"/>
                  </a:cubicBezTo>
                  <a:cubicBezTo>
                    <a:pt x="130" y="261"/>
                    <a:pt x="141" y="259"/>
                    <a:pt x="153" y="257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6" y="30"/>
                    <a:pt x="186" y="13"/>
                    <a:pt x="169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3" name="Google Shape;21583;p66"/>
            <p:cNvSpPr/>
            <p:nvPr/>
          </p:nvSpPr>
          <p:spPr>
            <a:xfrm>
              <a:off x="3900700" y="2827475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29" y="0"/>
                  </a:moveTo>
                  <a:cubicBezTo>
                    <a:pt x="116" y="0"/>
                    <a:pt x="104" y="5"/>
                    <a:pt x="88" y="13"/>
                  </a:cubicBezTo>
                  <a:cubicBezTo>
                    <a:pt x="50" y="29"/>
                    <a:pt x="34" y="46"/>
                    <a:pt x="17" y="83"/>
                  </a:cubicBezTo>
                  <a:cubicBezTo>
                    <a:pt x="1" y="116"/>
                    <a:pt x="1" y="149"/>
                    <a:pt x="1" y="169"/>
                  </a:cubicBezTo>
                  <a:cubicBezTo>
                    <a:pt x="17" y="202"/>
                    <a:pt x="34" y="235"/>
                    <a:pt x="67" y="252"/>
                  </a:cubicBezTo>
                  <a:lnTo>
                    <a:pt x="154" y="252"/>
                  </a:lnTo>
                  <a:cubicBezTo>
                    <a:pt x="207" y="219"/>
                    <a:pt x="240" y="149"/>
                    <a:pt x="224" y="83"/>
                  </a:cubicBezTo>
                  <a:cubicBezTo>
                    <a:pt x="224" y="66"/>
                    <a:pt x="207" y="46"/>
                    <a:pt x="191" y="29"/>
                  </a:cubicBezTo>
                  <a:cubicBezTo>
                    <a:pt x="191" y="29"/>
                    <a:pt x="191" y="13"/>
                    <a:pt x="170" y="13"/>
                  </a:cubicBezTo>
                  <a:cubicBezTo>
                    <a:pt x="154" y="5"/>
                    <a:pt x="141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4" name="Google Shape;21584;p66"/>
            <p:cNvSpPr/>
            <p:nvPr/>
          </p:nvSpPr>
          <p:spPr>
            <a:xfrm>
              <a:off x="4212925" y="2757375"/>
              <a:ext cx="5575" cy="6425"/>
            </a:xfrm>
            <a:custGeom>
              <a:avLst/>
              <a:gdLst/>
              <a:ahLst/>
              <a:cxnLst/>
              <a:rect l="l" t="t" r="r" b="b"/>
              <a:pathLst>
                <a:path w="223" h="257" extrusionOk="0">
                  <a:moveTo>
                    <a:pt x="120" y="1"/>
                  </a:moveTo>
                  <a:cubicBezTo>
                    <a:pt x="70" y="1"/>
                    <a:pt x="17" y="50"/>
                    <a:pt x="0" y="104"/>
                  </a:cubicBezTo>
                  <a:cubicBezTo>
                    <a:pt x="0" y="137"/>
                    <a:pt x="0" y="170"/>
                    <a:pt x="17" y="207"/>
                  </a:cubicBezTo>
                  <a:cubicBezTo>
                    <a:pt x="33" y="224"/>
                    <a:pt x="50" y="240"/>
                    <a:pt x="87" y="256"/>
                  </a:cubicBezTo>
                  <a:cubicBezTo>
                    <a:pt x="136" y="256"/>
                    <a:pt x="206" y="207"/>
                    <a:pt x="223" y="137"/>
                  </a:cubicBezTo>
                  <a:lnTo>
                    <a:pt x="223" y="104"/>
                  </a:lnTo>
                  <a:cubicBezTo>
                    <a:pt x="223" y="67"/>
                    <a:pt x="206" y="50"/>
                    <a:pt x="190" y="17"/>
                  </a:cubicBezTo>
                  <a:cubicBezTo>
                    <a:pt x="173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5" name="Google Shape;21585;p66"/>
            <p:cNvSpPr/>
            <p:nvPr/>
          </p:nvSpPr>
          <p:spPr>
            <a:xfrm>
              <a:off x="3885250" y="28063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104" y="0"/>
                    <a:pt x="87" y="17"/>
                    <a:pt x="50" y="33"/>
                  </a:cubicBezTo>
                  <a:cubicBezTo>
                    <a:pt x="34" y="50"/>
                    <a:pt x="17" y="87"/>
                    <a:pt x="1" y="120"/>
                  </a:cubicBezTo>
                  <a:cubicBezTo>
                    <a:pt x="1" y="153"/>
                    <a:pt x="1" y="190"/>
                    <a:pt x="17" y="206"/>
                  </a:cubicBezTo>
                  <a:cubicBezTo>
                    <a:pt x="34" y="239"/>
                    <a:pt x="50" y="256"/>
                    <a:pt x="87" y="256"/>
                  </a:cubicBezTo>
                  <a:cubicBezTo>
                    <a:pt x="94" y="258"/>
                    <a:pt x="100" y="259"/>
                    <a:pt x="107" y="259"/>
                  </a:cubicBezTo>
                  <a:cubicBezTo>
                    <a:pt x="154" y="259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6" name="Google Shape;21586;p66"/>
            <p:cNvSpPr/>
            <p:nvPr/>
          </p:nvSpPr>
          <p:spPr>
            <a:xfrm>
              <a:off x="3899775" y="2810075"/>
              <a:ext cx="6125" cy="6600"/>
            </a:xfrm>
            <a:custGeom>
              <a:avLst/>
              <a:gdLst/>
              <a:ahLst/>
              <a:cxnLst/>
              <a:rect l="l" t="t" r="r" b="b"/>
              <a:pathLst>
                <a:path w="245" h="264" extrusionOk="0">
                  <a:moveTo>
                    <a:pt x="121" y="1"/>
                  </a:moveTo>
                  <a:cubicBezTo>
                    <a:pt x="72" y="1"/>
                    <a:pt x="19" y="49"/>
                    <a:pt x="1" y="107"/>
                  </a:cubicBezTo>
                  <a:cubicBezTo>
                    <a:pt x="1" y="144"/>
                    <a:pt x="1" y="193"/>
                    <a:pt x="21" y="210"/>
                  </a:cubicBezTo>
                  <a:cubicBezTo>
                    <a:pt x="38" y="226"/>
                    <a:pt x="71" y="247"/>
                    <a:pt x="87" y="264"/>
                  </a:cubicBezTo>
                  <a:cubicBezTo>
                    <a:pt x="125" y="264"/>
                    <a:pt x="158" y="247"/>
                    <a:pt x="174" y="226"/>
                  </a:cubicBezTo>
                  <a:cubicBezTo>
                    <a:pt x="207" y="210"/>
                    <a:pt x="228" y="177"/>
                    <a:pt x="228" y="144"/>
                  </a:cubicBezTo>
                  <a:cubicBezTo>
                    <a:pt x="244" y="107"/>
                    <a:pt x="228" y="74"/>
                    <a:pt x="207" y="57"/>
                  </a:cubicBezTo>
                  <a:cubicBezTo>
                    <a:pt x="207" y="41"/>
                    <a:pt x="207" y="41"/>
                    <a:pt x="191" y="20"/>
                  </a:cubicBezTo>
                  <a:cubicBezTo>
                    <a:pt x="174" y="4"/>
                    <a:pt x="158" y="4"/>
                    <a:pt x="141" y="4"/>
                  </a:cubicBezTo>
                  <a:cubicBezTo>
                    <a:pt x="134" y="2"/>
                    <a:pt x="128" y="1"/>
                    <a:pt x="1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7" name="Google Shape;21587;p66"/>
            <p:cNvSpPr/>
            <p:nvPr/>
          </p:nvSpPr>
          <p:spPr>
            <a:xfrm>
              <a:off x="4158400" y="2824625"/>
              <a:ext cx="5575" cy="6250"/>
            </a:xfrm>
            <a:custGeom>
              <a:avLst/>
              <a:gdLst/>
              <a:ahLst/>
              <a:cxnLst/>
              <a:rect l="l" t="t" r="r" b="b"/>
              <a:pathLst>
                <a:path w="223" h="250" extrusionOk="0">
                  <a:moveTo>
                    <a:pt x="111" y="0"/>
                  </a:moveTo>
                  <a:cubicBezTo>
                    <a:pt x="92" y="0"/>
                    <a:pt x="76" y="12"/>
                    <a:pt x="50" y="24"/>
                  </a:cubicBezTo>
                  <a:cubicBezTo>
                    <a:pt x="33" y="40"/>
                    <a:pt x="17" y="77"/>
                    <a:pt x="0" y="110"/>
                  </a:cubicBezTo>
                  <a:cubicBezTo>
                    <a:pt x="0" y="143"/>
                    <a:pt x="0" y="180"/>
                    <a:pt x="17" y="197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3" y="249"/>
                    <a:pt x="100" y="250"/>
                    <a:pt x="107" y="250"/>
                  </a:cubicBezTo>
                  <a:cubicBezTo>
                    <a:pt x="154" y="250"/>
                    <a:pt x="209" y="204"/>
                    <a:pt x="223" y="143"/>
                  </a:cubicBezTo>
                  <a:cubicBezTo>
                    <a:pt x="223" y="110"/>
                    <a:pt x="223" y="77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69" y="7"/>
                    <a:pt x="153" y="7"/>
                    <a:pt x="136" y="7"/>
                  </a:cubicBezTo>
                  <a:cubicBezTo>
                    <a:pt x="127" y="2"/>
                    <a:pt x="118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8" name="Google Shape;21588;p66"/>
            <p:cNvSpPr/>
            <p:nvPr/>
          </p:nvSpPr>
          <p:spPr>
            <a:xfrm>
              <a:off x="4156225" y="274615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04" y="0"/>
                  </a:moveTo>
                  <a:cubicBezTo>
                    <a:pt x="87" y="21"/>
                    <a:pt x="50" y="38"/>
                    <a:pt x="34" y="54"/>
                  </a:cubicBezTo>
                  <a:cubicBezTo>
                    <a:pt x="17" y="71"/>
                    <a:pt x="17" y="104"/>
                    <a:pt x="1" y="141"/>
                  </a:cubicBezTo>
                  <a:cubicBezTo>
                    <a:pt x="1" y="174"/>
                    <a:pt x="17" y="207"/>
                    <a:pt x="34" y="227"/>
                  </a:cubicBezTo>
                  <a:cubicBezTo>
                    <a:pt x="56" y="248"/>
                    <a:pt x="80" y="257"/>
                    <a:pt x="104" y="257"/>
                  </a:cubicBezTo>
                  <a:cubicBezTo>
                    <a:pt x="140" y="257"/>
                    <a:pt x="175" y="238"/>
                    <a:pt x="207" y="207"/>
                  </a:cubicBezTo>
                  <a:cubicBezTo>
                    <a:pt x="240" y="157"/>
                    <a:pt x="240" y="71"/>
                    <a:pt x="207" y="38"/>
                  </a:cubicBezTo>
                  <a:cubicBezTo>
                    <a:pt x="174" y="0"/>
                    <a:pt x="137" y="0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9" name="Google Shape;21589;p66"/>
            <p:cNvSpPr/>
            <p:nvPr/>
          </p:nvSpPr>
          <p:spPr>
            <a:xfrm>
              <a:off x="4150675" y="27302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66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9" y="263"/>
                    <a:pt x="223" y="215"/>
                    <a:pt x="223" y="157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0" name="Google Shape;21590;p66"/>
            <p:cNvSpPr/>
            <p:nvPr/>
          </p:nvSpPr>
          <p:spPr>
            <a:xfrm>
              <a:off x="4157975" y="27629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3" y="1"/>
                    <a:pt x="34" y="50"/>
                    <a:pt x="17" y="120"/>
                  </a:cubicBezTo>
                  <a:cubicBezTo>
                    <a:pt x="1" y="153"/>
                    <a:pt x="17" y="190"/>
                    <a:pt x="34" y="207"/>
                  </a:cubicBezTo>
                  <a:cubicBezTo>
                    <a:pt x="34" y="240"/>
                    <a:pt x="67" y="256"/>
                    <a:pt x="104" y="256"/>
                  </a:cubicBezTo>
                  <a:cubicBezTo>
                    <a:pt x="111" y="259"/>
                    <a:pt x="119" y="261"/>
                    <a:pt x="127" y="261"/>
                  </a:cubicBezTo>
                  <a:cubicBezTo>
                    <a:pt x="173" y="261"/>
                    <a:pt x="226" y="213"/>
                    <a:pt x="240" y="153"/>
                  </a:cubicBezTo>
                  <a:cubicBezTo>
                    <a:pt x="240" y="120"/>
                    <a:pt x="240" y="87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70" y="17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1" name="Google Shape;21591;p66"/>
            <p:cNvSpPr/>
            <p:nvPr/>
          </p:nvSpPr>
          <p:spPr>
            <a:xfrm>
              <a:off x="4163950" y="2730550"/>
              <a:ext cx="6425" cy="6400"/>
            </a:xfrm>
            <a:custGeom>
              <a:avLst/>
              <a:gdLst/>
              <a:ahLst/>
              <a:cxnLst/>
              <a:rect l="l" t="t" r="r" b="b"/>
              <a:pathLst>
                <a:path w="257" h="256" extrusionOk="0">
                  <a:moveTo>
                    <a:pt x="144" y="1"/>
                  </a:moveTo>
                  <a:cubicBezTo>
                    <a:pt x="114" y="1"/>
                    <a:pt x="80" y="14"/>
                    <a:pt x="50" y="43"/>
                  </a:cubicBezTo>
                  <a:cubicBezTo>
                    <a:pt x="1" y="109"/>
                    <a:pt x="17" y="179"/>
                    <a:pt x="50" y="233"/>
                  </a:cubicBezTo>
                  <a:cubicBezTo>
                    <a:pt x="71" y="249"/>
                    <a:pt x="87" y="249"/>
                    <a:pt x="104" y="249"/>
                  </a:cubicBezTo>
                  <a:cubicBezTo>
                    <a:pt x="113" y="254"/>
                    <a:pt x="123" y="256"/>
                    <a:pt x="133" y="256"/>
                  </a:cubicBezTo>
                  <a:cubicBezTo>
                    <a:pt x="163" y="256"/>
                    <a:pt x="195" y="240"/>
                    <a:pt x="207" y="212"/>
                  </a:cubicBezTo>
                  <a:cubicBezTo>
                    <a:pt x="240" y="163"/>
                    <a:pt x="256" y="109"/>
                    <a:pt x="240" y="76"/>
                  </a:cubicBezTo>
                  <a:cubicBezTo>
                    <a:pt x="240" y="60"/>
                    <a:pt x="224" y="43"/>
                    <a:pt x="207" y="27"/>
                  </a:cubicBezTo>
                  <a:cubicBezTo>
                    <a:pt x="192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2" name="Google Shape;21592;p66"/>
            <p:cNvSpPr/>
            <p:nvPr/>
          </p:nvSpPr>
          <p:spPr>
            <a:xfrm>
              <a:off x="4190975" y="27203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124" y="1"/>
                    <a:pt x="87" y="1"/>
                    <a:pt x="54" y="21"/>
                  </a:cubicBezTo>
                  <a:cubicBezTo>
                    <a:pt x="37" y="38"/>
                    <a:pt x="21" y="71"/>
                    <a:pt x="0" y="104"/>
                  </a:cubicBezTo>
                  <a:cubicBezTo>
                    <a:pt x="0" y="141"/>
                    <a:pt x="0" y="174"/>
                    <a:pt x="21" y="207"/>
                  </a:cubicBezTo>
                  <a:cubicBezTo>
                    <a:pt x="37" y="228"/>
                    <a:pt x="54" y="244"/>
                    <a:pt x="87" y="260"/>
                  </a:cubicBezTo>
                  <a:cubicBezTo>
                    <a:pt x="157" y="260"/>
                    <a:pt x="206" y="207"/>
                    <a:pt x="227" y="141"/>
                  </a:cubicBezTo>
                  <a:cubicBezTo>
                    <a:pt x="243" y="104"/>
                    <a:pt x="227" y="71"/>
                    <a:pt x="206" y="54"/>
                  </a:cubicBezTo>
                  <a:cubicBezTo>
                    <a:pt x="206" y="38"/>
                    <a:pt x="206" y="38"/>
                    <a:pt x="190" y="21"/>
                  </a:cubicBezTo>
                  <a:cubicBezTo>
                    <a:pt x="190" y="21"/>
                    <a:pt x="17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3" name="Google Shape;21593;p66"/>
            <p:cNvSpPr/>
            <p:nvPr/>
          </p:nvSpPr>
          <p:spPr>
            <a:xfrm>
              <a:off x="4162200" y="27157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120" y="0"/>
                    <a:pt x="87" y="17"/>
                    <a:pt x="54" y="33"/>
                  </a:cubicBezTo>
                  <a:cubicBezTo>
                    <a:pt x="38" y="50"/>
                    <a:pt x="17" y="83"/>
                    <a:pt x="1" y="120"/>
                  </a:cubicBezTo>
                  <a:cubicBezTo>
                    <a:pt x="1" y="153"/>
                    <a:pt x="1" y="186"/>
                    <a:pt x="17" y="206"/>
                  </a:cubicBezTo>
                  <a:cubicBezTo>
                    <a:pt x="38" y="239"/>
                    <a:pt x="54" y="256"/>
                    <a:pt x="87" y="256"/>
                  </a:cubicBezTo>
                  <a:cubicBezTo>
                    <a:pt x="97" y="258"/>
                    <a:pt x="105" y="259"/>
                    <a:pt x="114" y="259"/>
                  </a:cubicBezTo>
                  <a:cubicBezTo>
                    <a:pt x="170" y="259"/>
                    <a:pt x="209" y="214"/>
                    <a:pt x="223" y="153"/>
                  </a:cubicBezTo>
                  <a:cubicBezTo>
                    <a:pt x="223" y="120"/>
                    <a:pt x="223" y="83"/>
                    <a:pt x="207" y="50"/>
                  </a:cubicBezTo>
                  <a:cubicBezTo>
                    <a:pt x="207" y="50"/>
                    <a:pt x="207" y="33"/>
                    <a:pt x="190" y="33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4" name="Google Shape;21594;p66"/>
            <p:cNvSpPr/>
            <p:nvPr/>
          </p:nvSpPr>
          <p:spPr>
            <a:xfrm>
              <a:off x="4148075" y="2839425"/>
              <a:ext cx="5600" cy="6075"/>
            </a:xfrm>
            <a:custGeom>
              <a:avLst/>
              <a:gdLst/>
              <a:ahLst/>
              <a:cxnLst/>
              <a:rect l="l" t="t" r="r" b="b"/>
              <a:pathLst>
                <a:path w="224" h="243" extrusionOk="0">
                  <a:moveTo>
                    <a:pt x="121" y="1"/>
                  </a:moveTo>
                  <a:cubicBezTo>
                    <a:pt x="67" y="1"/>
                    <a:pt x="17" y="34"/>
                    <a:pt x="1" y="104"/>
                  </a:cubicBezTo>
                  <a:cubicBezTo>
                    <a:pt x="1" y="137"/>
                    <a:pt x="1" y="170"/>
                    <a:pt x="17" y="186"/>
                  </a:cubicBezTo>
                  <a:cubicBezTo>
                    <a:pt x="34" y="223"/>
                    <a:pt x="50" y="240"/>
                    <a:pt x="88" y="240"/>
                  </a:cubicBezTo>
                  <a:cubicBezTo>
                    <a:pt x="94" y="242"/>
                    <a:pt x="101" y="243"/>
                    <a:pt x="108" y="243"/>
                  </a:cubicBezTo>
                  <a:cubicBezTo>
                    <a:pt x="154" y="243"/>
                    <a:pt x="209" y="198"/>
                    <a:pt x="224" y="137"/>
                  </a:cubicBezTo>
                  <a:lnTo>
                    <a:pt x="224" y="104"/>
                  </a:lnTo>
                  <a:cubicBezTo>
                    <a:pt x="224" y="67"/>
                    <a:pt x="207" y="34"/>
                    <a:pt x="191" y="17"/>
                  </a:cubicBezTo>
                  <a:cubicBezTo>
                    <a:pt x="170" y="1"/>
                    <a:pt x="153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5" name="Google Shape;21595;p66"/>
            <p:cNvSpPr/>
            <p:nvPr/>
          </p:nvSpPr>
          <p:spPr>
            <a:xfrm>
              <a:off x="4140775" y="28047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35"/>
                    <a:pt x="70" y="256"/>
                  </a:cubicBezTo>
                  <a:cubicBezTo>
                    <a:pt x="87" y="264"/>
                    <a:pt x="99" y="268"/>
                    <a:pt x="112" y="268"/>
                  </a:cubicBezTo>
                  <a:cubicBezTo>
                    <a:pt x="124" y="268"/>
                    <a:pt x="136" y="264"/>
                    <a:pt x="153" y="256"/>
                  </a:cubicBezTo>
                  <a:cubicBezTo>
                    <a:pt x="190" y="235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6"/>
                    <a:pt x="223" y="50"/>
                    <a:pt x="206" y="29"/>
                  </a:cubicBezTo>
                  <a:lnTo>
                    <a:pt x="190" y="13"/>
                  </a:lnTo>
                  <a:cubicBezTo>
                    <a:pt x="171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6" name="Google Shape;21596;p66"/>
            <p:cNvSpPr/>
            <p:nvPr/>
          </p:nvSpPr>
          <p:spPr>
            <a:xfrm>
              <a:off x="4143350" y="27153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3" y="1"/>
                  </a:moveTo>
                  <a:cubicBezTo>
                    <a:pt x="99" y="1"/>
                    <a:pt x="64" y="19"/>
                    <a:pt x="33" y="50"/>
                  </a:cubicBezTo>
                  <a:cubicBezTo>
                    <a:pt x="0" y="100"/>
                    <a:pt x="0" y="186"/>
                    <a:pt x="50" y="223"/>
                  </a:cubicBezTo>
                  <a:cubicBezTo>
                    <a:pt x="65" y="244"/>
                    <a:pt x="85" y="253"/>
                    <a:pt x="107" y="253"/>
                  </a:cubicBezTo>
                  <a:cubicBezTo>
                    <a:pt x="139" y="253"/>
                    <a:pt x="175" y="234"/>
                    <a:pt x="206" y="203"/>
                  </a:cubicBezTo>
                  <a:cubicBezTo>
                    <a:pt x="239" y="153"/>
                    <a:pt x="239" y="67"/>
                    <a:pt x="206" y="34"/>
                  </a:cubicBezTo>
                  <a:cubicBezTo>
                    <a:pt x="184" y="11"/>
                    <a:pt x="159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7" name="Google Shape;21597;p66"/>
            <p:cNvSpPr/>
            <p:nvPr/>
          </p:nvSpPr>
          <p:spPr>
            <a:xfrm>
              <a:off x="4140775" y="2695950"/>
              <a:ext cx="6400" cy="6325"/>
            </a:xfrm>
            <a:custGeom>
              <a:avLst/>
              <a:gdLst/>
              <a:ahLst/>
              <a:cxnLst/>
              <a:rect l="l" t="t" r="r" b="b"/>
              <a:pathLst>
                <a:path w="256" h="253" extrusionOk="0">
                  <a:moveTo>
                    <a:pt x="103" y="1"/>
                  </a:moveTo>
                  <a:cubicBezTo>
                    <a:pt x="33" y="34"/>
                    <a:pt x="0" y="104"/>
                    <a:pt x="17" y="174"/>
                  </a:cubicBezTo>
                  <a:cubicBezTo>
                    <a:pt x="33" y="207"/>
                    <a:pt x="50" y="223"/>
                    <a:pt x="70" y="240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40"/>
                  </a:cubicBezTo>
                  <a:cubicBezTo>
                    <a:pt x="223" y="223"/>
                    <a:pt x="256" y="137"/>
                    <a:pt x="239" y="87"/>
                  </a:cubicBezTo>
                  <a:cubicBezTo>
                    <a:pt x="239" y="50"/>
                    <a:pt x="223" y="34"/>
                    <a:pt x="206" y="17"/>
                  </a:cubicBezTo>
                  <a:cubicBezTo>
                    <a:pt x="206" y="17"/>
                    <a:pt x="190" y="17"/>
                    <a:pt x="1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8" name="Google Shape;21598;p66"/>
            <p:cNvSpPr/>
            <p:nvPr/>
          </p:nvSpPr>
          <p:spPr>
            <a:xfrm>
              <a:off x="4139025" y="2741000"/>
              <a:ext cx="6500" cy="6425"/>
            </a:xfrm>
            <a:custGeom>
              <a:avLst/>
              <a:gdLst/>
              <a:ahLst/>
              <a:cxnLst/>
              <a:rect l="l" t="t" r="r" b="b"/>
              <a:pathLst>
                <a:path w="260" h="257" extrusionOk="0">
                  <a:moveTo>
                    <a:pt x="103" y="0"/>
                  </a:moveTo>
                  <a:cubicBezTo>
                    <a:pt x="37" y="37"/>
                    <a:pt x="0" y="103"/>
                    <a:pt x="17" y="173"/>
                  </a:cubicBezTo>
                  <a:cubicBezTo>
                    <a:pt x="32" y="225"/>
                    <a:pt x="71" y="256"/>
                    <a:pt x="113" y="256"/>
                  </a:cubicBezTo>
                  <a:cubicBezTo>
                    <a:pt x="127" y="256"/>
                    <a:pt x="143" y="252"/>
                    <a:pt x="157" y="244"/>
                  </a:cubicBezTo>
                  <a:cubicBezTo>
                    <a:pt x="223" y="227"/>
                    <a:pt x="260" y="141"/>
                    <a:pt x="243" y="70"/>
                  </a:cubicBezTo>
                  <a:cubicBezTo>
                    <a:pt x="223" y="54"/>
                    <a:pt x="223" y="37"/>
                    <a:pt x="206" y="21"/>
                  </a:cubicBezTo>
                  <a:cubicBezTo>
                    <a:pt x="206" y="21"/>
                    <a:pt x="190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9" name="Google Shape;21599;p66"/>
            <p:cNvSpPr/>
            <p:nvPr/>
          </p:nvSpPr>
          <p:spPr>
            <a:xfrm>
              <a:off x="4144575" y="2776350"/>
              <a:ext cx="6125" cy="6725"/>
            </a:xfrm>
            <a:custGeom>
              <a:avLst/>
              <a:gdLst/>
              <a:ahLst/>
              <a:cxnLst/>
              <a:rect l="l" t="t" r="r" b="b"/>
              <a:pathLst>
                <a:path w="245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71" y="29"/>
                    <a:pt x="38" y="50"/>
                    <a:pt x="21" y="83"/>
                  </a:cubicBezTo>
                  <a:cubicBezTo>
                    <a:pt x="1" y="116"/>
                    <a:pt x="1" y="153"/>
                    <a:pt x="21" y="186"/>
                  </a:cubicBezTo>
                  <a:cubicBezTo>
                    <a:pt x="21" y="219"/>
                    <a:pt x="38" y="235"/>
                    <a:pt x="71" y="256"/>
                  </a:cubicBezTo>
                  <a:cubicBezTo>
                    <a:pt x="79" y="264"/>
                    <a:pt x="93" y="268"/>
                    <a:pt x="108" y="268"/>
                  </a:cubicBezTo>
                  <a:cubicBezTo>
                    <a:pt x="123" y="268"/>
                    <a:pt x="141" y="264"/>
                    <a:pt x="157" y="256"/>
                  </a:cubicBezTo>
                  <a:cubicBezTo>
                    <a:pt x="207" y="235"/>
                    <a:pt x="244" y="153"/>
                    <a:pt x="228" y="83"/>
                  </a:cubicBezTo>
                  <a:cubicBezTo>
                    <a:pt x="228" y="66"/>
                    <a:pt x="228" y="50"/>
                    <a:pt x="207" y="29"/>
                  </a:cubicBezTo>
                  <a:cubicBezTo>
                    <a:pt x="190" y="29"/>
                    <a:pt x="190" y="29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0" name="Google Shape;21600;p66"/>
            <p:cNvSpPr/>
            <p:nvPr/>
          </p:nvSpPr>
          <p:spPr>
            <a:xfrm>
              <a:off x="4143750" y="2759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7" y="1"/>
                  </a:moveTo>
                  <a:cubicBezTo>
                    <a:pt x="87" y="1"/>
                    <a:pt x="34" y="38"/>
                    <a:pt x="17" y="104"/>
                  </a:cubicBezTo>
                  <a:cubicBezTo>
                    <a:pt x="1" y="158"/>
                    <a:pt x="17" y="190"/>
                    <a:pt x="34" y="228"/>
                  </a:cubicBezTo>
                  <a:cubicBezTo>
                    <a:pt x="54" y="244"/>
                    <a:pt x="71" y="261"/>
                    <a:pt x="87" y="261"/>
                  </a:cubicBezTo>
                  <a:cubicBezTo>
                    <a:pt x="120" y="261"/>
                    <a:pt x="157" y="261"/>
                    <a:pt x="174" y="244"/>
                  </a:cubicBezTo>
                  <a:cubicBezTo>
                    <a:pt x="207" y="207"/>
                    <a:pt x="223" y="190"/>
                    <a:pt x="223" y="158"/>
                  </a:cubicBezTo>
                  <a:cubicBezTo>
                    <a:pt x="240" y="125"/>
                    <a:pt x="240" y="87"/>
                    <a:pt x="223" y="54"/>
                  </a:cubicBezTo>
                  <a:cubicBezTo>
                    <a:pt x="207" y="54"/>
                    <a:pt x="207" y="38"/>
                    <a:pt x="207" y="38"/>
                  </a:cubicBezTo>
                  <a:lnTo>
                    <a:pt x="190" y="21"/>
                  </a:lnTo>
                  <a:cubicBezTo>
                    <a:pt x="174" y="21"/>
                    <a:pt x="157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1" name="Google Shape;21601;p66"/>
            <p:cNvSpPr/>
            <p:nvPr/>
          </p:nvSpPr>
          <p:spPr>
            <a:xfrm>
              <a:off x="4163950" y="2839950"/>
              <a:ext cx="6025" cy="6300"/>
            </a:xfrm>
            <a:custGeom>
              <a:avLst/>
              <a:gdLst/>
              <a:ahLst/>
              <a:cxnLst/>
              <a:rect l="l" t="t" r="r" b="b"/>
              <a:pathLst>
                <a:path w="241" h="252" extrusionOk="0">
                  <a:moveTo>
                    <a:pt x="140" y="0"/>
                  </a:moveTo>
                  <a:cubicBezTo>
                    <a:pt x="125" y="0"/>
                    <a:pt x="112" y="4"/>
                    <a:pt x="104" y="13"/>
                  </a:cubicBezTo>
                  <a:cubicBezTo>
                    <a:pt x="34" y="29"/>
                    <a:pt x="1" y="116"/>
                    <a:pt x="17" y="165"/>
                  </a:cubicBezTo>
                  <a:cubicBezTo>
                    <a:pt x="17" y="202"/>
                    <a:pt x="50" y="235"/>
                    <a:pt x="71" y="235"/>
                  </a:cubicBezTo>
                  <a:cubicBezTo>
                    <a:pt x="104" y="252"/>
                    <a:pt x="120" y="252"/>
                    <a:pt x="153" y="252"/>
                  </a:cubicBezTo>
                  <a:cubicBezTo>
                    <a:pt x="191" y="235"/>
                    <a:pt x="207" y="202"/>
                    <a:pt x="224" y="186"/>
                  </a:cubicBezTo>
                  <a:cubicBezTo>
                    <a:pt x="240" y="149"/>
                    <a:pt x="240" y="116"/>
                    <a:pt x="240" y="83"/>
                  </a:cubicBezTo>
                  <a:cubicBezTo>
                    <a:pt x="224" y="62"/>
                    <a:pt x="224" y="46"/>
                    <a:pt x="207" y="29"/>
                  </a:cubicBezTo>
                  <a:cubicBezTo>
                    <a:pt x="207" y="13"/>
                    <a:pt x="191" y="13"/>
                    <a:pt x="191" y="13"/>
                  </a:cubicBezTo>
                  <a:cubicBezTo>
                    <a:pt x="172" y="4"/>
                    <a:pt x="154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2" name="Google Shape;21602;p66"/>
            <p:cNvSpPr/>
            <p:nvPr/>
          </p:nvSpPr>
          <p:spPr>
            <a:xfrm>
              <a:off x="4143350" y="28212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5" y="1"/>
                  </a:moveTo>
                  <a:cubicBezTo>
                    <a:pt x="72" y="1"/>
                    <a:pt x="31" y="48"/>
                    <a:pt x="17" y="108"/>
                  </a:cubicBezTo>
                  <a:cubicBezTo>
                    <a:pt x="0" y="141"/>
                    <a:pt x="17" y="174"/>
                    <a:pt x="33" y="211"/>
                  </a:cubicBezTo>
                  <a:cubicBezTo>
                    <a:pt x="50" y="228"/>
                    <a:pt x="70" y="244"/>
                    <a:pt x="103" y="261"/>
                  </a:cubicBezTo>
                  <a:cubicBezTo>
                    <a:pt x="153" y="261"/>
                    <a:pt x="223" y="211"/>
                    <a:pt x="239" y="141"/>
                  </a:cubicBezTo>
                  <a:cubicBezTo>
                    <a:pt x="239" y="108"/>
                    <a:pt x="239" y="71"/>
                    <a:pt x="223" y="55"/>
                  </a:cubicBezTo>
                  <a:cubicBezTo>
                    <a:pt x="223" y="38"/>
                    <a:pt x="206" y="38"/>
                    <a:pt x="206" y="22"/>
                  </a:cubicBezTo>
                  <a:cubicBezTo>
                    <a:pt x="190" y="5"/>
                    <a:pt x="173" y="5"/>
                    <a:pt x="153" y="5"/>
                  </a:cubicBezTo>
                  <a:cubicBezTo>
                    <a:pt x="143" y="2"/>
                    <a:pt x="134" y="1"/>
                    <a:pt x="1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3" name="Google Shape;21603;p66"/>
            <p:cNvSpPr/>
            <p:nvPr/>
          </p:nvSpPr>
          <p:spPr>
            <a:xfrm>
              <a:off x="4186750" y="2765850"/>
              <a:ext cx="5575" cy="6200"/>
            </a:xfrm>
            <a:custGeom>
              <a:avLst/>
              <a:gdLst/>
              <a:ahLst/>
              <a:cxnLst/>
              <a:rect l="l" t="t" r="r" b="b"/>
              <a:pathLst>
                <a:path w="223" h="248" extrusionOk="0">
                  <a:moveTo>
                    <a:pt x="110" y="1"/>
                  </a:moveTo>
                  <a:cubicBezTo>
                    <a:pt x="54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194"/>
                  </a:cubicBezTo>
                  <a:cubicBezTo>
                    <a:pt x="33" y="227"/>
                    <a:pt x="50" y="243"/>
                    <a:pt x="87" y="243"/>
                  </a:cubicBezTo>
                  <a:cubicBezTo>
                    <a:pt x="94" y="246"/>
                    <a:pt x="102" y="248"/>
                    <a:pt x="110" y="248"/>
                  </a:cubicBezTo>
                  <a:cubicBezTo>
                    <a:pt x="156" y="248"/>
                    <a:pt x="209" y="200"/>
                    <a:pt x="223" y="140"/>
                  </a:cubicBezTo>
                  <a:cubicBezTo>
                    <a:pt x="223" y="107"/>
                    <a:pt x="223" y="74"/>
                    <a:pt x="206" y="58"/>
                  </a:cubicBezTo>
                  <a:cubicBezTo>
                    <a:pt x="206" y="37"/>
                    <a:pt x="190" y="37"/>
                    <a:pt x="190" y="21"/>
                  </a:cubicBezTo>
                  <a:cubicBezTo>
                    <a:pt x="169" y="4"/>
                    <a:pt x="153" y="4"/>
                    <a:pt x="136" y="4"/>
                  </a:cubicBezTo>
                  <a:cubicBezTo>
                    <a:pt x="127" y="2"/>
                    <a:pt x="118" y="1"/>
                    <a:pt x="1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4" name="Google Shape;21604;p66"/>
            <p:cNvSpPr/>
            <p:nvPr/>
          </p:nvSpPr>
          <p:spPr>
            <a:xfrm>
              <a:off x="4178600" y="2733400"/>
              <a:ext cx="6400" cy="6375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145" y="0"/>
                  </a:moveTo>
                  <a:cubicBezTo>
                    <a:pt x="132" y="0"/>
                    <a:pt x="120" y="5"/>
                    <a:pt x="103" y="16"/>
                  </a:cubicBezTo>
                  <a:cubicBezTo>
                    <a:pt x="33" y="32"/>
                    <a:pt x="0" y="119"/>
                    <a:pt x="17" y="185"/>
                  </a:cubicBezTo>
                  <a:cubicBezTo>
                    <a:pt x="33" y="201"/>
                    <a:pt x="50" y="238"/>
                    <a:pt x="66" y="255"/>
                  </a:cubicBezTo>
                  <a:lnTo>
                    <a:pt x="153" y="255"/>
                  </a:lnTo>
                  <a:cubicBezTo>
                    <a:pt x="186" y="238"/>
                    <a:pt x="223" y="222"/>
                    <a:pt x="223" y="185"/>
                  </a:cubicBezTo>
                  <a:cubicBezTo>
                    <a:pt x="239" y="152"/>
                    <a:pt x="256" y="119"/>
                    <a:pt x="239" y="82"/>
                  </a:cubicBezTo>
                  <a:cubicBezTo>
                    <a:pt x="239" y="65"/>
                    <a:pt x="223" y="49"/>
                    <a:pt x="206" y="32"/>
                  </a:cubicBezTo>
                  <a:lnTo>
                    <a:pt x="186" y="16"/>
                  </a:lnTo>
                  <a:cubicBezTo>
                    <a:pt x="169" y="5"/>
                    <a:pt x="157" y="0"/>
                    <a:pt x="14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5" name="Google Shape;21605;p66"/>
            <p:cNvSpPr/>
            <p:nvPr/>
          </p:nvSpPr>
          <p:spPr>
            <a:xfrm>
              <a:off x="4184575" y="270477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0" y="1"/>
                  </a:moveTo>
                  <a:cubicBezTo>
                    <a:pt x="99" y="1"/>
                    <a:pt x="70" y="14"/>
                    <a:pt x="50" y="43"/>
                  </a:cubicBezTo>
                  <a:cubicBezTo>
                    <a:pt x="0" y="109"/>
                    <a:pt x="0" y="179"/>
                    <a:pt x="50" y="233"/>
                  </a:cubicBezTo>
                  <a:cubicBezTo>
                    <a:pt x="50" y="233"/>
                    <a:pt x="71" y="250"/>
                    <a:pt x="87" y="250"/>
                  </a:cubicBezTo>
                  <a:cubicBezTo>
                    <a:pt x="100" y="254"/>
                    <a:pt x="112" y="256"/>
                    <a:pt x="124" y="256"/>
                  </a:cubicBezTo>
                  <a:cubicBezTo>
                    <a:pt x="156" y="256"/>
                    <a:pt x="182" y="240"/>
                    <a:pt x="207" y="212"/>
                  </a:cubicBezTo>
                  <a:cubicBezTo>
                    <a:pt x="240" y="163"/>
                    <a:pt x="240" y="109"/>
                    <a:pt x="240" y="76"/>
                  </a:cubicBezTo>
                  <a:cubicBezTo>
                    <a:pt x="223" y="60"/>
                    <a:pt x="223" y="43"/>
                    <a:pt x="207" y="27"/>
                  </a:cubicBezTo>
                  <a:cubicBezTo>
                    <a:pt x="182" y="10"/>
                    <a:pt x="155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6" name="Google Shape;21606;p66"/>
            <p:cNvSpPr/>
            <p:nvPr/>
          </p:nvSpPr>
          <p:spPr>
            <a:xfrm>
              <a:off x="4173850" y="27788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53" y="0"/>
                  </a:moveTo>
                  <a:cubicBezTo>
                    <a:pt x="87" y="0"/>
                    <a:pt x="17" y="54"/>
                    <a:pt x="17" y="120"/>
                  </a:cubicBezTo>
                  <a:cubicBezTo>
                    <a:pt x="1" y="157"/>
                    <a:pt x="1" y="190"/>
                    <a:pt x="17" y="207"/>
                  </a:cubicBezTo>
                  <a:cubicBezTo>
                    <a:pt x="34" y="240"/>
                    <a:pt x="67" y="260"/>
                    <a:pt x="87" y="260"/>
                  </a:cubicBezTo>
                  <a:cubicBezTo>
                    <a:pt x="95" y="262"/>
                    <a:pt x="103" y="263"/>
                    <a:pt x="111" y="263"/>
                  </a:cubicBezTo>
                  <a:cubicBezTo>
                    <a:pt x="166" y="263"/>
                    <a:pt x="209" y="215"/>
                    <a:pt x="223" y="157"/>
                  </a:cubicBezTo>
                  <a:cubicBezTo>
                    <a:pt x="240" y="120"/>
                    <a:pt x="223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90" y="17"/>
                    <a:pt x="170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7" name="Google Shape;21607;p66"/>
            <p:cNvSpPr/>
            <p:nvPr/>
          </p:nvSpPr>
          <p:spPr>
            <a:xfrm>
              <a:off x="4171700" y="2762375"/>
              <a:ext cx="6400" cy="6500"/>
            </a:xfrm>
            <a:custGeom>
              <a:avLst/>
              <a:gdLst/>
              <a:ahLst/>
              <a:cxnLst/>
              <a:rect l="l" t="t" r="r" b="b"/>
              <a:pathLst>
                <a:path w="256" h="260" extrusionOk="0">
                  <a:moveTo>
                    <a:pt x="130" y="1"/>
                  </a:moveTo>
                  <a:cubicBezTo>
                    <a:pt x="99" y="1"/>
                    <a:pt x="70" y="13"/>
                    <a:pt x="50" y="40"/>
                  </a:cubicBezTo>
                  <a:cubicBezTo>
                    <a:pt x="0" y="110"/>
                    <a:pt x="0" y="176"/>
                    <a:pt x="50" y="230"/>
                  </a:cubicBezTo>
                  <a:cubicBezTo>
                    <a:pt x="65" y="250"/>
                    <a:pt x="89" y="260"/>
                    <a:pt x="115" y="260"/>
                  </a:cubicBezTo>
                  <a:cubicBezTo>
                    <a:pt x="150" y="260"/>
                    <a:pt x="187" y="242"/>
                    <a:pt x="206" y="213"/>
                  </a:cubicBezTo>
                  <a:cubicBezTo>
                    <a:pt x="256" y="160"/>
                    <a:pt x="256" y="73"/>
                    <a:pt x="206" y="24"/>
                  </a:cubicBezTo>
                  <a:cubicBezTo>
                    <a:pt x="182" y="9"/>
                    <a:pt x="156" y="1"/>
                    <a:pt x="1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8" name="Google Shape;21608;p66"/>
            <p:cNvSpPr/>
            <p:nvPr/>
          </p:nvSpPr>
          <p:spPr>
            <a:xfrm>
              <a:off x="4167775" y="2793975"/>
              <a:ext cx="6525" cy="6300"/>
            </a:xfrm>
            <a:custGeom>
              <a:avLst/>
              <a:gdLst/>
              <a:ahLst/>
              <a:cxnLst/>
              <a:rect l="l" t="t" r="r" b="b"/>
              <a:pathLst>
                <a:path w="261" h="252" extrusionOk="0">
                  <a:moveTo>
                    <a:pt x="142" y="0"/>
                  </a:moveTo>
                  <a:cubicBezTo>
                    <a:pt x="127" y="0"/>
                    <a:pt x="114" y="5"/>
                    <a:pt x="103" y="13"/>
                  </a:cubicBezTo>
                  <a:cubicBezTo>
                    <a:pt x="38" y="29"/>
                    <a:pt x="0" y="116"/>
                    <a:pt x="21" y="186"/>
                  </a:cubicBezTo>
                  <a:cubicBezTo>
                    <a:pt x="21" y="203"/>
                    <a:pt x="54" y="236"/>
                    <a:pt x="71" y="252"/>
                  </a:cubicBezTo>
                  <a:lnTo>
                    <a:pt x="157" y="252"/>
                  </a:lnTo>
                  <a:cubicBezTo>
                    <a:pt x="227" y="219"/>
                    <a:pt x="260" y="149"/>
                    <a:pt x="244" y="83"/>
                  </a:cubicBezTo>
                  <a:cubicBezTo>
                    <a:pt x="227" y="66"/>
                    <a:pt x="227" y="46"/>
                    <a:pt x="207" y="29"/>
                  </a:cubicBezTo>
                  <a:lnTo>
                    <a:pt x="190" y="13"/>
                  </a:lnTo>
                  <a:cubicBezTo>
                    <a:pt x="174" y="5"/>
                    <a:pt x="157" y="0"/>
                    <a:pt x="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9" name="Google Shape;21609;p66"/>
            <p:cNvSpPr/>
            <p:nvPr/>
          </p:nvSpPr>
          <p:spPr>
            <a:xfrm>
              <a:off x="4184150" y="2750150"/>
              <a:ext cx="6025" cy="6525"/>
            </a:xfrm>
            <a:custGeom>
              <a:avLst/>
              <a:gdLst/>
              <a:ahLst/>
              <a:cxnLst/>
              <a:rect l="l" t="t" r="r" b="b"/>
              <a:pathLst>
                <a:path w="241" h="261" extrusionOk="0">
                  <a:moveTo>
                    <a:pt x="135" y="0"/>
                  </a:moveTo>
                  <a:cubicBezTo>
                    <a:pt x="100" y="0"/>
                    <a:pt x="65" y="18"/>
                    <a:pt x="34" y="47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6" y="252"/>
                    <a:pt x="87" y="261"/>
                    <a:pt x="110" y="261"/>
                  </a:cubicBezTo>
                  <a:cubicBezTo>
                    <a:pt x="141" y="261"/>
                    <a:pt x="176" y="244"/>
                    <a:pt x="207" y="203"/>
                  </a:cubicBezTo>
                  <a:cubicBezTo>
                    <a:pt x="240" y="150"/>
                    <a:pt x="240" y="84"/>
                    <a:pt x="207" y="30"/>
                  </a:cubicBezTo>
                  <a:cubicBezTo>
                    <a:pt x="185" y="9"/>
                    <a:pt x="160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0" name="Google Shape;21610;p66"/>
            <p:cNvSpPr/>
            <p:nvPr/>
          </p:nvSpPr>
          <p:spPr>
            <a:xfrm>
              <a:off x="4176850" y="2716650"/>
              <a:ext cx="6000" cy="6200"/>
            </a:xfrm>
            <a:custGeom>
              <a:avLst/>
              <a:gdLst/>
              <a:ahLst/>
              <a:cxnLst/>
              <a:rect l="l" t="t" r="r" b="b"/>
              <a:pathLst>
                <a:path w="240" h="248" extrusionOk="0">
                  <a:moveTo>
                    <a:pt x="134" y="0"/>
                  </a:moveTo>
                  <a:cubicBezTo>
                    <a:pt x="100" y="0"/>
                    <a:pt x="64" y="18"/>
                    <a:pt x="33" y="47"/>
                  </a:cubicBezTo>
                  <a:cubicBezTo>
                    <a:pt x="33" y="67"/>
                    <a:pt x="17" y="84"/>
                    <a:pt x="17" y="100"/>
                  </a:cubicBezTo>
                  <a:cubicBezTo>
                    <a:pt x="0" y="150"/>
                    <a:pt x="17" y="203"/>
                    <a:pt x="33" y="220"/>
                  </a:cubicBezTo>
                  <a:cubicBezTo>
                    <a:pt x="55" y="239"/>
                    <a:pt x="81" y="247"/>
                    <a:pt x="105" y="247"/>
                  </a:cubicBezTo>
                  <a:cubicBezTo>
                    <a:pt x="123" y="247"/>
                    <a:pt x="139" y="243"/>
                    <a:pt x="153" y="236"/>
                  </a:cubicBezTo>
                  <a:cubicBezTo>
                    <a:pt x="173" y="236"/>
                    <a:pt x="190" y="220"/>
                    <a:pt x="206" y="203"/>
                  </a:cubicBezTo>
                  <a:cubicBezTo>
                    <a:pt x="239" y="150"/>
                    <a:pt x="239" y="67"/>
                    <a:pt x="206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1" name="Google Shape;21611;p66"/>
            <p:cNvSpPr/>
            <p:nvPr/>
          </p:nvSpPr>
          <p:spPr>
            <a:xfrm>
              <a:off x="4187975" y="2781275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2" y="1"/>
                  </a:moveTo>
                  <a:cubicBezTo>
                    <a:pt x="120" y="1"/>
                    <a:pt x="83" y="18"/>
                    <a:pt x="54" y="59"/>
                  </a:cubicBezTo>
                  <a:cubicBezTo>
                    <a:pt x="1" y="109"/>
                    <a:pt x="1" y="179"/>
                    <a:pt x="54" y="228"/>
                  </a:cubicBezTo>
                  <a:cubicBezTo>
                    <a:pt x="75" y="251"/>
                    <a:pt x="100" y="261"/>
                    <a:pt x="124" y="261"/>
                  </a:cubicBezTo>
                  <a:cubicBezTo>
                    <a:pt x="156" y="261"/>
                    <a:pt x="188" y="242"/>
                    <a:pt x="207" y="212"/>
                  </a:cubicBezTo>
                  <a:cubicBezTo>
                    <a:pt x="260" y="162"/>
                    <a:pt x="260" y="76"/>
                    <a:pt x="207" y="22"/>
                  </a:cubicBezTo>
                  <a:cubicBezTo>
                    <a:pt x="193" y="9"/>
                    <a:pt x="174" y="1"/>
                    <a:pt x="1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2" name="Google Shape;21612;p66"/>
            <p:cNvSpPr/>
            <p:nvPr/>
          </p:nvSpPr>
          <p:spPr>
            <a:xfrm>
              <a:off x="4181175" y="2795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0"/>
                  </a:moveTo>
                  <a:cubicBezTo>
                    <a:pt x="83" y="0"/>
                    <a:pt x="33" y="50"/>
                    <a:pt x="17" y="120"/>
                  </a:cubicBezTo>
                  <a:cubicBezTo>
                    <a:pt x="0" y="153"/>
                    <a:pt x="17" y="186"/>
                    <a:pt x="17" y="207"/>
                  </a:cubicBezTo>
                  <a:cubicBezTo>
                    <a:pt x="33" y="240"/>
                    <a:pt x="66" y="256"/>
                    <a:pt x="83" y="256"/>
                  </a:cubicBezTo>
                  <a:cubicBezTo>
                    <a:pt x="92" y="258"/>
                    <a:pt x="101" y="259"/>
                    <a:pt x="110" y="259"/>
                  </a:cubicBezTo>
                  <a:cubicBezTo>
                    <a:pt x="170" y="259"/>
                    <a:pt x="225" y="214"/>
                    <a:pt x="240" y="153"/>
                  </a:cubicBezTo>
                  <a:cubicBezTo>
                    <a:pt x="240" y="120"/>
                    <a:pt x="240" y="83"/>
                    <a:pt x="223" y="50"/>
                  </a:cubicBezTo>
                  <a:lnTo>
                    <a:pt x="207" y="33"/>
                  </a:lnTo>
                  <a:cubicBezTo>
                    <a:pt x="186" y="17"/>
                    <a:pt x="169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3" name="Google Shape;21613;p66"/>
            <p:cNvSpPr/>
            <p:nvPr/>
          </p:nvSpPr>
          <p:spPr>
            <a:xfrm>
              <a:off x="4186325" y="2811900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7" y="1"/>
                  </a:moveTo>
                  <a:cubicBezTo>
                    <a:pt x="120" y="1"/>
                    <a:pt x="83" y="1"/>
                    <a:pt x="50" y="34"/>
                  </a:cubicBezTo>
                  <a:cubicBezTo>
                    <a:pt x="34" y="50"/>
                    <a:pt x="17" y="71"/>
                    <a:pt x="1" y="104"/>
                  </a:cubicBezTo>
                  <a:cubicBezTo>
                    <a:pt x="1" y="137"/>
                    <a:pt x="1" y="174"/>
                    <a:pt x="17" y="207"/>
                  </a:cubicBezTo>
                  <a:cubicBezTo>
                    <a:pt x="34" y="240"/>
                    <a:pt x="50" y="257"/>
                    <a:pt x="83" y="257"/>
                  </a:cubicBezTo>
                  <a:cubicBezTo>
                    <a:pt x="153" y="257"/>
                    <a:pt x="207" y="224"/>
                    <a:pt x="223" y="153"/>
                  </a:cubicBezTo>
                  <a:cubicBezTo>
                    <a:pt x="240" y="120"/>
                    <a:pt x="223" y="87"/>
                    <a:pt x="207" y="50"/>
                  </a:cubicBezTo>
                  <a:cubicBezTo>
                    <a:pt x="207" y="50"/>
                    <a:pt x="207" y="34"/>
                    <a:pt x="186" y="34"/>
                  </a:cubicBezTo>
                  <a:cubicBezTo>
                    <a:pt x="186" y="17"/>
                    <a:pt x="170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4" name="Google Shape;21614;p66"/>
            <p:cNvSpPr/>
            <p:nvPr/>
          </p:nvSpPr>
          <p:spPr>
            <a:xfrm>
              <a:off x="4176850" y="284312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8" y="0"/>
                  </a:moveTo>
                  <a:cubicBezTo>
                    <a:pt x="104" y="0"/>
                    <a:pt x="72" y="17"/>
                    <a:pt x="50" y="59"/>
                  </a:cubicBezTo>
                  <a:cubicBezTo>
                    <a:pt x="0" y="108"/>
                    <a:pt x="0" y="178"/>
                    <a:pt x="50" y="228"/>
                  </a:cubicBezTo>
                  <a:cubicBezTo>
                    <a:pt x="50" y="244"/>
                    <a:pt x="70" y="244"/>
                    <a:pt x="87" y="244"/>
                  </a:cubicBezTo>
                  <a:cubicBezTo>
                    <a:pt x="96" y="250"/>
                    <a:pt x="107" y="253"/>
                    <a:pt x="118" y="253"/>
                  </a:cubicBezTo>
                  <a:cubicBezTo>
                    <a:pt x="148" y="253"/>
                    <a:pt x="183" y="235"/>
                    <a:pt x="206" y="211"/>
                  </a:cubicBezTo>
                  <a:cubicBezTo>
                    <a:pt x="239" y="178"/>
                    <a:pt x="239" y="108"/>
                    <a:pt x="223" y="75"/>
                  </a:cubicBezTo>
                  <a:cubicBezTo>
                    <a:pt x="223" y="59"/>
                    <a:pt x="223" y="38"/>
                    <a:pt x="206" y="22"/>
                  </a:cubicBezTo>
                  <a:cubicBezTo>
                    <a:pt x="185" y="8"/>
                    <a:pt x="161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5" name="Google Shape;21615;p66"/>
            <p:cNvSpPr/>
            <p:nvPr/>
          </p:nvSpPr>
          <p:spPr>
            <a:xfrm>
              <a:off x="4169525" y="27458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5" y="0"/>
                  </a:moveTo>
                  <a:cubicBezTo>
                    <a:pt x="101" y="0"/>
                    <a:pt x="64" y="19"/>
                    <a:pt x="33" y="50"/>
                  </a:cubicBezTo>
                  <a:cubicBezTo>
                    <a:pt x="1" y="99"/>
                    <a:pt x="1" y="186"/>
                    <a:pt x="33" y="239"/>
                  </a:cubicBezTo>
                  <a:cubicBezTo>
                    <a:pt x="55" y="253"/>
                    <a:pt x="80" y="261"/>
                    <a:pt x="105" y="261"/>
                  </a:cubicBezTo>
                  <a:cubicBezTo>
                    <a:pt x="141" y="261"/>
                    <a:pt x="177" y="244"/>
                    <a:pt x="207" y="202"/>
                  </a:cubicBezTo>
                  <a:cubicBezTo>
                    <a:pt x="240" y="153"/>
                    <a:pt x="240" y="66"/>
                    <a:pt x="207" y="33"/>
                  </a:cubicBezTo>
                  <a:cubicBezTo>
                    <a:pt x="186" y="10"/>
                    <a:pt x="161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6" name="Google Shape;21616;p66"/>
            <p:cNvSpPr/>
            <p:nvPr/>
          </p:nvSpPr>
          <p:spPr>
            <a:xfrm>
              <a:off x="4175500" y="2828125"/>
              <a:ext cx="6100" cy="6600"/>
            </a:xfrm>
            <a:custGeom>
              <a:avLst/>
              <a:gdLst/>
              <a:ahLst/>
              <a:cxnLst/>
              <a:rect l="l" t="t" r="r" b="b"/>
              <a:pathLst>
                <a:path w="244" h="264" extrusionOk="0">
                  <a:moveTo>
                    <a:pt x="132" y="0"/>
                  </a:moveTo>
                  <a:cubicBezTo>
                    <a:pt x="75" y="0"/>
                    <a:pt x="36" y="49"/>
                    <a:pt x="21" y="106"/>
                  </a:cubicBezTo>
                  <a:cubicBezTo>
                    <a:pt x="1" y="143"/>
                    <a:pt x="21" y="176"/>
                    <a:pt x="38" y="209"/>
                  </a:cubicBezTo>
                  <a:cubicBezTo>
                    <a:pt x="38" y="226"/>
                    <a:pt x="71" y="247"/>
                    <a:pt x="104" y="263"/>
                  </a:cubicBezTo>
                  <a:cubicBezTo>
                    <a:pt x="124" y="263"/>
                    <a:pt x="157" y="247"/>
                    <a:pt x="190" y="226"/>
                  </a:cubicBezTo>
                  <a:cubicBezTo>
                    <a:pt x="207" y="209"/>
                    <a:pt x="227" y="176"/>
                    <a:pt x="244" y="143"/>
                  </a:cubicBezTo>
                  <a:cubicBezTo>
                    <a:pt x="244" y="106"/>
                    <a:pt x="244" y="73"/>
                    <a:pt x="227" y="57"/>
                  </a:cubicBezTo>
                  <a:cubicBezTo>
                    <a:pt x="227" y="40"/>
                    <a:pt x="207" y="40"/>
                    <a:pt x="207" y="20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7" name="Google Shape;21617;p66"/>
            <p:cNvSpPr/>
            <p:nvPr/>
          </p:nvSpPr>
          <p:spPr>
            <a:xfrm>
              <a:off x="4171700" y="2701525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103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33" y="206"/>
                    <a:pt x="50" y="223"/>
                    <a:pt x="70" y="239"/>
                  </a:cubicBezTo>
                  <a:cubicBezTo>
                    <a:pt x="87" y="250"/>
                    <a:pt x="99" y="255"/>
                    <a:pt x="111" y="255"/>
                  </a:cubicBezTo>
                  <a:cubicBezTo>
                    <a:pt x="124" y="255"/>
                    <a:pt x="136" y="250"/>
                    <a:pt x="153" y="239"/>
                  </a:cubicBezTo>
                  <a:cubicBezTo>
                    <a:pt x="190" y="239"/>
                    <a:pt x="206" y="206"/>
                    <a:pt x="223" y="173"/>
                  </a:cubicBezTo>
                  <a:cubicBezTo>
                    <a:pt x="239" y="157"/>
                    <a:pt x="239" y="120"/>
                    <a:pt x="239" y="87"/>
                  </a:cubicBezTo>
                  <a:cubicBezTo>
                    <a:pt x="223" y="54"/>
                    <a:pt x="223" y="33"/>
                    <a:pt x="206" y="33"/>
                  </a:cubicBezTo>
                  <a:cubicBezTo>
                    <a:pt x="206" y="17"/>
                    <a:pt x="190" y="17"/>
                    <a:pt x="190" y="17"/>
                  </a:cubicBezTo>
                  <a:cubicBezTo>
                    <a:pt x="153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8" name="Google Shape;21618;p66"/>
            <p:cNvSpPr/>
            <p:nvPr/>
          </p:nvSpPr>
          <p:spPr>
            <a:xfrm>
              <a:off x="4172100" y="28136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87" y="1"/>
                  </a:moveTo>
                  <a:cubicBezTo>
                    <a:pt x="71" y="17"/>
                    <a:pt x="34" y="34"/>
                    <a:pt x="17" y="67"/>
                  </a:cubicBezTo>
                  <a:cubicBezTo>
                    <a:pt x="1" y="104"/>
                    <a:pt x="1" y="137"/>
                    <a:pt x="17" y="170"/>
                  </a:cubicBezTo>
                  <a:cubicBezTo>
                    <a:pt x="29" y="221"/>
                    <a:pt x="61" y="253"/>
                    <a:pt x="105" y="253"/>
                  </a:cubicBezTo>
                  <a:cubicBezTo>
                    <a:pt x="121" y="253"/>
                    <a:pt x="139" y="249"/>
                    <a:pt x="157" y="240"/>
                  </a:cubicBezTo>
                  <a:cubicBezTo>
                    <a:pt x="207" y="224"/>
                    <a:pt x="240" y="137"/>
                    <a:pt x="223" y="83"/>
                  </a:cubicBezTo>
                  <a:cubicBezTo>
                    <a:pt x="223" y="50"/>
                    <a:pt x="207" y="34"/>
                    <a:pt x="207" y="17"/>
                  </a:cubicBezTo>
                  <a:cubicBezTo>
                    <a:pt x="190" y="17"/>
                    <a:pt x="190" y="17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9" name="Google Shape;21619;p66"/>
            <p:cNvSpPr/>
            <p:nvPr/>
          </p:nvSpPr>
          <p:spPr>
            <a:xfrm>
              <a:off x="4085825" y="28123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0"/>
                  </a:moveTo>
                  <a:cubicBezTo>
                    <a:pt x="83" y="0"/>
                    <a:pt x="17" y="33"/>
                    <a:pt x="17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40"/>
                    <a:pt x="67" y="260"/>
                    <a:pt x="83" y="260"/>
                  </a:cubicBezTo>
                  <a:cubicBezTo>
                    <a:pt x="153" y="260"/>
                    <a:pt x="207" y="223"/>
                    <a:pt x="223" y="157"/>
                  </a:cubicBezTo>
                  <a:cubicBezTo>
                    <a:pt x="240" y="120"/>
                    <a:pt x="240" y="87"/>
                    <a:pt x="223" y="54"/>
                  </a:cubicBezTo>
                  <a:cubicBezTo>
                    <a:pt x="207" y="54"/>
                    <a:pt x="207" y="33"/>
                    <a:pt x="207" y="33"/>
                  </a:cubicBezTo>
                  <a:cubicBezTo>
                    <a:pt x="186" y="17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0" name="Google Shape;21620;p66"/>
            <p:cNvSpPr/>
            <p:nvPr/>
          </p:nvSpPr>
          <p:spPr>
            <a:xfrm>
              <a:off x="4193550" y="2845825"/>
              <a:ext cx="6100" cy="4750"/>
            </a:xfrm>
            <a:custGeom>
              <a:avLst/>
              <a:gdLst/>
              <a:ahLst/>
              <a:cxnLst/>
              <a:rect l="l" t="t" r="r" b="b"/>
              <a:pathLst>
                <a:path w="244" h="190" extrusionOk="0">
                  <a:moveTo>
                    <a:pt x="157" y="0"/>
                  </a:moveTo>
                  <a:cubicBezTo>
                    <a:pt x="87" y="0"/>
                    <a:pt x="21" y="54"/>
                    <a:pt x="21" y="120"/>
                  </a:cubicBezTo>
                  <a:cubicBezTo>
                    <a:pt x="0" y="136"/>
                    <a:pt x="0" y="173"/>
                    <a:pt x="21" y="190"/>
                  </a:cubicBezTo>
                  <a:lnTo>
                    <a:pt x="206" y="190"/>
                  </a:lnTo>
                  <a:cubicBezTo>
                    <a:pt x="227" y="190"/>
                    <a:pt x="227" y="173"/>
                    <a:pt x="227" y="157"/>
                  </a:cubicBezTo>
                  <a:cubicBezTo>
                    <a:pt x="243" y="103"/>
                    <a:pt x="227" y="70"/>
                    <a:pt x="190" y="33"/>
                  </a:cubicBezTo>
                  <a:cubicBezTo>
                    <a:pt x="190" y="17"/>
                    <a:pt x="173" y="17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1" name="Google Shape;21621;p66"/>
            <p:cNvSpPr/>
            <p:nvPr/>
          </p:nvSpPr>
          <p:spPr>
            <a:xfrm>
              <a:off x="4219300" y="2772425"/>
              <a:ext cx="6125" cy="6425"/>
            </a:xfrm>
            <a:custGeom>
              <a:avLst/>
              <a:gdLst/>
              <a:ahLst/>
              <a:cxnLst/>
              <a:rect l="l" t="t" r="r" b="b"/>
              <a:pathLst>
                <a:path w="245" h="257" extrusionOk="0">
                  <a:moveTo>
                    <a:pt x="141" y="1"/>
                  </a:moveTo>
                  <a:cubicBezTo>
                    <a:pt x="125" y="1"/>
                    <a:pt x="87" y="1"/>
                    <a:pt x="54" y="17"/>
                  </a:cubicBezTo>
                  <a:cubicBezTo>
                    <a:pt x="38" y="34"/>
                    <a:pt x="21" y="67"/>
                    <a:pt x="1" y="104"/>
                  </a:cubicBezTo>
                  <a:cubicBezTo>
                    <a:pt x="1" y="137"/>
                    <a:pt x="1" y="170"/>
                    <a:pt x="21" y="207"/>
                  </a:cubicBezTo>
                  <a:cubicBezTo>
                    <a:pt x="38" y="223"/>
                    <a:pt x="54" y="240"/>
                    <a:pt x="87" y="256"/>
                  </a:cubicBezTo>
                  <a:cubicBezTo>
                    <a:pt x="158" y="256"/>
                    <a:pt x="207" y="207"/>
                    <a:pt x="228" y="137"/>
                  </a:cubicBezTo>
                  <a:cubicBezTo>
                    <a:pt x="244" y="104"/>
                    <a:pt x="228" y="67"/>
                    <a:pt x="207" y="50"/>
                  </a:cubicBezTo>
                  <a:cubicBezTo>
                    <a:pt x="207" y="34"/>
                    <a:pt x="207" y="34"/>
                    <a:pt x="191" y="17"/>
                  </a:cubicBezTo>
                  <a:cubicBezTo>
                    <a:pt x="174" y="17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2" name="Google Shape;21622;p66"/>
            <p:cNvSpPr/>
            <p:nvPr/>
          </p:nvSpPr>
          <p:spPr>
            <a:xfrm>
              <a:off x="4213325" y="28026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33" y="0"/>
                  </a:moveTo>
                  <a:cubicBezTo>
                    <a:pt x="123" y="0"/>
                    <a:pt x="113" y="2"/>
                    <a:pt x="104" y="7"/>
                  </a:cubicBezTo>
                  <a:cubicBezTo>
                    <a:pt x="87" y="7"/>
                    <a:pt x="54" y="28"/>
                    <a:pt x="34" y="44"/>
                  </a:cubicBezTo>
                  <a:cubicBezTo>
                    <a:pt x="17" y="77"/>
                    <a:pt x="17" y="94"/>
                    <a:pt x="1" y="131"/>
                  </a:cubicBezTo>
                  <a:cubicBezTo>
                    <a:pt x="1" y="164"/>
                    <a:pt x="17" y="197"/>
                    <a:pt x="34" y="234"/>
                  </a:cubicBezTo>
                  <a:cubicBezTo>
                    <a:pt x="57" y="248"/>
                    <a:pt x="84" y="256"/>
                    <a:pt x="111" y="256"/>
                  </a:cubicBezTo>
                  <a:cubicBezTo>
                    <a:pt x="145" y="256"/>
                    <a:pt x="179" y="243"/>
                    <a:pt x="207" y="213"/>
                  </a:cubicBezTo>
                  <a:cubicBezTo>
                    <a:pt x="240" y="147"/>
                    <a:pt x="240" y="77"/>
                    <a:pt x="207" y="28"/>
                  </a:cubicBezTo>
                  <a:cubicBezTo>
                    <a:pt x="183" y="13"/>
                    <a:pt x="158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3" name="Google Shape;21623;p66"/>
            <p:cNvSpPr/>
            <p:nvPr/>
          </p:nvSpPr>
          <p:spPr>
            <a:xfrm>
              <a:off x="4215075" y="28195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28" y="1"/>
                  </a:moveTo>
                  <a:cubicBezTo>
                    <a:pt x="74" y="1"/>
                    <a:pt x="32" y="46"/>
                    <a:pt x="17" y="107"/>
                  </a:cubicBezTo>
                  <a:cubicBezTo>
                    <a:pt x="1" y="140"/>
                    <a:pt x="17" y="177"/>
                    <a:pt x="34" y="210"/>
                  </a:cubicBezTo>
                  <a:cubicBezTo>
                    <a:pt x="34" y="227"/>
                    <a:pt x="67" y="243"/>
                    <a:pt x="104" y="260"/>
                  </a:cubicBezTo>
                  <a:cubicBezTo>
                    <a:pt x="153" y="260"/>
                    <a:pt x="223" y="210"/>
                    <a:pt x="240" y="140"/>
                  </a:cubicBezTo>
                  <a:cubicBezTo>
                    <a:pt x="240" y="107"/>
                    <a:pt x="240" y="74"/>
                    <a:pt x="223" y="54"/>
                  </a:cubicBezTo>
                  <a:cubicBezTo>
                    <a:pt x="223" y="37"/>
                    <a:pt x="207" y="37"/>
                    <a:pt x="207" y="21"/>
                  </a:cubicBezTo>
                  <a:cubicBezTo>
                    <a:pt x="190" y="21"/>
                    <a:pt x="170" y="4"/>
                    <a:pt x="153" y="4"/>
                  </a:cubicBezTo>
                  <a:cubicBezTo>
                    <a:pt x="145" y="2"/>
                    <a:pt x="136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4" name="Google Shape;21624;p66"/>
            <p:cNvSpPr/>
            <p:nvPr/>
          </p:nvSpPr>
          <p:spPr>
            <a:xfrm>
              <a:off x="4207775" y="278690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29" y="0"/>
                  </a:moveTo>
                  <a:cubicBezTo>
                    <a:pt x="74" y="0"/>
                    <a:pt x="31" y="48"/>
                    <a:pt x="17" y="106"/>
                  </a:cubicBezTo>
                  <a:cubicBezTo>
                    <a:pt x="0" y="143"/>
                    <a:pt x="17" y="176"/>
                    <a:pt x="17" y="209"/>
                  </a:cubicBezTo>
                  <a:cubicBezTo>
                    <a:pt x="33" y="226"/>
                    <a:pt x="70" y="246"/>
                    <a:pt x="87" y="263"/>
                  </a:cubicBezTo>
                  <a:cubicBezTo>
                    <a:pt x="153" y="263"/>
                    <a:pt x="223" y="209"/>
                    <a:pt x="223" y="143"/>
                  </a:cubicBezTo>
                  <a:cubicBezTo>
                    <a:pt x="239" y="106"/>
                    <a:pt x="239" y="73"/>
                    <a:pt x="223" y="57"/>
                  </a:cubicBezTo>
                  <a:cubicBezTo>
                    <a:pt x="206" y="40"/>
                    <a:pt x="206" y="40"/>
                    <a:pt x="206" y="20"/>
                  </a:cubicBezTo>
                  <a:cubicBezTo>
                    <a:pt x="190" y="20"/>
                    <a:pt x="173" y="3"/>
                    <a:pt x="153" y="3"/>
                  </a:cubicBezTo>
                  <a:cubicBezTo>
                    <a:pt x="144" y="1"/>
                    <a:pt x="136" y="0"/>
                    <a:pt x="1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5" name="Google Shape;21625;p66"/>
            <p:cNvSpPr/>
            <p:nvPr/>
          </p:nvSpPr>
          <p:spPr>
            <a:xfrm>
              <a:off x="3857725" y="27736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1" y="0"/>
                  </a:moveTo>
                  <a:cubicBezTo>
                    <a:pt x="74" y="0"/>
                    <a:pt x="32" y="45"/>
                    <a:pt x="17" y="106"/>
                  </a:cubicBezTo>
                  <a:cubicBezTo>
                    <a:pt x="1" y="176"/>
                    <a:pt x="34" y="242"/>
                    <a:pt x="104" y="242"/>
                  </a:cubicBezTo>
                  <a:cubicBezTo>
                    <a:pt x="109" y="249"/>
                    <a:pt x="116" y="251"/>
                    <a:pt x="123" y="251"/>
                  </a:cubicBezTo>
                  <a:cubicBezTo>
                    <a:pt x="142" y="251"/>
                    <a:pt x="167" y="237"/>
                    <a:pt x="190" y="226"/>
                  </a:cubicBezTo>
                  <a:cubicBezTo>
                    <a:pt x="207" y="209"/>
                    <a:pt x="223" y="176"/>
                    <a:pt x="240" y="139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36"/>
                    <a:pt x="207" y="36"/>
                    <a:pt x="207" y="20"/>
                  </a:cubicBezTo>
                  <a:cubicBezTo>
                    <a:pt x="190" y="3"/>
                    <a:pt x="174" y="3"/>
                    <a:pt x="157" y="3"/>
                  </a:cubicBezTo>
                  <a:cubicBezTo>
                    <a:pt x="148" y="1"/>
                    <a:pt x="139" y="0"/>
                    <a:pt x="1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6" name="Google Shape;21626;p66"/>
            <p:cNvSpPr/>
            <p:nvPr/>
          </p:nvSpPr>
          <p:spPr>
            <a:xfrm>
              <a:off x="3868875" y="2849500"/>
              <a:ext cx="4350" cy="1075"/>
            </a:xfrm>
            <a:custGeom>
              <a:avLst/>
              <a:gdLst/>
              <a:ahLst/>
              <a:cxnLst/>
              <a:rect l="l" t="t" r="r" b="b"/>
              <a:pathLst>
                <a:path w="174" h="43" extrusionOk="0">
                  <a:moveTo>
                    <a:pt x="94" y="0"/>
                  </a:moveTo>
                  <a:cubicBezTo>
                    <a:pt x="63" y="0"/>
                    <a:pt x="29" y="14"/>
                    <a:pt x="0" y="43"/>
                  </a:cubicBezTo>
                  <a:lnTo>
                    <a:pt x="173" y="43"/>
                  </a:lnTo>
                  <a:cubicBezTo>
                    <a:pt x="173" y="43"/>
                    <a:pt x="173" y="26"/>
                    <a:pt x="157" y="26"/>
                  </a:cubicBezTo>
                  <a:cubicBezTo>
                    <a:pt x="142" y="10"/>
                    <a:pt x="119" y="0"/>
                    <a:pt x="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7" name="Google Shape;21627;p66"/>
            <p:cNvSpPr/>
            <p:nvPr/>
          </p:nvSpPr>
          <p:spPr>
            <a:xfrm>
              <a:off x="3856900" y="281922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67" y="17"/>
                  </a:cubicBezTo>
                  <a:cubicBezTo>
                    <a:pt x="34" y="34"/>
                    <a:pt x="17" y="67"/>
                    <a:pt x="17" y="104"/>
                  </a:cubicBezTo>
                  <a:cubicBezTo>
                    <a:pt x="1" y="137"/>
                    <a:pt x="17" y="170"/>
                    <a:pt x="34" y="207"/>
                  </a:cubicBezTo>
                  <a:cubicBezTo>
                    <a:pt x="34" y="223"/>
                    <a:pt x="67" y="240"/>
                    <a:pt x="104" y="256"/>
                  </a:cubicBezTo>
                  <a:cubicBezTo>
                    <a:pt x="153" y="256"/>
                    <a:pt x="223" y="207"/>
                    <a:pt x="240" y="137"/>
                  </a:cubicBezTo>
                  <a:cubicBezTo>
                    <a:pt x="240" y="104"/>
                    <a:pt x="240" y="67"/>
                    <a:pt x="223" y="50"/>
                  </a:cubicBezTo>
                  <a:cubicBezTo>
                    <a:pt x="223" y="34"/>
                    <a:pt x="207" y="34"/>
                    <a:pt x="207" y="17"/>
                  </a:cubicBezTo>
                  <a:cubicBezTo>
                    <a:pt x="190" y="17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8" name="Google Shape;21628;p66"/>
            <p:cNvSpPr/>
            <p:nvPr/>
          </p:nvSpPr>
          <p:spPr>
            <a:xfrm>
              <a:off x="3868050" y="2740425"/>
              <a:ext cx="6500" cy="6400"/>
            </a:xfrm>
            <a:custGeom>
              <a:avLst/>
              <a:gdLst/>
              <a:ahLst/>
              <a:cxnLst/>
              <a:rect l="l" t="t" r="r" b="b"/>
              <a:pathLst>
                <a:path w="260" h="256" extrusionOk="0">
                  <a:moveTo>
                    <a:pt x="141" y="1"/>
                  </a:moveTo>
                  <a:cubicBezTo>
                    <a:pt x="107" y="1"/>
                    <a:pt x="72" y="14"/>
                    <a:pt x="54" y="44"/>
                  </a:cubicBezTo>
                  <a:cubicBezTo>
                    <a:pt x="0" y="93"/>
                    <a:pt x="0" y="180"/>
                    <a:pt x="54" y="229"/>
                  </a:cubicBezTo>
                  <a:cubicBezTo>
                    <a:pt x="76" y="246"/>
                    <a:pt x="103" y="256"/>
                    <a:pt x="128" y="256"/>
                  </a:cubicBezTo>
                  <a:cubicBezTo>
                    <a:pt x="159" y="256"/>
                    <a:pt x="188" y="242"/>
                    <a:pt x="206" y="213"/>
                  </a:cubicBezTo>
                  <a:cubicBezTo>
                    <a:pt x="260" y="147"/>
                    <a:pt x="260" y="77"/>
                    <a:pt x="206" y="23"/>
                  </a:cubicBezTo>
                  <a:cubicBezTo>
                    <a:pt x="192" y="9"/>
                    <a:pt x="167" y="1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9" name="Google Shape;21629;p66"/>
            <p:cNvSpPr/>
            <p:nvPr/>
          </p:nvSpPr>
          <p:spPr>
            <a:xfrm>
              <a:off x="3870625" y="2696050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3" y="30"/>
                    <a:pt x="0" y="116"/>
                    <a:pt x="17" y="170"/>
                  </a:cubicBezTo>
                  <a:cubicBezTo>
                    <a:pt x="17" y="203"/>
                    <a:pt x="33" y="236"/>
                    <a:pt x="70" y="236"/>
                  </a:cubicBezTo>
                  <a:cubicBezTo>
                    <a:pt x="87" y="252"/>
                    <a:pt x="120" y="252"/>
                    <a:pt x="157" y="252"/>
                  </a:cubicBezTo>
                  <a:cubicBezTo>
                    <a:pt x="190" y="236"/>
                    <a:pt x="206" y="203"/>
                    <a:pt x="223" y="186"/>
                  </a:cubicBezTo>
                  <a:cubicBezTo>
                    <a:pt x="239" y="149"/>
                    <a:pt x="239" y="116"/>
                    <a:pt x="223" y="83"/>
                  </a:cubicBezTo>
                  <a:cubicBezTo>
                    <a:pt x="223" y="67"/>
                    <a:pt x="206" y="46"/>
                    <a:pt x="206" y="30"/>
                  </a:cubicBezTo>
                  <a:cubicBezTo>
                    <a:pt x="190" y="13"/>
                    <a:pt x="190" y="13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0" name="Google Shape;21630;p66"/>
            <p:cNvSpPr/>
            <p:nvPr/>
          </p:nvSpPr>
          <p:spPr>
            <a:xfrm>
              <a:off x="3862875" y="2834375"/>
              <a:ext cx="6025" cy="6500"/>
            </a:xfrm>
            <a:custGeom>
              <a:avLst/>
              <a:gdLst/>
              <a:ahLst/>
              <a:cxnLst/>
              <a:rect l="l" t="t" r="r" b="b"/>
              <a:pathLst>
                <a:path w="241" h="260" extrusionOk="0">
                  <a:moveTo>
                    <a:pt x="137" y="1"/>
                  </a:moveTo>
                  <a:cubicBezTo>
                    <a:pt x="121" y="1"/>
                    <a:pt x="104" y="5"/>
                    <a:pt x="87" y="13"/>
                  </a:cubicBezTo>
                  <a:cubicBezTo>
                    <a:pt x="34" y="30"/>
                    <a:pt x="1" y="116"/>
                    <a:pt x="17" y="182"/>
                  </a:cubicBezTo>
                  <a:cubicBezTo>
                    <a:pt x="17" y="203"/>
                    <a:pt x="34" y="236"/>
                    <a:pt x="71" y="252"/>
                  </a:cubicBezTo>
                  <a:cubicBezTo>
                    <a:pt x="82" y="252"/>
                    <a:pt x="100" y="260"/>
                    <a:pt x="122" y="260"/>
                  </a:cubicBezTo>
                  <a:cubicBezTo>
                    <a:pt x="133" y="260"/>
                    <a:pt x="145" y="258"/>
                    <a:pt x="158" y="252"/>
                  </a:cubicBezTo>
                  <a:cubicBezTo>
                    <a:pt x="174" y="236"/>
                    <a:pt x="207" y="219"/>
                    <a:pt x="224" y="182"/>
                  </a:cubicBezTo>
                  <a:cubicBezTo>
                    <a:pt x="240" y="149"/>
                    <a:pt x="240" y="116"/>
                    <a:pt x="224" y="79"/>
                  </a:cubicBezTo>
                  <a:cubicBezTo>
                    <a:pt x="224" y="63"/>
                    <a:pt x="207" y="46"/>
                    <a:pt x="207" y="30"/>
                  </a:cubicBezTo>
                  <a:cubicBezTo>
                    <a:pt x="191" y="30"/>
                    <a:pt x="191" y="13"/>
                    <a:pt x="174" y="13"/>
                  </a:cubicBezTo>
                  <a:cubicBezTo>
                    <a:pt x="166" y="5"/>
                    <a:pt x="152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1" name="Google Shape;21631;p66"/>
            <p:cNvSpPr/>
            <p:nvPr/>
          </p:nvSpPr>
          <p:spPr>
            <a:xfrm>
              <a:off x="3882250" y="2686475"/>
              <a:ext cx="6025" cy="4350"/>
            </a:xfrm>
            <a:custGeom>
              <a:avLst/>
              <a:gdLst/>
              <a:ahLst/>
              <a:cxnLst/>
              <a:rect l="l" t="t" r="r" b="b"/>
              <a:pathLst>
                <a:path w="241" h="174" extrusionOk="0">
                  <a:moveTo>
                    <a:pt x="17" y="0"/>
                  </a:moveTo>
                  <a:lnTo>
                    <a:pt x="17" y="17"/>
                  </a:lnTo>
                  <a:cubicBezTo>
                    <a:pt x="1" y="54"/>
                    <a:pt x="1" y="87"/>
                    <a:pt x="17" y="120"/>
                  </a:cubicBezTo>
                  <a:cubicBezTo>
                    <a:pt x="34" y="140"/>
                    <a:pt x="67" y="157"/>
                    <a:pt x="83" y="173"/>
                  </a:cubicBezTo>
                  <a:cubicBezTo>
                    <a:pt x="121" y="173"/>
                    <a:pt x="154" y="157"/>
                    <a:pt x="170" y="140"/>
                  </a:cubicBezTo>
                  <a:cubicBezTo>
                    <a:pt x="207" y="120"/>
                    <a:pt x="224" y="87"/>
                    <a:pt x="224" y="54"/>
                  </a:cubicBezTo>
                  <a:lnTo>
                    <a:pt x="240" y="37"/>
                  </a:lnTo>
                  <a:cubicBezTo>
                    <a:pt x="154" y="17"/>
                    <a:pt x="83" y="0"/>
                    <a:pt x="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2" name="Google Shape;21632;p66"/>
            <p:cNvSpPr/>
            <p:nvPr/>
          </p:nvSpPr>
          <p:spPr>
            <a:xfrm>
              <a:off x="4223225" y="274275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37" y="0"/>
                  </a:moveTo>
                  <a:cubicBezTo>
                    <a:pt x="120" y="0"/>
                    <a:pt x="87" y="0"/>
                    <a:pt x="50" y="17"/>
                  </a:cubicBezTo>
                  <a:cubicBezTo>
                    <a:pt x="34" y="33"/>
                    <a:pt x="17" y="71"/>
                    <a:pt x="1" y="103"/>
                  </a:cubicBezTo>
                  <a:cubicBezTo>
                    <a:pt x="1" y="136"/>
                    <a:pt x="1" y="174"/>
                    <a:pt x="17" y="207"/>
                  </a:cubicBezTo>
                  <a:cubicBezTo>
                    <a:pt x="34" y="223"/>
                    <a:pt x="50" y="240"/>
                    <a:pt x="87" y="260"/>
                  </a:cubicBezTo>
                  <a:cubicBezTo>
                    <a:pt x="153" y="260"/>
                    <a:pt x="207" y="207"/>
                    <a:pt x="223" y="136"/>
                  </a:cubicBezTo>
                  <a:cubicBezTo>
                    <a:pt x="223" y="103"/>
                    <a:pt x="223" y="71"/>
                    <a:pt x="207" y="54"/>
                  </a:cubicBezTo>
                  <a:cubicBezTo>
                    <a:pt x="207" y="33"/>
                    <a:pt x="207" y="33"/>
                    <a:pt x="190" y="17"/>
                  </a:cubicBezTo>
                  <a:cubicBezTo>
                    <a:pt x="174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3" name="Google Shape;21633;p66"/>
            <p:cNvSpPr/>
            <p:nvPr/>
          </p:nvSpPr>
          <p:spPr>
            <a:xfrm>
              <a:off x="4221475" y="278707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8" y="50"/>
                  </a:cubicBezTo>
                  <a:cubicBezTo>
                    <a:pt x="0" y="99"/>
                    <a:pt x="0" y="186"/>
                    <a:pt x="38" y="219"/>
                  </a:cubicBezTo>
                  <a:cubicBezTo>
                    <a:pt x="54" y="239"/>
                    <a:pt x="71" y="239"/>
                    <a:pt x="87" y="256"/>
                  </a:cubicBezTo>
                  <a:cubicBezTo>
                    <a:pt x="120" y="256"/>
                    <a:pt x="174" y="239"/>
                    <a:pt x="190" y="202"/>
                  </a:cubicBezTo>
                  <a:cubicBezTo>
                    <a:pt x="223" y="169"/>
                    <a:pt x="244" y="116"/>
                    <a:pt x="223" y="66"/>
                  </a:cubicBezTo>
                  <a:cubicBezTo>
                    <a:pt x="223" y="50"/>
                    <a:pt x="207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4" name="Google Shape;21634;p66"/>
            <p:cNvSpPr/>
            <p:nvPr/>
          </p:nvSpPr>
          <p:spPr>
            <a:xfrm>
              <a:off x="4215900" y="2835425"/>
              <a:ext cx="6525" cy="6600"/>
            </a:xfrm>
            <a:custGeom>
              <a:avLst/>
              <a:gdLst/>
              <a:ahLst/>
              <a:cxnLst/>
              <a:rect l="l" t="t" r="r" b="b"/>
              <a:pathLst>
                <a:path w="261" h="264" extrusionOk="0">
                  <a:moveTo>
                    <a:pt x="136" y="1"/>
                  </a:moveTo>
                  <a:cubicBezTo>
                    <a:pt x="86" y="1"/>
                    <a:pt x="32" y="46"/>
                    <a:pt x="17" y="107"/>
                  </a:cubicBezTo>
                  <a:cubicBezTo>
                    <a:pt x="1" y="177"/>
                    <a:pt x="54" y="243"/>
                    <a:pt x="104" y="264"/>
                  </a:cubicBezTo>
                  <a:cubicBezTo>
                    <a:pt x="137" y="264"/>
                    <a:pt x="174" y="243"/>
                    <a:pt x="190" y="227"/>
                  </a:cubicBezTo>
                  <a:cubicBezTo>
                    <a:pt x="223" y="210"/>
                    <a:pt x="240" y="177"/>
                    <a:pt x="240" y="140"/>
                  </a:cubicBezTo>
                  <a:cubicBezTo>
                    <a:pt x="261" y="107"/>
                    <a:pt x="240" y="74"/>
                    <a:pt x="223" y="58"/>
                  </a:cubicBezTo>
                  <a:cubicBezTo>
                    <a:pt x="223" y="37"/>
                    <a:pt x="223" y="37"/>
                    <a:pt x="207" y="21"/>
                  </a:cubicBezTo>
                  <a:cubicBezTo>
                    <a:pt x="207" y="21"/>
                    <a:pt x="190" y="4"/>
                    <a:pt x="157" y="4"/>
                  </a:cubicBezTo>
                  <a:cubicBezTo>
                    <a:pt x="150" y="2"/>
                    <a:pt x="14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5" name="Google Shape;21635;p66"/>
            <p:cNvSpPr/>
            <p:nvPr/>
          </p:nvSpPr>
          <p:spPr>
            <a:xfrm>
              <a:off x="4221050" y="2729050"/>
              <a:ext cx="2200" cy="3000"/>
            </a:xfrm>
            <a:custGeom>
              <a:avLst/>
              <a:gdLst/>
              <a:ahLst/>
              <a:cxnLst/>
              <a:rect l="l" t="t" r="r" b="b"/>
              <a:pathLst>
                <a:path w="88" h="120" extrusionOk="0">
                  <a:moveTo>
                    <a:pt x="1" y="0"/>
                  </a:moveTo>
                  <a:cubicBezTo>
                    <a:pt x="1" y="17"/>
                    <a:pt x="17" y="50"/>
                    <a:pt x="17" y="66"/>
                  </a:cubicBezTo>
                  <a:cubicBezTo>
                    <a:pt x="34" y="87"/>
                    <a:pt x="55" y="103"/>
                    <a:pt x="88" y="120"/>
                  </a:cubicBezTo>
                  <a:cubicBezTo>
                    <a:pt x="88" y="103"/>
                    <a:pt x="88" y="103"/>
                    <a:pt x="71" y="87"/>
                  </a:cubicBezTo>
                  <a:cubicBezTo>
                    <a:pt x="55" y="66"/>
                    <a:pt x="34" y="33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6" name="Google Shape;21636;p66"/>
            <p:cNvSpPr/>
            <p:nvPr/>
          </p:nvSpPr>
          <p:spPr>
            <a:xfrm>
              <a:off x="4166525" y="2691625"/>
              <a:ext cx="3450" cy="950"/>
            </a:xfrm>
            <a:custGeom>
              <a:avLst/>
              <a:gdLst/>
              <a:ahLst/>
              <a:cxnLst/>
              <a:rect l="l" t="t" r="r" b="b"/>
              <a:pathLst>
                <a:path w="138" h="38" extrusionOk="0">
                  <a:moveTo>
                    <a:pt x="1" y="0"/>
                  </a:moveTo>
                  <a:cubicBezTo>
                    <a:pt x="17" y="17"/>
                    <a:pt x="50" y="38"/>
                    <a:pt x="71" y="38"/>
                  </a:cubicBezTo>
                  <a:cubicBezTo>
                    <a:pt x="88" y="38"/>
                    <a:pt x="121" y="38"/>
                    <a:pt x="137" y="17"/>
                  </a:cubicBezTo>
                  <a:cubicBezTo>
                    <a:pt x="104" y="17"/>
                    <a:pt x="50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7" name="Google Shape;21637;p66"/>
            <p:cNvSpPr/>
            <p:nvPr/>
          </p:nvSpPr>
          <p:spPr>
            <a:xfrm>
              <a:off x="3916175" y="2706250"/>
              <a:ext cx="5175" cy="5600"/>
            </a:xfrm>
            <a:custGeom>
              <a:avLst/>
              <a:gdLst/>
              <a:ahLst/>
              <a:cxnLst/>
              <a:rect l="l" t="t" r="r" b="b"/>
              <a:pathLst>
                <a:path w="207" h="224" extrusionOk="0">
                  <a:moveTo>
                    <a:pt x="50" y="1"/>
                  </a:moveTo>
                  <a:cubicBezTo>
                    <a:pt x="33" y="34"/>
                    <a:pt x="17" y="50"/>
                    <a:pt x="0" y="87"/>
                  </a:cubicBezTo>
                  <a:cubicBezTo>
                    <a:pt x="0" y="120"/>
                    <a:pt x="0" y="153"/>
                    <a:pt x="17" y="174"/>
                  </a:cubicBezTo>
                  <a:cubicBezTo>
                    <a:pt x="33" y="207"/>
                    <a:pt x="50" y="224"/>
                    <a:pt x="87" y="224"/>
                  </a:cubicBezTo>
                  <a:cubicBezTo>
                    <a:pt x="120" y="224"/>
                    <a:pt x="153" y="224"/>
                    <a:pt x="169" y="207"/>
                  </a:cubicBezTo>
                  <a:cubicBezTo>
                    <a:pt x="190" y="191"/>
                    <a:pt x="190" y="191"/>
                    <a:pt x="207" y="174"/>
                  </a:cubicBezTo>
                  <a:cubicBezTo>
                    <a:pt x="153" y="120"/>
                    <a:pt x="103" y="71"/>
                    <a:pt x="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8" name="Google Shape;21638;p66"/>
            <p:cNvSpPr/>
            <p:nvPr/>
          </p:nvSpPr>
          <p:spPr>
            <a:xfrm>
              <a:off x="3904525" y="27175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0"/>
                  </a:moveTo>
                  <a:cubicBezTo>
                    <a:pt x="121" y="0"/>
                    <a:pt x="104" y="4"/>
                    <a:pt x="87" y="13"/>
                  </a:cubicBezTo>
                  <a:cubicBezTo>
                    <a:pt x="38" y="33"/>
                    <a:pt x="1" y="99"/>
                    <a:pt x="17" y="169"/>
                  </a:cubicBezTo>
                  <a:cubicBezTo>
                    <a:pt x="17" y="202"/>
                    <a:pt x="38" y="239"/>
                    <a:pt x="71" y="239"/>
                  </a:cubicBezTo>
                  <a:cubicBezTo>
                    <a:pt x="79" y="248"/>
                    <a:pt x="91" y="252"/>
                    <a:pt x="106" y="252"/>
                  </a:cubicBezTo>
                  <a:cubicBezTo>
                    <a:pt x="121" y="252"/>
                    <a:pt x="139" y="248"/>
                    <a:pt x="157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3" y="50"/>
                    <a:pt x="223" y="33"/>
                    <a:pt x="207" y="33"/>
                  </a:cubicBezTo>
                  <a:cubicBezTo>
                    <a:pt x="190" y="13"/>
                    <a:pt x="190" y="13"/>
                    <a:pt x="174" y="13"/>
                  </a:cubicBezTo>
                  <a:cubicBezTo>
                    <a:pt x="165" y="4"/>
                    <a:pt x="152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9" name="Google Shape;21639;p66"/>
            <p:cNvSpPr/>
            <p:nvPr/>
          </p:nvSpPr>
          <p:spPr>
            <a:xfrm>
              <a:off x="3866800" y="2788400"/>
              <a:ext cx="6000" cy="6625"/>
            </a:xfrm>
            <a:custGeom>
              <a:avLst/>
              <a:gdLst/>
              <a:ahLst/>
              <a:cxnLst/>
              <a:rect l="l" t="t" r="r" b="b"/>
              <a:pathLst>
                <a:path w="240" h="265" extrusionOk="0">
                  <a:moveTo>
                    <a:pt x="134" y="1"/>
                  </a:moveTo>
                  <a:cubicBezTo>
                    <a:pt x="119" y="1"/>
                    <a:pt x="102" y="5"/>
                    <a:pt x="83" y="13"/>
                  </a:cubicBezTo>
                  <a:cubicBezTo>
                    <a:pt x="34" y="46"/>
                    <a:pt x="1" y="116"/>
                    <a:pt x="17" y="186"/>
                  </a:cubicBezTo>
                  <a:cubicBezTo>
                    <a:pt x="17" y="219"/>
                    <a:pt x="34" y="236"/>
                    <a:pt x="67" y="252"/>
                  </a:cubicBezTo>
                  <a:cubicBezTo>
                    <a:pt x="75" y="261"/>
                    <a:pt x="88" y="265"/>
                    <a:pt x="104" y="265"/>
                  </a:cubicBezTo>
                  <a:cubicBezTo>
                    <a:pt x="119" y="265"/>
                    <a:pt x="137" y="261"/>
                    <a:pt x="153" y="252"/>
                  </a:cubicBezTo>
                  <a:cubicBezTo>
                    <a:pt x="207" y="219"/>
                    <a:pt x="240" y="149"/>
                    <a:pt x="223" y="83"/>
                  </a:cubicBezTo>
                  <a:cubicBezTo>
                    <a:pt x="223" y="63"/>
                    <a:pt x="207" y="46"/>
                    <a:pt x="207" y="30"/>
                  </a:cubicBezTo>
                  <a:cubicBezTo>
                    <a:pt x="186" y="30"/>
                    <a:pt x="186" y="13"/>
                    <a:pt x="170" y="13"/>
                  </a:cubicBezTo>
                  <a:cubicBezTo>
                    <a:pt x="161" y="5"/>
                    <a:pt x="149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0" name="Google Shape;21640;p66"/>
            <p:cNvSpPr/>
            <p:nvPr/>
          </p:nvSpPr>
          <p:spPr>
            <a:xfrm>
              <a:off x="3911425" y="27518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20" y="0"/>
                  </a:moveTo>
                  <a:cubicBezTo>
                    <a:pt x="71" y="0"/>
                    <a:pt x="34" y="50"/>
                    <a:pt x="17" y="103"/>
                  </a:cubicBezTo>
                  <a:cubicBezTo>
                    <a:pt x="1" y="136"/>
                    <a:pt x="17" y="169"/>
                    <a:pt x="34" y="206"/>
                  </a:cubicBezTo>
                  <a:cubicBezTo>
                    <a:pt x="34" y="223"/>
                    <a:pt x="71" y="256"/>
                    <a:pt x="104" y="256"/>
                  </a:cubicBezTo>
                  <a:cubicBezTo>
                    <a:pt x="153" y="256"/>
                    <a:pt x="223" y="223"/>
                    <a:pt x="240" y="153"/>
                  </a:cubicBezTo>
                  <a:lnTo>
                    <a:pt x="240" y="120"/>
                  </a:lnTo>
                  <a:cubicBezTo>
                    <a:pt x="240" y="83"/>
                    <a:pt x="223" y="50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1" name="Google Shape;21641;p66"/>
            <p:cNvSpPr/>
            <p:nvPr/>
          </p:nvSpPr>
          <p:spPr>
            <a:xfrm>
              <a:off x="4201275" y="2708825"/>
              <a:ext cx="5175" cy="5200"/>
            </a:xfrm>
            <a:custGeom>
              <a:avLst/>
              <a:gdLst/>
              <a:ahLst/>
              <a:cxnLst/>
              <a:rect l="l" t="t" r="r" b="b"/>
              <a:pathLst>
                <a:path w="207" h="208" extrusionOk="0">
                  <a:moveTo>
                    <a:pt x="37" y="1"/>
                  </a:moveTo>
                  <a:cubicBezTo>
                    <a:pt x="37" y="17"/>
                    <a:pt x="21" y="34"/>
                    <a:pt x="21" y="71"/>
                  </a:cubicBezTo>
                  <a:cubicBezTo>
                    <a:pt x="0" y="88"/>
                    <a:pt x="0" y="121"/>
                    <a:pt x="21" y="154"/>
                  </a:cubicBezTo>
                  <a:cubicBezTo>
                    <a:pt x="37" y="191"/>
                    <a:pt x="70" y="207"/>
                    <a:pt x="87" y="207"/>
                  </a:cubicBezTo>
                  <a:cubicBezTo>
                    <a:pt x="141" y="207"/>
                    <a:pt x="174" y="191"/>
                    <a:pt x="207" y="154"/>
                  </a:cubicBezTo>
                  <a:cubicBezTo>
                    <a:pt x="157" y="104"/>
                    <a:pt x="103" y="50"/>
                    <a:pt x="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2" name="Google Shape;21642;p66"/>
            <p:cNvSpPr/>
            <p:nvPr/>
          </p:nvSpPr>
          <p:spPr>
            <a:xfrm>
              <a:off x="4155825" y="2700700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20" y="0"/>
                  </a:moveTo>
                  <a:cubicBezTo>
                    <a:pt x="66" y="17"/>
                    <a:pt x="17" y="50"/>
                    <a:pt x="0" y="120"/>
                  </a:cubicBezTo>
                  <a:cubicBezTo>
                    <a:pt x="0" y="153"/>
                    <a:pt x="0" y="190"/>
                    <a:pt x="17" y="206"/>
                  </a:cubicBezTo>
                  <a:cubicBezTo>
                    <a:pt x="33" y="239"/>
                    <a:pt x="50" y="256"/>
                    <a:pt x="87" y="256"/>
                  </a:cubicBezTo>
                  <a:cubicBezTo>
                    <a:pt x="93" y="258"/>
                    <a:pt x="100" y="259"/>
                    <a:pt x="107" y="259"/>
                  </a:cubicBezTo>
                  <a:cubicBezTo>
                    <a:pt x="154" y="259"/>
                    <a:pt x="208" y="214"/>
                    <a:pt x="223" y="153"/>
                  </a:cubicBezTo>
                  <a:lnTo>
                    <a:pt x="223" y="120"/>
                  </a:lnTo>
                  <a:cubicBezTo>
                    <a:pt x="223" y="87"/>
                    <a:pt x="206" y="50"/>
                    <a:pt x="190" y="33"/>
                  </a:cubicBezTo>
                  <a:cubicBezTo>
                    <a:pt x="169" y="17"/>
                    <a:pt x="153" y="17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3" name="Google Shape;21643;p66"/>
            <p:cNvSpPr/>
            <p:nvPr/>
          </p:nvSpPr>
          <p:spPr>
            <a:xfrm>
              <a:off x="4127475" y="2695550"/>
              <a:ext cx="5600" cy="4650"/>
            </a:xfrm>
            <a:custGeom>
              <a:avLst/>
              <a:gdLst/>
              <a:ahLst/>
              <a:cxnLst/>
              <a:rect l="l" t="t" r="r" b="b"/>
              <a:pathLst>
                <a:path w="224" h="186" extrusionOk="0">
                  <a:moveTo>
                    <a:pt x="207" y="0"/>
                  </a:moveTo>
                  <a:lnTo>
                    <a:pt x="207" y="0"/>
                  </a:lnTo>
                  <a:cubicBezTo>
                    <a:pt x="136" y="33"/>
                    <a:pt x="66" y="50"/>
                    <a:pt x="0" y="87"/>
                  </a:cubicBezTo>
                  <a:cubicBezTo>
                    <a:pt x="0" y="103"/>
                    <a:pt x="0" y="136"/>
                    <a:pt x="17" y="153"/>
                  </a:cubicBezTo>
                  <a:cubicBezTo>
                    <a:pt x="38" y="175"/>
                    <a:pt x="63" y="186"/>
                    <a:pt x="88" y="186"/>
                  </a:cubicBezTo>
                  <a:cubicBezTo>
                    <a:pt x="123" y="186"/>
                    <a:pt x="159" y="167"/>
                    <a:pt x="190" y="136"/>
                  </a:cubicBezTo>
                  <a:cubicBezTo>
                    <a:pt x="223" y="103"/>
                    <a:pt x="223" y="50"/>
                    <a:pt x="2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4" name="Google Shape;21644;p66"/>
            <p:cNvSpPr/>
            <p:nvPr/>
          </p:nvSpPr>
          <p:spPr>
            <a:xfrm>
              <a:off x="3907100" y="2733775"/>
              <a:ext cx="6100" cy="6500"/>
            </a:xfrm>
            <a:custGeom>
              <a:avLst/>
              <a:gdLst/>
              <a:ahLst/>
              <a:cxnLst/>
              <a:rect l="l" t="t" r="r" b="b"/>
              <a:pathLst>
                <a:path w="244" h="260" extrusionOk="0">
                  <a:moveTo>
                    <a:pt x="157" y="1"/>
                  </a:moveTo>
                  <a:cubicBezTo>
                    <a:pt x="87" y="1"/>
                    <a:pt x="38" y="34"/>
                    <a:pt x="17" y="104"/>
                  </a:cubicBezTo>
                  <a:cubicBezTo>
                    <a:pt x="1" y="137"/>
                    <a:pt x="17" y="170"/>
                    <a:pt x="17" y="207"/>
                  </a:cubicBezTo>
                  <a:cubicBezTo>
                    <a:pt x="38" y="240"/>
                    <a:pt x="71" y="256"/>
                    <a:pt x="87" y="256"/>
                  </a:cubicBezTo>
                  <a:cubicBezTo>
                    <a:pt x="96" y="259"/>
                    <a:pt x="105" y="260"/>
                    <a:pt x="114" y="260"/>
                  </a:cubicBezTo>
                  <a:cubicBezTo>
                    <a:pt x="173" y="260"/>
                    <a:pt x="223" y="214"/>
                    <a:pt x="223" y="153"/>
                  </a:cubicBezTo>
                  <a:cubicBezTo>
                    <a:pt x="244" y="120"/>
                    <a:pt x="244" y="83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5" name="Google Shape;21645;p66"/>
            <p:cNvSpPr/>
            <p:nvPr/>
          </p:nvSpPr>
          <p:spPr>
            <a:xfrm>
              <a:off x="3877525" y="2727800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9" y="1"/>
                  </a:moveTo>
                  <a:cubicBezTo>
                    <a:pt x="124" y="1"/>
                    <a:pt x="112" y="5"/>
                    <a:pt x="103" y="13"/>
                  </a:cubicBezTo>
                  <a:cubicBezTo>
                    <a:pt x="33" y="50"/>
                    <a:pt x="0" y="116"/>
                    <a:pt x="17" y="186"/>
                  </a:cubicBezTo>
                  <a:cubicBezTo>
                    <a:pt x="33" y="219"/>
                    <a:pt x="50" y="240"/>
                    <a:pt x="66" y="256"/>
                  </a:cubicBezTo>
                  <a:cubicBezTo>
                    <a:pt x="85" y="264"/>
                    <a:pt x="98" y="269"/>
                    <a:pt x="111" y="269"/>
                  </a:cubicBezTo>
                  <a:cubicBezTo>
                    <a:pt x="124" y="269"/>
                    <a:pt x="136" y="264"/>
                    <a:pt x="153" y="256"/>
                  </a:cubicBezTo>
                  <a:cubicBezTo>
                    <a:pt x="190" y="240"/>
                    <a:pt x="206" y="219"/>
                    <a:pt x="223" y="186"/>
                  </a:cubicBezTo>
                  <a:cubicBezTo>
                    <a:pt x="239" y="153"/>
                    <a:pt x="239" y="116"/>
                    <a:pt x="239" y="83"/>
                  </a:cubicBezTo>
                  <a:cubicBezTo>
                    <a:pt x="223" y="67"/>
                    <a:pt x="223" y="50"/>
                    <a:pt x="206" y="34"/>
                  </a:cubicBezTo>
                  <a:lnTo>
                    <a:pt x="190" y="13"/>
                  </a:lnTo>
                  <a:cubicBezTo>
                    <a:pt x="171" y="5"/>
                    <a:pt x="154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6" name="Google Shape;21646;p66"/>
            <p:cNvSpPr/>
            <p:nvPr/>
          </p:nvSpPr>
          <p:spPr>
            <a:xfrm>
              <a:off x="3900300" y="27019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7" y="1"/>
                  </a:moveTo>
                  <a:cubicBezTo>
                    <a:pt x="83" y="1"/>
                    <a:pt x="17" y="54"/>
                    <a:pt x="0" y="120"/>
                  </a:cubicBezTo>
                  <a:cubicBezTo>
                    <a:pt x="0" y="157"/>
                    <a:pt x="0" y="190"/>
                    <a:pt x="17" y="207"/>
                  </a:cubicBezTo>
                  <a:cubicBezTo>
                    <a:pt x="33" y="244"/>
                    <a:pt x="50" y="260"/>
                    <a:pt x="83" y="260"/>
                  </a:cubicBezTo>
                  <a:cubicBezTo>
                    <a:pt x="90" y="263"/>
                    <a:pt x="97" y="264"/>
                    <a:pt x="104" y="264"/>
                  </a:cubicBezTo>
                  <a:cubicBezTo>
                    <a:pt x="153" y="264"/>
                    <a:pt x="209" y="215"/>
                    <a:pt x="223" y="157"/>
                  </a:cubicBezTo>
                  <a:cubicBezTo>
                    <a:pt x="240" y="104"/>
                    <a:pt x="223" y="71"/>
                    <a:pt x="186" y="38"/>
                  </a:cubicBezTo>
                  <a:cubicBezTo>
                    <a:pt x="170" y="17"/>
                    <a:pt x="153" y="17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7" name="Google Shape;21647;p66"/>
            <p:cNvSpPr/>
            <p:nvPr/>
          </p:nvSpPr>
          <p:spPr>
            <a:xfrm>
              <a:off x="3870625" y="2756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6" y="0"/>
                  </a:moveTo>
                  <a:cubicBezTo>
                    <a:pt x="101" y="0"/>
                    <a:pt x="64" y="17"/>
                    <a:pt x="33" y="58"/>
                  </a:cubicBezTo>
                  <a:cubicBezTo>
                    <a:pt x="0" y="111"/>
                    <a:pt x="0" y="194"/>
                    <a:pt x="33" y="231"/>
                  </a:cubicBezTo>
                  <a:cubicBezTo>
                    <a:pt x="56" y="252"/>
                    <a:pt x="81" y="261"/>
                    <a:pt x="106" y="261"/>
                  </a:cubicBezTo>
                  <a:cubicBezTo>
                    <a:pt x="142" y="261"/>
                    <a:pt x="177" y="243"/>
                    <a:pt x="206" y="215"/>
                  </a:cubicBezTo>
                  <a:cubicBezTo>
                    <a:pt x="239" y="161"/>
                    <a:pt x="239" y="74"/>
                    <a:pt x="206" y="25"/>
                  </a:cubicBezTo>
                  <a:cubicBezTo>
                    <a:pt x="185" y="9"/>
                    <a:pt x="161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8" name="Google Shape;21648;p66"/>
            <p:cNvSpPr/>
            <p:nvPr/>
          </p:nvSpPr>
          <p:spPr>
            <a:xfrm>
              <a:off x="3875775" y="27110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3" y="1"/>
                  </a:moveTo>
                  <a:cubicBezTo>
                    <a:pt x="101" y="1"/>
                    <a:pt x="64" y="18"/>
                    <a:pt x="33" y="47"/>
                  </a:cubicBezTo>
                  <a:cubicBezTo>
                    <a:pt x="17" y="64"/>
                    <a:pt x="17" y="84"/>
                    <a:pt x="0" y="101"/>
                  </a:cubicBezTo>
                  <a:cubicBezTo>
                    <a:pt x="0" y="150"/>
                    <a:pt x="0" y="204"/>
                    <a:pt x="33" y="237"/>
                  </a:cubicBezTo>
                  <a:cubicBezTo>
                    <a:pt x="59" y="248"/>
                    <a:pt x="92" y="260"/>
                    <a:pt x="122" y="260"/>
                  </a:cubicBezTo>
                  <a:cubicBezTo>
                    <a:pt x="134" y="260"/>
                    <a:pt x="146" y="258"/>
                    <a:pt x="157" y="253"/>
                  </a:cubicBezTo>
                  <a:cubicBezTo>
                    <a:pt x="173" y="237"/>
                    <a:pt x="190" y="220"/>
                    <a:pt x="190" y="204"/>
                  </a:cubicBezTo>
                  <a:cubicBezTo>
                    <a:pt x="239" y="150"/>
                    <a:pt x="239" y="84"/>
                    <a:pt x="190" y="31"/>
                  </a:cubicBezTo>
                  <a:cubicBezTo>
                    <a:pt x="176" y="10"/>
                    <a:pt x="156" y="1"/>
                    <a:pt x="1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9" name="Google Shape;21649;p66"/>
            <p:cNvSpPr/>
            <p:nvPr/>
          </p:nvSpPr>
          <p:spPr>
            <a:xfrm>
              <a:off x="3896800" y="2746775"/>
              <a:ext cx="6525" cy="6625"/>
            </a:xfrm>
            <a:custGeom>
              <a:avLst/>
              <a:gdLst/>
              <a:ahLst/>
              <a:cxnLst/>
              <a:rect l="l" t="t" r="r" b="b"/>
              <a:pathLst>
                <a:path w="261" h="265" extrusionOk="0">
                  <a:moveTo>
                    <a:pt x="140" y="0"/>
                  </a:moveTo>
                  <a:cubicBezTo>
                    <a:pt x="125" y="0"/>
                    <a:pt x="112" y="4"/>
                    <a:pt x="103" y="13"/>
                  </a:cubicBezTo>
                  <a:cubicBezTo>
                    <a:pt x="37" y="29"/>
                    <a:pt x="0" y="116"/>
                    <a:pt x="17" y="182"/>
                  </a:cubicBezTo>
                  <a:cubicBezTo>
                    <a:pt x="17" y="202"/>
                    <a:pt x="54" y="235"/>
                    <a:pt x="70" y="252"/>
                  </a:cubicBezTo>
                  <a:cubicBezTo>
                    <a:pt x="87" y="260"/>
                    <a:pt x="99" y="264"/>
                    <a:pt x="112" y="264"/>
                  </a:cubicBezTo>
                  <a:cubicBezTo>
                    <a:pt x="125" y="264"/>
                    <a:pt x="138" y="260"/>
                    <a:pt x="157" y="252"/>
                  </a:cubicBezTo>
                  <a:cubicBezTo>
                    <a:pt x="223" y="219"/>
                    <a:pt x="260" y="149"/>
                    <a:pt x="244" y="79"/>
                  </a:cubicBezTo>
                  <a:cubicBezTo>
                    <a:pt x="223" y="62"/>
                    <a:pt x="223" y="46"/>
                    <a:pt x="206" y="29"/>
                  </a:cubicBezTo>
                  <a:lnTo>
                    <a:pt x="190" y="13"/>
                  </a:lnTo>
                  <a:cubicBezTo>
                    <a:pt x="173" y="4"/>
                    <a:pt x="156" y="0"/>
                    <a:pt x="1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0" name="Google Shape;21650;p66"/>
            <p:cNvSpPr/>
            <p:nvPr/>
          </p:nvSpPr>
          <p:spPr>
            <a:xfrm>
              <a:off x="3883075" y="2744750"/>
              <a:ext cx="6025" cy="6325"/>
            </a:xfrm>
            <a:custGeom>
              <a:avLst/>
              <a:gdLst/>
              <a:ahLst/>
              <a:cxnLst/>
              <a:rect l="l" t="t" r="r" b="b"/>
              <a:pathLst>
                <a:path w="241" h="253" extrusionOk="0">
                  <a:moveTo>
                    <a:pt x="127" y="1"/>
                  </a:moveTo>
                  <a:cubicBezTo>
                    <a:pt x="97" y="1"/>
                    <a:pt x="63" y="13"/>
                    <a:pt x="34" y="40"/>
                  </a:cubicBezTo>
                  <a:cubicBezTo>
                    <a:pt x="1" y="110"/>
                    <a:pt x="1" y="180"/>
                    <a:pt x="34" y="230"/>
                  </a:cubicBezTo>
                  <a:cubicBezTo>
                    <a:pt x="58" y="244"/>
                    <a:pt x="85" y="253"/>
                    <a:pt x="111" y="253"/>
                  </a:cubicBezTo>
                  <a:cubicBezTo>
                    <a:pt x="144" y="253"/>
                    <a:pt x="178" y="240"/>
                    <a:pt x="207" y="213"/>
                  </a:cubicBezTo>
                  <a:cubicBezTo>
                    <a:pt x="240" y="143"/>
                    <a:pt x="240" y="77"/>
                    <a:pt x="191" y="23"/>
                  </a:cubicBezTo>
                  <a:cubicBezTo>
                    <a:pt x="174" y="9"/>
                    <a:pt x="151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1" name="Google Shape;21651;p66"/>
            <p:cNvSpPr/>
            <p:nvPr/>
          </p:nvSpPr>
          <p:spPr>
            <a:xfrm>
              <a:off x="3883500" y="2699225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38" y="1"/>
                  </a:moveTo>
                  <a:cubicBezTo>
                    <a:pt x="103" y="1"/>
                    <a:pt x="65" y="18"/>
                    <a:pt x="33" y="59"/>
                  </a:cubicBezTo>
                  <a:cubicBezTo>
                    <a:pt x="0" y="109"/>
                    <a:pt x="0" y="179"/>
                    <a:pt x="33" y="228"/>
                  </a:cubicBezTo>
                  <a:cubicBezTo>
                    <a:pt x="54" y="249"/>
                    <a:pt x="71" y="249"/>
                    <a:pt x="87" y="249"/>
                  </a:cubicBezTo>
                  <a:cubicBezTo>
                    <a:pt x="96" y="253"/>
                    <a:pt x="106" y="255"/>
                    <a:pt x="117" y="255"/>
                  </a:cubicBezTo>
                  <a:cubicBezTo>
                    <a:pt x="147" y="255"/>
                    <a:pt x="182" y="239"/>
                    <a:pt x="207" y="212"/>
                  </a:cubicBezTo>
                  <a:cubicBezTo>
                    <a:pt x="240" y="162"/>
                    <a:pt x="240" y="109"/>
                    <a:pt x="223" y="76"/>
                  </a:cubicBezTo>
                  <a:cubicBezTo>
                    <a:pt x="223" y="59"/>
                    <a:pt x="207" y="43"/>
                    <a:pt x="207" y="22"/>
                  </a:cubicBezTo>
                  <a:cubicBezTo>
                    <a:pt x="186" y="9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2" name="Google Shape;21652;p66"/>
            <p:cNvSpPr/>
            <p:nvPr/>
          </p:nvSpPr>
          <p:spPr>
            <a:xfrm>
              <a:off x="3862875" y="272500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40" y="1"/>
                  </a:moveTo>
                  <a:cubicBezTo>
                    <a:pt x="107" y="1"/>
                    <a:pt x="74" y="17"/>
                    <a:pt x="54" y="59"/>
                  </a:cubicBezTo>
                  <a:cubicBezTo>
                    <a:pt x="1" y="108"/>
                    <a:pt x="1" y="179"/>
                    <a:pt x="54" y="228"/>
                  </a:cubicBezTo>
                  <a:cubicBezTo>
                    <a:pt x="71" y="249"/>
                    <a:pt x="71" y="249"/>
                    <a:pt x="87" y="249"/>
                  </a:cubicBezTo>
                  <a:cubicBezTo>
                    <a:pt x="100" y="253"/>
                    <a:pt x="113" y="255"/>
                    <a:pt x="124" y="255"/>
                  </a:cubicBezTo>
                  <a:cubicBezTo>
                    <a:pt x="156" y="255"/>
                    <a:pt x="183" y="239"/>
                    <a:pt x="207" y="212"/>
                  </a:cubicBezTo>
                  <a:cubicBezTo>
                    <a:pt x="240" y="179"/>
                    <a:pt x="240" y="125"/>
                    <a:pt x="240" y="75"/>
                  </a:cubicBezTo>
                  <a:cubicBezTo>
                    <a:pt x="224" y="59"/>
                    <a:pt x="224" y="43"/>
                    <a:pt x="207" y="22"/>
                  </a:cubicBezTo>
                  <a:cubicBezTo>
                    <a:pt x="187" y="8"/>
                    <a:pt x="163" y="1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3" name="Google Shape;21653;p66"/>
            <p:cNvSpPr/>
            <p:nvPr/>
          </p:nvSpPr>
          <p:spPr>
            <a:xfrm>
              <a:off x="4245075" y="2837750"/>
              <a:ext cx="6525" cy="6550"/>
            </a:xfrm>
            <a:custGeom>
              <a:avLst/>
              <a:gdLst/>
              <a:ahLst/>
              <a:cxnLst/>
              <a:rect l="l" t="t" r="r" b="b"/>
              <a:pathLst>
                <a:path w="261" h="262" extrusionOk="0">
                  <a:moveTo>
                    <a:pt x="150" y="1"/>
                  </a:moveTo>
                  <a:cubicBezTo>
                    <a:pt x="119" y="1"/>
                    <a:pt x="83" y="18"/>
                    <a:pt x="54" y="47"/>
                  </a:cubicBezTo>
                  <a:cubicBezTo>
                    <a:pt x="1" y="101"/>
                    <a:pt x="1" y="187"/>
                    <a:pt x="54" y="237"/>
                  </a:cubicBezTo>
                  <a:cubicBezTo>
                    <a:pt x="75" y="252"/>
                    <a:pt x="100" y="261"/>
                    <a:pt x="123" y="261"/>
                  </a:cubicBezTo>
                  <a:cubicBezTo>
                    <a:pt x="156" y="261"/>
                    <a:pt x="188" y="244"/>
                    <a:pt x="207" y="204"/>
                  </a:cubicBezTo>
                  <a:cubicBezTo>
                    <a:pt x="260" y="150"/>
                    <a:pt x="260" y="68"/>
                    <a:pt x="207" y="31"/>
                  </a:cubicBezTo>
                  <a:cubicBezTo>
                    <a:pt x="193" y="10"/>
                    <a:pt x="173" y="1"/>
                    <a:pt x="1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4" name="Google Shape;21654;p66"/>
            <p:cNvSpPr/>
            <p:nvPr/>
          </p:nvSpPr>
          <p:spPr>
            <a:xfrm>
              <a:off x="4249000" y="279152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16" y="0"/>
                  </a:moveTo>
                  <a:cubicBezTo>
                    <a:pt x="100" y="0"/>
                    <a:pt x="81" y="8"/>
                    <a:pt x="70" y="8"/>
                  </a:cubicBezTo>
                  <a:cubicBezTo>
                    <a:pt x="33" y="24"/>
                    <a:pt x="17" y="61"/>
                    <a:pt x="0" y="111"/>
                  </a:cubicBezTo>
                  <a:cubicBezTo>
                    <a:pt x="0" y="144"/>
                    <a:pt x="0" y="181"/>
                    <a:pt x="17" y="197"/>
                  </a:cubicBezTo>
                  <a:cubicBezTo>
                    <a:pt x="33" y="230"/>
                    <a:pt x="50" y="247"/>
                    <a:pt x="87" y="247"/>
                  </a:cubicBezTo>
                  <a:cubicBezTo>
                    <a:pt x="94" y="250"/>
                    <a:pt x="102" y="251"/>
                    <a:pt x="110" y="251"/>
                  </a:cubicBezTo>
                  <a:cubicBezTo>
                    <a:pt x="156" y="251"/>
                    <a:pt x="209" y="206"/>
                    <a:pt x="223" y="164"/>
                  </a:cubicBezTo>
                  <a:lnTo>
                    <a:pt x="223" y="144"/>
                  </a:lnTo>
                  <a:cubicBezTo>
                    <a:pt x="239" y="94"/>
                    <a:pt x="223" y="61"/>
                    <a:pt x="190" y="24"/>
                  </a:cubicBezTo>
                  <a:cubicBezTo>
                    <a:pt x="173" y="8"/>
                    <a:pt x="153" y="8"/>
                    <a:pt x="136" y="8"/>
                  </a:cubicBezTo>
                  <a:cubicBezTo>
                    <a:pt x="131" y="2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5" name="Google Shape;21655;p66"/>
            <p:cNvSpPr/>
            <p:nvPr/>
          </p:nvSpPr>
          <p:spPr>
            <a:xfrm>
              <a:off x="4248175" y="2776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6" y="1"/>
                  </a:moveTo>
                  <a:cubicBezTo>
                    <a:pt x="120" y="1"/>
                    <a:pt x="83" y="17"/>
                    <a:pt x="50" y="38"/>
                  </a:cubicBezTo>
                  <a:cubicBezTo>
                    <a:pt x="33" y="54"/>
                    <a:pt x="17" y="87"/>
                    <a:pt x="0" y="120"/>
                  </a:cubicBezTo>
                  <a:cubicBezTo>
                    <a:pt x="0" y="158"/>
                    <a:pt x="0" y="191"/>
                    <a:pt x="17" y="207"/>
                  </a:cubicBezTo>
                  <a:cubicBezTo>
                    <a:pt x="33" y="244"/>
                    <a:pt x="50" y="261"/>
                    <a:pt x="83" y="261"/>
                  </a:cubicBezTo>
                  <a:cubicBezTo>
                    <a:pt x="91" y="263"/>
                    <a:pt x="100" y="264"/>
                    <a:pt x="108" y="264"/>
                  </a:cubicBezTo>
                  <a:cubicBezTo>
                    <a:pt x="166" y="264"/>
                    <a:pt x="208" y="215"/>
                    <a:pt x="223" y="158"/>
                  </a:cubicBezTo>
                  <a:cubicBezTo>
                    <a:pt x="239" y="120"/>
                    <a:pt x="223" y="87"/>
                    <a:pt x="206" y="54"/>
                  </a:cubicBezTo>
                  <a:cubicBezTo>
                    <a:pt x="206" y="54"/>
                    <a:pt x="206" y="38"/>
                    <a:pt x="186" y="38"/>
                  </a:cubicBezTo>
                  <a:cubicBezTo>
                    <a:pt x="186" y="17"/>
                    <a:pt x="169" y="17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6" name="Google Shape;21656;p66"/>
            <p:cNvSpPr/>
            <p:nvPr/>
          </p:nvSpPr>
          <p:spPr>
            <a:xfrm>
              <a:off x="4241675" y="2761200"/>
              <a:ext cx="5600" cy="6525"/>
            </a:xfrm>
            <a:custGeom>
              <a:avLst/>
              <a:gdLst/>
              <a:ahLst/>
              <a:cxnLst/>
              <a:rect l="l" t="t" r="r" b="b"/>
              <a:pathLst>
                <a:path w="224" h="261" extrusionOk="0">
                  <a:moveTo>
                    <a:pt x="104" y="0"/>
                  </a:moveTo>
                  <a:cubicBezTo>
                    <a:pt x="87" y="17"/>
                    <a:pt x="71" y="38"/>
                    <a:pt x="54" y="54"/>
                  </a:cubicBezTo>
                  <a:cubicBezTo>
                    <a:pt x="1" y="103"/>
                    <a:pt x="1" y="190"/>
                    <a:pt x="54" y="223"/>
                  </a:cubicBezTo>
                  <a:cubicBezTo>
                    <a:pt x="54" y="244"/>
                    <a:pt x="71" y="244"/>
                    <a:pt x="87" y="260"/>
                  </a:cubicBezTo>
                  <a:cubicBezTo>
                    <a:pt x="137" y="260"/>
                    <a:pt x="174" y="244"/>
                    <a:pt x="207" y="207"/>
                  </a:cubicBezTo>
                  <a:cubicBezTo>
                    <a:pt x="207" y="207"/>
                    <a:pt x="207" y="190"/>
                    <a:pt x="223" y="190"/>
                  </a:cubicBezTo>
                  <a:cubicBezTo>
                    <a:pt x="174" y="141"/>
                    <a:pt x="137" y="71"/>
                    <a:pt x="1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7" name="Google Shape;21657;p66"/>
            <p:cNvSpPr/>
            <p:nvPr/>
          </p:nvSpPr>
          <p:spPr>
            <a:xfrm>
              <a:off x="4235700" y="2789950"/>
              <a:ext cx="6425" cy="6425"/>
            </a:xfrm>
            <a:custGeom>
              <a:avLst/>
              <a:gdLst/>
              <a:ahLst/>
              <a:cxnLst/>
              <a:rect l="l" t="t" r="r" b="b"/>
              <a:pathLst>
                <a:path w="257" h="257" extrusionOk="0">
                  <a:moveTo>
                    <a:pt x="103" y="1"/>
                  </a:moveTo>
                  <a:cubicBezTo>
                    <a:pt x="50" y="38"/>
                    <a:pt x="0" y="104"/>
                    <a:pt x="17" y="174"/>
                  </a:cubicBezTo>
                  <a:cubicBezTo>
                    <a:pt x="33" y="207"/>
                    <a:pt x="50" y="227"/>
                    <a:pt x="87" y="244"/>
                  </a:cubicBezTo>
                  <a:cubicBezTo>
                    <a:pt x="95" y="252"/>
                    <a:pt x="108" y="256"/>
                    <a:pt x="122" y="256"/>
                  </a:cubicBezTo>
                  <a:cubicBezTo>
                    <a:pt x="136" y="256"/>
                    <a:pt x="153" y="252"/>
                    <a:pt x="169" y="244"/>
                  </a:cubicBezTo>
                  <a:cubicBezTo>
                    <a:pt x="190" y="227"/>
                    <a:pt x="223" y="207"/>
                    <a:pt x="240" y="174"/>
                  </a:cubicBezTo>
                  <a:cubicBezTo>
                    <a:pt x="240" y="141"/>
                    <a:pt x="256" y="104"/>
                    <a:pt x="240" y="87"/>
                  </a:cubicBezTo>
                  <a:cubicBezTo>
                    <a:pt x="240" y="54"/>
                    <a:pt x="223" y="38"/>
                    <a:pt x="207" y="21"/>
                  </a:cubicBezTo>
                  <a:lnTo>
                    <a:pt x="1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8" name="Google Shape;21658;p66"/>
            <p:cNvSpPr/>
            <p:nvPr/>
          </p:nvSpPr>
          <p:spPr>
            <a:xfrm>
              <a:off x="4243850" y="28221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16" y="1"/>
                  </a:moveTo>
                  <a:cubicBezTo>
                    <a:pt x="69" y="1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7"/>
                    <a:pt x="50" y="260"/>
                    <a:pt x="87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91"/>
                    <a:pt x="206" y="54"/>
                  </a:cubicBezTo>
                  <a:cubicBezTo>
                    <a:pt x="206" y="37"/>
                    <a:pt x="190" y="37"/>
                    <a:pt x="190" y="37"/>
                  </a:cubicBezTo>
                  <a:cubicBezTo>
                    <a:pt x="173" y="21"/>
                    <a:pt x="153" y="4"/>
                    <a:pt x="136" y="4"/>
                  </a:cubicBezTo>
                  <a:cubicBezTo>
                    <a:pt x="130" y="2"/>
                    <a:pt x="123" y="1"/>
                    <a:pt x="1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9" name="Google Shape;21659;p66"/>
            <p:cNvSpPr/>
            <p:nvPr/>
          </p:nvSpPr>
          <p:spPr>
            <a:xfrm>
              <a:off x="4241275" y="28066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36" y="1"/>
                  </a:moveTo>
                  <a:cubicBezTo>
                    <a:pt x="103" y="1"/>
                    <a:pt x="71" y="17"/>
                    <a:pt x="50" y="55"/>
                  </a:cubicBezTo>
                  <a:cubicBezTo>
                    <a:pt x="0" y="109"/>
                    <a:pt x="0" y="195"/>
                    <a:pt x="50" y="228"/>
                  </a:cubicBezTo>
                  <a:cubicBezTo>
                    <a:pt x="65" y="251"/>
                    <a:pt x="85" y="260"/>
                    <a:pt x="107" y="260"/>
                  </a:cubicBezTo>
                  <a:cubicBezTo>
                    <a:pt x="139" y="260"/>
                    <a:pt x="175" y="241"/>
                    <a:pt x="206" y="212"/>
                  </a:cubicBezTo>
                  <a:cubicBezTo>
                    <a:pt x="239" y="158"/>
                    <a:pt x="239" y="76"/>
                    <a:pt x="206" y="22"/>
                  </a:cubicBezTo>
                  <a:cubicBezTo>
                    <a:pt x="184" y="9"/>
                    <a:pt x="160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0" name="Google Shape;21660;p66"/>
            <p:cNvSpPr/>
            <p:nvPr/>
          </p:nvSpPr>
          <p:spPr>
            <a:xfrm>
              <a:off x="4227550" y="2850550"/>
              <a:ext cx="1675" cy="25"/>
            </a:xfrm>
            <a:custGeom>
              <a:avLst/>
              <a:gdLst/>
              <a:ahLst/>
              <a:cxnLst/>
              <a:rect l="l" t="t" r="r" b="b"/>
              <a:pathLst>
                <a:path w="67" h="1" extrusionOk="0">
                  <a:moveTo>
                    <a:pt x="1" y="1"/>
                  </a:moveTo>
                  <a:lnTo>
                    <a:pt x="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1" name="Google Shape;21661;p66"/>
            <p:cNvSpPr/>
            <p:nvPr/>
          </p:nvSpPr>
          <p:spPr>
            <a:xfrm>
              <a:off x="3866800" y="2686475"/>
              <a:ext cx="2100" cy="650"/>
            </a:xfrm>
            <a:custGeom>
              <a:avLst/>
              <a:gdLst/>
              <a:ahLst/>
              <a:cxnLst/>
              <a:rect l="l" t="t" r="r" b="b"/>
              <a:pathLst>
                <a:path w="84" h="26" extrusionOk="0">
                  <a:moveTo>
                    <a:pt x="83" y="0"/>
                  </a:moveTo>
                  <a:cubicBezTo>
                    <a:pt x="50" y="0"/>
                    <a:pt x="34" y="17"/>
                    <a:pt x="1" y="17"/>
                  </a:cubicBezTo>
                  <a:lnTo>
                    <a:pt x="17" y="17"/>
                  </a:lnTo>
                  <a:cubicBezTo>
                    <a:pt x="22" y="23"/>
                    <a:pt x="28" y="25"/>
                    <a:pt x="35" y="25"/>
                  </a:cubicBezTo>
                  <a:cubicBezTo>
                    <a:pt x="52" y="25"/>
                    <a:pt x="71" y="12"/>
                    <a:pt x="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2" name="Google Shape;21662;p66"/>
            <p:cNvSpPr/>
            <p:nvPr/>
          </p:nvSpPr>
          <p:spPr>
            <a:xfrm>
              <a:off x="3840100" y="2692025"/>
              <a:ext cx="6100" cy="4675"/>
            </a:xfrm>
            <a:custGeom>
              <a:avLst/>
              <a:gdLst/>
              <a:ahLst/>
              <a:cxnLst/>
              <a:rect l="l" t="t" r="r" b="b"/>
              <a:pathLst>
                <a:path w="244" h="187" extrusionOk="0">
                  <a:moveTo>
                    <a:pt x="207" y="1"/>
                  </a:moveTo>
                  <a:cubicBezTo>
                    <a:pt x="120" y="38"/>
                    <a:pt x="54" y="71"/>
                    <a:pt x="1" y="88"/>
                  </a:cubicBezTo>
                  <a:lnTo>
                    <a:pt x="1" y="104"/>
                  </a:lnTo>
                  <a:cubicBezTo>
                    <a:pt x="1" y="141"/>
                    <a:pt x="17" y="158"/>
                    <a:pt x="54" y="174"/>
                  </a:cubicBezTo>
                  <a:cubicBezTo>
                    <a:pt x="71" y="182"/>
                    <a:pt x="83" y="186"/>
                    <a:pt x="96" y="186"/>
                  </a:cubicBezTo>
                  <a:cubicBezTo>
                    <a:pt x="109" y="186"/>
                    <a:pt x="122" y="182"/>
                    <a:pt x="141" y="174"/>
                  </a:cubicBezTo>
                  <a:cubicBezTo>
                    <a:pt x="190" y="158"/>
                    <a:pt x="244" y="88"/>
                    <a:pt x="223" y="22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3" name="Google Shape;21663;p66"/>
            <p:cNvSpPr/>
            <p:nvPr/>
          </p:nvSpPr>
          <p:spPr>
            <a:xfrm>
              <a:off x="4230950" y="28354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1"/>
                  </a:moveTo>
                  <a:cubicBezTo>
                    <a:pt x="70" y="1"/>
                    <a:pt x="17" y="46"/>
                    <a:pt x="17" y="107"/>
                  </a:cubicBezTo>
                  <a:cubicBezTo>
                    <a:pt x="1" y="140"/>
                    <a:pt x="1" y="177"/>
                    <a:pt x="17" y="210"/>
                  </a:cubicBezTo>
                  <a:cubicBezTo>
                    <a:pt x="34" y="227"/>
                    <a:pt x="71" y="243"/>
                    <a:pt x="87" y="264"/>
                  </a:cubicBezTo>
                  <a:cubicBezTo>
                    <a:pt x="153" y="264"/>
                    <a:pt x="207" y="210"/>
                    <a:pt x="223" y="140"/>
                  </a:cubicBezTo>
                  <a:cubicBezTo>
                    <a:pt x="240" y="107"/>
                    <a:pt x="240" y="74"/>
                    <a:pt x="223" y="58"/>
                  </a:cubicBezTo>
                  <a:cubicBezTo>
                    <a:pt x="207" y="37"/>
                    <a:pt x="207" y="37"/>
                    <a:pt x="207" y="21"/>
                  </a:cubicBezTo>
                  <a:cubicBezTo>
                    <a:pt x="190" y="21"/>
                    <a:pt x="174" y="4"/>
                    <a:pt x="153" y="4"/>
                  </a:cubicBezTo>
                  <a:cubicBezTo>
                    <a:pt x="145" y="2"/>
                    <a:pt x="136" y="1"/>
                    <a:pt x="1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4" name="Google Shape;21664;p66"/>
            <p:cNvSpPr/>
            <p:nvPr/>
          </p:nvSpPr>
          <p:spPr>
            <a:xfrm>
              <a:off x="4270025" y="2814900"/>
              <a:ext cx="2600" cy="5175"/>
            </a:xfrm>
            <a:custGeom>
              <a:avLst/>
              <a:gdLst/>
              <a:ahLst/>
              <a:cxnLst/>
              <a:rect l="l" t="t" r="r" b="b"/>
              <a:pathLst>
                <a:path w="104" h="207" extrusionOk="0">
                  <a:moveTo>
                    <a:pt x="33" y="0"/>
                  </a:moveTo>
                  <a:cubicBezTo>
                    <a:pt x="17" y="17"/>
                    <a:pt x="17" y="33"/>
                    <a:pt x="0" y="71"/>
                  </a:cubicBezTo>
                  <a:cubicBezTo>
                    <a:pt x="0" y="104"/>
                    <a:pt x="0" y="137"/>
                    <a:pt x="17" y="157"/>
                  </a:cubicBezTo>
                  <a:cubicBezTo>
                    <a:pt x="33" y="190"/>
                    <a:pt x="54" y="207"/>
                    <a:pt x="87" y="207"/>
                  </a:cubicBezTo>
                  <a:lnTo>
                    <a:pt x="103" y="207"/>
                  </a:lnTo>
                  <a:cubicBezTo>
                    <a:pt x="70" y="137"/>
                    <a:pt x="54" y="71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5" name="Google Shape;21665;p66"/>
            <p:cNvSpPr/>
            <p:nvPr/>
          </p:nvSpPr>
          <p:spPr>
            <a:xfrm>
              <a:off x="411675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7" y="0"/>
                  </a:moveTo>
                  <a:cubicBezTo>
                    <a:pt x="67" y="0"/>
                    <a:pt x="15" y="49"/>
                    <a:pt x="1" y="106"/>
                  </a:cubicBezTo>
                  <a:cubicBezTo>
                    <a:pt x="1" y="144"/>
                    <a:pt x="1" y="176"/>
                    <a:pt x="17" y="209"/>
                  </a:cubicBezTo>
                  <a:cubicBezTo>
                    <a:pt x="34" y="226"/>
                    <a:pt x="67" y="247"/>
                    <a:pt x="83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73"/>
                    <a:pt x="223" y="57"/>
                  </a:cubicBezTo>
                  <a:lnTo>
                    <a:pt x="186" y="20"/>
                  </a:lnTo>
                  <a:cubicBezTo>
                    <a:pt x="186" y="20"/>
                    <a:pt x="170" y="3"/>
                    <a:pt x="153" y="3"/>
                  </a:cubicBezTo>
                  <a:cubicBezTo>
                    <a:pt x="144" y="1"/>
                    <a:pt x="136" y="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6" name="Google Shape;21666;p66"/>
            <p:cNvSpPr/>
            <p:nvPr/>
          </p:nvSpPr>
          <p:spPr>
            <a:xfrm>
              <a:off x="4254975" y="2808725"/>
              <a:ext cx="6525" cy="6500"/>
            </a:xfrm>
            <a:custGeom>
              <a:avLst/>
              <a:gdLst/>
              <a:ahLst/>
              <a:cxnLst/>
              <a:rect l="l" t="t" r="r" b="b"/>
              <a:pathLst>
                <a:path w="261" h="260" extrusionOk="0">
                  <a:moveTo>
                    <a:pt x="135" y="1"/>
                  </a:moveTo>
                  <a:cubicBezTo>
                    <a:pt x="126" y="1"/>
                    <a:pt x="116" y="3"/>
                    <a:pt x="103" y="8"/>
                  </a:cubicBezTo>
                  <a:cubicBezTo>
                    <a:pt x="38" y="41"/>
                    <a:pt x="0" y="111"/>
                    <a:pt x="17" y="177"/>
                  </a:cubicBezTo>
                  <a:cubicBezTo>
                    <a:pt x="38" y="214"/>
                    <a:pt x="54" y="231"/>
                    <a:pt x="70" y="247"/>
                  </a:cubicBezTo>
                  <a:cubicBezTo>
                    <a:pt x="87" y="256"/>
                    <a:pt x="105" y="260"/>
                    <a:pt x="120" y="260"/>
                  </a:cubicBezTo>
                  <a:cubicBezTo>
                    <a:pt x="135" y="260"/>
                    <a:pt x="149" y="256"/>
                    <a:pt x="157" y="247"/>
                  </a:cubicBezTo>
                  <a:cubicBezTo>
                    <a:pt x="223" y="231"/>
                    <a:pt x="260" y="144"/>
                    <a:pt x="244" y="74"/>
                  </a:cubicBezTo>
                  <a:cubicBezTo>
                    <a:pt x="244" y="58"/>
                    <a:pt x="223" y="41"/>
                    <a:pt x="207" y="25"/>
                  </a:cubicBezTo>
                  <a:cubicBezTo>
                    <a:pt x="207" y="25"/>
                    <a:pt x="190" y="25"/>
                    <a:pt x="190" y="8"/>
                  </a:cubicBezTo>
                  <a:cubicBezTo>
                    <a:pt x="168" y="8"/>
                    <a:pt x="153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7" name="Google Shape;21667;p66"/>
            <p:cNvSpPr/>
            <p:nvPr/>
          </p:nvSpPr>
          <p:spPr>
            <a:xfrm>
              <a:off x="4264875" y="28432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57" y="0"/>
                  </a:moveTo>
                  <a:cubicBezTo>
                    <a:pt x="87" y="0"/>
                    <a:pt x="33" y="33"/>
                    <a:pt x="17" y="120"/>
                  </a:cubicBezTo>
                  <a:cubicBezTo>
                    <a:pt x="0" y="136"/>
                    <a:pt x="17" y="173"/>
                    <a:pt x="17" y="206"/>
                  </a:cubicBezTo>
                  <a:cubicBezTo>
                    <a:pt x="33" y="239"/>
                    <a:pt x="70" y="260"/>
                    <a:pt x="103" y="260"/>
                  </a:cubicBezTo>
                  <a:cubicBezTo>
                    <a:pt x="110" y="262"/>
                    <a:pt x="117" y="263"/>
                    <a:pt x="124" y="263"/>
                  </a:cubicBezTo>
                  <a:cubicBezTo>
                    <a:pt x="172" y="263"/>
                    <a:pt x="225" y="215"/>
                    <a:pt x="239" y="157"/>
                  </a:cubicBezTo>
                  <a:cubicBezTo>
                    <a:pt x="239" y="120"/>
                    <a:pt x="239" y="87"/>
                    <a:pt x="223" y="54"/>
                  </a:cubicBezTo>
                  <a:lnTo>
                    <a:pt x="206" y="33"/>
                  </a:ln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8" name="Google Shape;21668;p66"/>
            <p:cNvSpPr/>
            <p:nvPr/>
          </p:nvSpPr>
          <p:spPr>
            <a:xfrm>
              <a:off x="3842275" y="28156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2" y="0"/>
                  </a:moveTo>
                  <a:cubicBezTo>
                    <a:pt x="74" y="0"/>
                    <a:pt x="31" y="49"/>
                    <a:pt x="17" y="107"/>
                  </a:cubicBezTo>
                  <a:cubicBezTo>
                    <a:pt x="0" y="144"/>
                    <a:pt x="0" y="177"/>
                    <a:pt x="17" y="210"/>
                  </a:cubicBezTo>
                  <a:cubicBezTo>
                    <a:pt x="33" y="230"/>
                    <a:pt x="70" y="247"/>
                    <a:pt x="87" y="263"/>
                  </a:cubicBezTo>
                  <a:cubicBezTo>
                    <a:pt x="157" y="263"/>
                    <a:pt x="206" y="210"/>
                    <a:pt x="223" y="144"/>
                  </a:cubicBezTo>
                  <a:cubicBezTo>
                    <a:pt x="239" y="107"/>
                    <a:pt x="239" y="90"/>
                    <a:pt x="223" y="57"/>
                  </a:cubicBezTo>
                  <a:cubicBezTo>
                    <a:pt x="206" y="41"/>
                    <a:pt x="206" y="41"/>
                    <a:pt x="206" y="24"/>
                  </a:cubicBezTo>
                  <a:cubicBezTo>
                    <a:pt x="190" y="24"/>
                    <a:pt x="173" y="3"/>
                    <a:pt x="157" y="3"/>
                  </a:cubicBezTo>
                  <a:cubicBezTo>
                    <a:pt x="148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9" name="Google Shape;21669;p66"/>
            <p:cNvSpPr/>
            <p:nvPr/>
          </p:nvSpPr>
          <p:spPr>
            <a:xfrm>
              <a:off x="3856900" y="2757725"/>
              <a:ext cx="6000" cy="6150"/>
            </a:xfrm>
            <a:custGeom>
              <a:avLst/>
              <a:gdLst/>
              <a:ahLst/>
              <a:cxnLst/>
              <a:rect l="l" t="t" r="r" b="b"/>
              <a:pathLst>
                <a:path w="240" h="246" extrusionOk="0">
                  <a:moveTo>
                    <a:pt x="116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193"/>
                  </a:cubicBezTo>
                  <a:cubicBezTo>
                    <a:pt x="34" y="226"/>
                    <a:pt x="50" y="242"/>
                    <a:pt x="87" y="242"/>
                  </a:cubicBezTo>
                  <a:cubicBezTo>
                    <a:pt x="96" y="245"/>
                    <a:pt x="104" y="246"/>
                    <a:pt x="113" y="246"/>
                  </a:cubicBezTo>
                  <a:cubicBezTo>
                    <a:pt x="167" y="246"/>
                    <a:pt x="209" y="200"/>
                    <a:pt x="223" y="139"/>
                  </a:cubicBezTo>
                  <a:cubicBezTo>
                    <a:pt x="240" y="106"/>
                    <a:pt x="223" y="73"/>
                    <a:pt x="223" y="53"/>
                  </a:cubicBezTo>
                  <a:cubicBezTo>
                    <a:pt x="207" y="36"/>
                    <a:pt x="207" y="36"/>
                    <a:pt x="190" y="20"/>
                  </a:cubicBezTo>
                  <a:cubicBezTo>
                    <a:pt x="190" y="3"/>
                    <a:pt x="170" y="3"/>
                    <a:pt x="137" y="3"/>
                  </a:cubicBezTo>
                  <a:cubicBezTo>
                    <a:pt x="130" y="1"/>
                    <a:pt x="124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0" name="Google Shape;21670;p66"/>
            <p:cNvSpPr/>
            <p:nvPr/>
          </p:nvSpPr>
          <p:spPr>
            <a:xfrm>
              <a:off x="3846600" y="2833750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20" y="1"/>
                  </a:moveTo>
                  <a:cubicBezTo>
                    <a:pt x="66" y="1"/>
                    <a:pt x="33" y="55"/>
                    <a:pt x="17" y="104"/>
                  </a:cubicBezTo>
                  <a:cubicBezTo>
                    <a:pt x="0" y="141"/>
                    <a:pt x="17" y="174"/>
                    <a:pt x="17" y="207"/>
                  </a:cubicBezTo>
                  <a:cubicBezTo>
                    <a:pt x="33" y="228"/>
                    <a:pt x="66" y="244"/>
                    <a:pt x="104" y="261"/>
                  </a:cubicBezTo>
                  <a:cubicBezTo>
                    <a:pt x="153" y="261"/>
                    <a:pt x="223" y="207"/>
                    <a:pt x="240" y="141"/>
                  </a:cubicBezTo>
                  <a:lnTo>
                    <a:pt x="240" y="104"/>
                  </a:lnTo>
                  <a:cubicBezTo>
                    <a:pt x="240" y="71"/>
                    <a:pt x="223" y="55"/>
                    <a:pt x="207" y="22"/>
                  </a:cubicBezTo>
                  <a:cubicBezTo>
                    <a:pt x="190" y="22"/>
                    <a:pt x="170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1" name="Google Shape;21671;p66"/>
            <p:cNvSpPr/>
            <p:nvPr/>
          </p:nvSpPr>
          <p:spPr>
            <a:xfrm>
              <a:off x="3838450" y="2783975"/>
              <a:ext cx="2600" cy="6525"/>
            </a:xfrm>
            <a:custGeom>
              <a:avLst/>
              <a:gdLst/>
              <a:ahLst/>
              <a:cxnLst/>
              <a:rect l="l" t="t" r="r" b="b"/>
              <a:pathLst>
                <a:path w="104" h="261" extrusionOk="0">
                  <a:moveTo>
                    <a:pt x="1" y="1"/>
                  </a:moveTo>
                  <a:lnTo>
                    <a:pt x="1" y="260"/>
                  </a:lnTo>
                  <a:cubicBezTo>
                    <a:pt x="50" y="240"/>
                    <a:pt x="83" y="207"/>
                    <a:pt x="104" y="157"/>
                  </a:cubicBezTo>
                  <a:cubicBezTo>
                    <a:pt x="104" y="104"/>
                    <a:pt x="104" y="54"/>
                    <a:pt x="67" y="34"/>
                  </a:cubicBezTo>
                  <a:cubicBezTo>
                    <a:pt x="50" y="17"/>
                    <a:pt x="34" y="1"/>
                    <a:pt x="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2" name="Google Shape;21672;p66"/>
            <p:cNvSpPr/>
            <p:nvPr/>
          </p:nvSpPr>
          <p:spPr>
            <a:xfrm>
              <a:off x="3839700" y="2799450"/>
              <a:ext cx="6000" cy="6375"/>
            </a:xfrm>
            <a:custGeom>
              <a:avLst/>
              <a:gdLst/>
              <a:ahLst/>
              <a:cxnLst/>
              <a:rect l="l" t="t" r="r" b="b"/>
              <a:pathLst>
                <a:path w="240" h="255" extrusionOk="0">
                  <a:moveTo>
                    <a:pt x="87" y="0"/>
                  </a:moveTo>
                  <a:cubicBezTo>
                    <a:pt x="33" y="33"/>
                    <a:pt x="0" y="103"/>
                    <a:pt x="17" y="173"/>
                  </a:cubicBezTo>
                  <a:cubicBezTo>
                    <a:pt x="17" y="206"/>
                    <a:pt x="33" y="223"/>
                    <a:pt x="70" y="239"/>
                  </a:cubicBezTo>
                  <a:cubicBezTo>
                    <a:pt x="79" y="249"/>
                    <a:pt x="91" y="255"/>
                    <a:pt x="106" y="255"/>
                  </a:cubicBezTo>
                  <a:cubicBezTo>
                    <a:pt x="121" y="255"/>
                    <a:pt x="138" y="249"/>
                    <a:pt x="157" y="239"/>
                  </a:cubicBezTo>
                  <a:cubicBezTo>
                    <a:pt x="190" y="223"/>
                    <a:pt x="206" y="206"/>
                    <a:pt x="223" y="173"/>
                  </a:cubicBezTo>
                  <a:cubicBezTo>
                    <a:pt x="239" y="136"/>
                    <a:pt x="239" y="103"/>
                    <a:pt x="223" y="87"/>
                  </a:cubicBezTo>
                  <a:cubicBezTo>
                    <a:pt x="223" y="54"/>
                    <a:pt x="223" y="33"/>
                    <a:pt x="206" y="17"/>
                  </a:cubicBezTo>
                  <a:cubicBezTo>
                    <a:pt x="190" y="17"/>
                    <a:pt x="190" y="17"/>
                    <a:pt x="1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3" name="Google Shape;21673;p66"/>
            <p:cNvSpPr/>
            <p:nvPr/>
          </p:nvSpPr>
          <p:spPr>
            <a:xfrm>
              <a:off x="3849600" y="272505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17" y="0"/>
                  </a:moveTo>
                  <a:cubicBezTo>
                    <a:pt x="70" y="0"/>
                    <a:pt x="14" y="49"/>
                    <a:pt x="0" y="106"/>
                  </a:cubicBezTo>
                  <a:cubicBezTo>
                    <a:pt x="0" y="144"/>
                    <a:pt x="0" y="177"/>
                    <a:pt x="17" y="193"/>
                  </a:cubicBezTo>
                  <a:cubicBezTo>
                    <a:pt x="33" y="226"/>
                    <a:pt x="50" y="247"/>
                    <a:pt x="87" y="247"/>
                  </a:cubicBezTo>
                  <a:cubicBezTo>
                    <a:pt x="95" y="249"/>
                    <a:pt x="103" y="250"/>
                    <a:pt x="111" y="250"/>
                  </a:cubicBezTo>
                  <a:cubicBezTo>
                    <a:pt x="165" y="250"/>
                    <a:pt x="208" y="201"/>
                    <a:pt x="223" y="144"/>
                  </a:cubicBezTo>
                  <a:cubicBezTo>
                    <a:pt x="239" y="106"/>
                    <a:pt x="223" y="73"/>
                    <a:pt x="206" y="41"/>
                  </a:cubicBezTo>
                  <a:cubicBezTo>
                    <a:pt x="206" y="41"/>
                    <a:pt x="206" y="20"/>
                    <a:pt x="190" y="20"/>
                  </a:cubicBezTo>
                  <a:cubicBezTo>
                    <a:pt x="190" y="3"/>
                    <a:pt x="17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4" name="Google Shape;21674;p66"/>
            <p:cNvSpPr/>
            <p:nvPr/>
          </p:nvSpPr>
          <p:spPr>
            <a:xfrm>
              <a:off x="3855150" y="2740725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44" y="1"/>
                  </a:moveTo>
                  <a:cubicBezTo>
                    <a:pt x="131" y="1"/>
                    <a:pt x="117" y="5"/>
                    <a:pt x="104" y="11"/>
                  </a:cubicBezTo>
                  <a:cubicBezTo>
                    <a:pt x="71" y="11"/>
                    <a:pt x="54" y="32"/>
                    <a:pt x="34" y="48"/>
                  </a:cubicBezTo>
                  <a:cubicBezTo>
                    <a:pt x="17" y="65"/>
                    <a:pt x="1" y="98"/>
                    <a:pt x="1" y="135"/>
                  </a:cubicBezTo>
                  <a:cubicBezTo>
                    <a:pt x="1" y="168"/>
                    <a:pt x="17" y="201"/>
                    <a:pt x="34" y="238"/>
                  </a:cubicBezTo>
                  <a:cubicBezTo>
                    <a:pt x="55" y="252"/>
                    <a:pt x="80" y="259"/>
                    <a:pt x="104" y="259"/>
                  </a:cubicBezTo>
                  <a:cubicBezTo>
                    <a:pt x="138" y="259"/>
                    <a:pt x="171" y="243"/>
                    <a:pt x="190" y="201"/>
                  </a:cubicBezTo>
                  <a:cubicBezTo>
                    <a:pt x="240" y="152"/>
                    <a:pt x="240" y="65"/>
                    <a:pt x="190" y="32"/>
                  </a:cubicBezTo>
                  <a:cubicBezTo>
                    <a:pt x="180" y="10"/>
                    <a:pt x="163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5" name="Google Shape;21675;p66"/>
            <p:cNvSpPr/>
            <p:nvPr/>
          </p:nvSpPr>
          <p:spPr>
            <a:xfrm>
              <a:off x="3854325" y="2695550"/>
              <a:ext cx="6000" cy="6075"/>
            </a:xfrm>
            <a:custGeom>
              <a:avLst/>
              <a:gdLst/>
              <a:ahLst/>
              <a:cxnLst/>
              <a:rect l="l" t="t" r="r" b="b"/>
              <a:pathLst>
                <a:path w="240" h="243" extrusionOk="0">
                  <a:moveTo>
                    <a:pt x="120" y="0"/>
                  </a:moveTo>
                  <a:cubicBezTo>
                    <a:pt x="67" y="0"/>
                    <a:pt x="34" y="33"/>
                    <a:pt x="17" y="103"/>
                  </a:cubicBezTo>
                  <a:cubicBezTo>
                    <a:pt x="1" y="136"/>
                    <a:pt x="17" y="169"/>
                    <a:pt x="34" y="190"/>
                  </a:cubicBezTo>
                  <a:cubicBezTo>
                    <a:pt x="34" y="223"/>
                    <a:pt x="67" y="239"/>
                    <a:pt x="104" y="239"/>
                  </a:cubicBezTo>
                  <a:cubicBezTo>
                    <a:pt x="110" y="241"/>
                    <a:pt x="117" y="242"/>
                    <a:pt x="124" y="242"/>
                  </a:cubicBezTo>
                  <a:cubicBezTo>
                    <a:pt x="171" y="242"/>
                    <a:pt x="225" y="197"/>
                    <a:pt x="240" y="136"/>
                  </a:cubicBezTo>
                  <a:lnTo>
                    <a:pt x="240" y="103"/>
                  </a:lnTo>
                  <a:cubicBezTo>
                    <a:pt x="240" y="66"/>
                    <a:pt x="223" y="33"/>
                    <a:pt x="207" y="17"/>
                  </a:cubicBezTo>
                  <a:cubicBezTo>
                    <a:pt x="190" y="0"/>
                    <a:pt x="170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6" name="Google Shape;21676;p66"/>
            <p:cNvSpPr/>
            <p:nvPr/>
          </p:nvSpPr>
          <p:spPr>
            <a:xfrm>
              <a:off x="3853925" y="2848800"/>
              <a:ext cx="4650" cy="1775"/>
            </a:xfrm>
            <a:custGeom>
              <a:avLst/>
              <a:gdLst/>
              <a:ahLst/>
              <a:cxnLst/>
              <a:rect l="l" t="t" r="r" b="b"/>
              <a:pathLst>
                <a:path w="186" h="71" extrusionOk="0">
                  <a:moveTo>
                    <a:pt x="120" y="1"/>
                  </a:moveTo>
                  <a:cubicBezTo>
                    <a:pt x="83" y="1"/>
                    <a:pt x="50" y="1"/>
                    <a:pt x="33" y="17"/>
                  </a:cubicBezTo>
                  <a:cubicBezTo>
                    <a:pt x="17" y="38"/>
                    <a:pt x="0" y="54"/>
                    <a:pt x="0" y="71"/>
                  </a:cubicBezTo>
                  <a:lnTo>
                    <a:pt x="186" y="71"/>
                  </a:lnTo>
                  <a:lnTo>
                    <a:pt x="186" y="54"/>
                  </a:lnTo>
                  <a:cubicBezTo>
                    <a:pt x="186" y="38"/>
                    <a:pt x="169" y="38"/>
                    <a:pt x="169" y="17"/>
                  </a:cubicBezTo>
                  <a:cubicBezTo>
                    <a:pt x="153" y="17"/>
                    <a:pt x="136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7" name="Google Shape;21677;p66"/>
            <p:cNvSpPr/>
            <p:nvPr/>
          </p:nvSpPr>
          <p:spPr>
            <a:xfrm>
              <a:off x="4210350" y="2849225"/>
              <a:ext cx="4750" cy="1350"/>
            </a:xfrm>
            <a:custGeom>
              <a:avLst/>
              <a:gdLst/>
              <a:ahLst/>
              <a:cxnLst/>
              <a:rect l="l" t="t" r="r" b="b"/>
              <a:pathLst>
                <a:path w="190" h="54" extrusionOk="0">
                  <a:moveTo>
                    <a:pt x="120" y="0"/>
                  </a:moveTo>
                  <a:cubicBezTo>
                    <a:pt x="70" y="0"/>
                    <a:pt x="33" y="21"/>
                    <a:pt x="0" y="54"/>
                  </a:cubicBezTo>
                  <a:lnTo>
                    <a:pt x="190" y="54"/>
                  </a:lnTo>
                  <a:cubicBezTo>
                    <a:pt x="173" y="54"/>
                    <a:pt x="173" y="37"/>
                    <a:pt x="173" y="37"/>
                  </a:cubicBezTo>
                  <a:cubicBezTo>
                    <a:pt x="153" y="21"/>
                    <a:pt x="136" y="21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8" name="Google Shape;21678;p66"/>
            <p:cNvSpPr/>
            <p:nvPr/>
          </p:nvSpPr>
          <p:spPr>
            <a:xfrm>
              <a:off x="4226625" y="2802300"/>
              <a:ext cx="6100" cy="6550"/>
            </a:xfrm>
            <a:custGeom>
              <a:avLst/>
              <a:gdLst/>
              <a:ahLst/>
              <a:cxnLst/>
              <a:rect l="l" t="t" r="r" b="b"/>
              <a:pathLst>
                <a:path w="244" h="262" extrusionOk="0">
                  <a:moveTo>
                    <a:pt x="139" y="1"/>
                  </a:moveTo>
                  <a:cubicBezTo>
                    <a:pt x="104" y="1"/>
                    <a:pt x="67" y="18"/>
                    <a:pt x="38" y="59"/>
                  </a:cubicBezTo>
                  <a:cubicBezTo>
                    <a:pt x="1" y="109"/>
                    <a:pt x="1" y="179"/>
                    <a:pt x="38" y="228"/>
                  </a:cubicBezTo>
                  <a:cubicBezTo>
                    <a:pt x="59" y="251"/>
                    <a:pt x="83" y="261"/>
                    <a:pt x="109" y="261"/>
                  </a:cubicBezTo>
                  <a:cubicBezTo>
                    <a:pt x="143" y="261"/>
                    <a:pt x="178" y="243"/>
                    <a:pt x="207" y="212"/>
                  </a:cubicBezTo>
                  <a:cubicBezTo>
                    <a:pt x="244" y="162"/>
                    <a:pt x="244" y="76"/>
                    <a:pt x="207" y="22"/>
                  </a:cubicBezTo>
                  <a:cubicBezTo>
                    <a:pt x="187" y="9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9" name="Google Shape;21679;p66"/>
            <p:cNvSpPr/>
            <p:nvPr/>
          </p:nvSpPr>
          <p:spPr>
            <a:xfrm>
              <a:off x="4228800" y="2818850"/>
              <a:ext cx="6500" cy="6300"/>
            </a:xfrm>
            <a:custGeom>
              <a:avLst/>
              <a:gdLst/>
              <a:ahLst/>
              <a:cxnLst/>
              <a:rect l="l" t="t" r="r" b="b"/>
              <a:pathLst>
                <a:path w="260" h="252" extrusionOk="0">
                  <a:moveTo>
                    <a:pt x="138" y="0"/>
                  </a:moveTo>
                  <a:cubicBezTo>
                    <a:pt x="105" y="0"/>
                    <a:pt x="73" y="20"/>
                    <a:pt x="54" y="49"/>
                  </a:cubicBezTo>
                  <a:cubicBezTo>
                    <a:pt x="0" y="102"/>
                    <a:pt x="0" y="185"/>
                    <a:pt x="54" y="222"/>
                  </a:cubicBezTo>
                  <a:cubicBezTo>
                    <a:pt x="68" y="242"/>
                    <a:pt x="91" y="252"/>
                    <a:pt x="116" y="252"/>
                  </a:cubicBezTo>
                  <a:cubicBezTo>
                    <a:pt x="150" y="252"/>
                    <a:pt x="187" y="234"/>
                    <a:pt x="206" y="205"/>
                  </a:cubicBezTo>
                  <a:cubicBezTo>
                    <a:pt x="260" y="152"/>
                    <a:pt x="260" y="65"/>
                    <a:pt x="206" y="32"/>
                  </a:cubicBezTo>
                  <a:cubicBezTo>
                    <a:pt x="186" y="10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0" name="Google Shape;21680;p66"/>
            <p:cNvSpPr/>
            <p:nvPr/>
          </p:nvSpPr>
          <p:spPr>
            <a:xfrm>
              <a:off x="3838450" y="2848400"/>
              <a:ext cx="1675" cy="2175"/>
            </a:xfrm>
            <a:custGeom>
              <a:avLst/>
              <a:gdLst/>
              <a:ahLst/>
              <a:cxnLst/>
              <a:rect l="l" t="t" r="r" b="b"/>
              <a:pathLst>
                <a:path w="67" h="87" extrusionOk="0">
                  <a:moveTo>
                    <a:pt x="1" y="0"/>
                  </a:moveTo>
                  <a:lnTo>
                    <a:pt x="1" y="87"/>
                  </a:lnTo>
                  <a:lnTo>
                    <a:pt x="67" y="87"/>
                  </a:lnTo>
                  <a:cubicBezTo>
                    <a:pt x="67" y="70"/>
                    <a:pt x="50" y="33"/>
                    <a:pt x="34" y="17"/>
                  </a:cubicBezTo>
                  <a:cubicBezTo>
                    <a:pt x="34" y="17"/>
                    <a:pt x="17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1" name="Google Shape;21681;p66"/>
            <p:cNvSpPr/>
            <p:nvPr/>
          </p:nvSpPr>
          <p:spPr>
            <a:xfrm>
              <a:off x="3842675" y="2753475"/>
              <a:ext cx="6125" cy="6500"/>
            </a:xfrm>
            <a:custGeom>
              <a:avLst/>
              <a:gdLst/>
              <a:ahLst/>
              <a:cxnLst/>
              <a:rect l="l" t="t" r="r" b="b"/>
              <a:pathLst>
                <a:path w="245" h="260" extrusionOk="0">
                  <a:moveTo>
                    <a:pt x="141" y="0"/>
                  </a:moveTo>
                  <a:cubicBezTo>
                    <a:pt x="87" y="0"/>
                    <a:pt x="17" y="54"/>
                    <a:pt x="1" y="120"/>
                  </a:cubicBezTo>
                  <a:cubicBezTo>
                    <a:pt x="1" y="157"/>
                    <a:pt x="1" y="190"/>
                    <a:pt x="17" y="223"/>
                  </a:cubicBezTo>
                  <a:cubicBezTo>
                    <a:pt x="38" y="243"/>
                    <a:pt x="71" y="260"/>
                    <a:pt x="87" y="260"/>
                  </a:cubicBezTo>
                  <a:cubicBezTo>
                    <a:pt x="120" y="260"/>
                    <a:pt x="157" y="260"/>
                    <a:pt x="174" y="243"/>
                  </a:cubicBezTo>
                  <a:cubicBezTo>
                    <a:pt x="207" y="223"/>
                    <a:pt x="223" y="190"/>
                    <a:pt x="223" y="157"/>
                  </a:cubicBezTo>
                  <a:cubicBezTo>
                    <a:pt x="244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90" y="37"/>
                    <a:pt x="190" y="17"/>
                    <a:pt x="174" y="17"/>
                  </a:cubicBezTo>
                  <a:cubicBezTo>
                    <a:pt x="174" y="17"/>
                    <a:pt x="157" y="17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2" name="Google Shape;21682;p66"/>
            <p:cNvSpPr/>
            <p:nvPr/>
          </p:nvSpPr>
          <p:spPr>
            <a:xfrm>
              <a:off x="3843600" y="2771100"/>
              <a:ext cx="6025" cy="6375"/>
            </a:xfrm>
            <a:custGeom>
              <a:avLst/>
              <a:gdLst/>
              <a:ahLst/>
              <a:cxnLst/>
              <a:rect l="l" t="t" r="r" b="b"/>
              <a:pathLst>
                <a:path w="241" h="255" extrusionOk="0">
                  <a:moveTo>
                    <a:pt x="83" y="0"/>
                  </a:moveTo>
                  <a:cubicBezTo>
                    <a:pt x="50" y="17"/>
                    <a:pt x="34" y="54"/>
                    <a:pt x="17" y="70"/>
                  </a:cubicBezTo>
                  <a:cubicBezTo>
                    <a:pt x="1" y="103"/>
                    <a:pt x="1" y="136"/>
                    <a:pt x="1" y="173"/>
                  </a:cubicBezTo>
                  <a:cubicBezTo>
                    <a:pt x="17" y="206"/>
                    <a:pt x="34" y="223"/>
                    <a:pt x="50" y="239"/>
                  </a:cubicBezTo>
                  <a:cubicBezTo>
                    <a:pt x="67" y="250"/>
                    <a:pt x="84" y="255"/>
                    <a:pt x="100" y="255"/>
                  </a:cubicBezTo>
                  <a:cubicBezTo>
                    <a:pt x="115" y="255"/>
                    <a:pt x="129" y="250"/>
                    <a:pt x="137" y="239"/>
                  </a:cubicBezTo>
                  <a:cubicBezTo>
                    <a:pt x="207" y="223"/>
                    <a:pt x="240" y="136"/>
                    <a:pt x="224" y="87"/>
                  </a:cubicBezTo>
                  <a:cubicBezTo>
                    <a:pt x="224" y="54"/>
                    <a:pt x="207" y="33"/>
                    <a:pt x="186" y="17"/>
                  </a:cubicBezTo>
                  <a:cubicBezTo>
                    <a:pt x="186" y="17"/>
                    <a:pt x="170" y="17"/>
                    <a:pt x="1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3" name="Google Shape;21683;p66"/>
            <p:cNvSpPr/>
            <p:nvPr/>
          </p:nvSpPr>
          <p:spPr>
            <a:xfrm>
              <a:off x="3842275" y="27097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32" y="0"/>
                  </a:moveTo>
                  <a:cubicBezTo>
                    <a:pt x="100" y="0"/>
                    <a:pt x="64" y="19"/>
                    <a:pt x="33" y="50"/>
                  </a:cubicBezTo>
                  <a:cubicBezTo>
                    <a:pt x="0" y="99"/>
                    <a:pt x="0" y="186"/>
                    <a:pt x="33" y="239"/>
                  </a:cubicBezTo>
                  <a:cubicBezTo>
                    <a:pt x="55" y="253"/>
                    <a:pt x="80" y="261"/>
                    <a:pt x="104" y="261"/>
                  </a:cubicBezTo>
                  <a:cubicBezTo>
                    <a:pt x="141" y="261"/>
                    <a:pt x="177" y="244"/>
                    <a:pt x="206" y="202"/>
                  </a:cubicBezTo>
                  <a:cubicBezTo>
                    <a:pt x="239" y="153"/>
                    <a:pt x="239" y="8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4" name="Google Shape;21684;p66"/>
            <p:cNvSpPr/>
            <p:nvPr/>
          </p:nvSpPr>
          <p:spPr>
            <a:xfrm>
              <a:off x="4257550" y="2828300"/>
              <a:ext cx="6100" cy="6300"/>
            </a:xfrm>
            <a:custGeom>
              <a:avLst/>
              <a:gdLst/>
              <a:ahLst/>
              <a:cxnLst/>
              <a:rect l="l" t="t" r="r" b="b"/>
              <a:pathLst>
                <a:path w="244" h="252" extrusionOk="0">
                  <a:moveTo>
                    <a:pt x="137" y="1"/>
                  </a:moveTo>
                  <a:cubicBezTo>
                    <a:pt x="104" y="1"/>
                    <a:pt x="73" y="19"/>
                    <a:pt x="54" y="50"/>
                  </a:cubicBezTo>
                  <a:cubicBezTo>
                    <a:pt x="0" y="99"/>
                    <a:pt x="0" y="186"/>
                    <a:pt x="54" y="219"/>
                  </a:cubicBezTo>
                  <a:cubicBezTo>
                    <a:pt x="68" y="242"/>
                    <a:pt x="89" y="252"/>
                    <a:pt x="112" y="252"/>
                  </a:cubicBezTo>
                  <a:cubicBezTo>
                    <a:pt x="143" y="252"/>
                    <a:pt x="178" y="233"/>
                    <a:pt x="207" y="202"/>
                  </a:cubicBezTo>
                  <a:cubicBezTo>
                    <a:pt x="244" y="153"/>
                    <a:pt x="244" y="66"/>
                    <a:pt x="207" y="33"/>
                  </a:cubicBezTo>
                  <a:cubicBezTo>
                    <a:pt x="186" y="11"/>
                    <a:pt x="161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5" name="Google Shape;21685;p66"/>
            <p:cNvSpPr/>
            <p:nvPr/>
          </p:nvSpPr>
          <p:spPr>
            <a:xfrm>
              <a:off x="3979675" y="274790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03" y="1"/>
                  </a:moveTo>
                  <a:cubicBezTo>
                    <a:pt x="70" y="17"/>
                    <a:pt x="37" y="71"/>
                    <a:pt x="21" y="120"/>
                  </a:cubicBezTo>
                  <a:cubicBezTo>
                    <a:pt x="0" y="190"/>
                    <a:pt x="37" y="240"/>
                    <a:pt x="103" y="260"/>
                  </a:cubicBezTo>
                  <a:cubicBezTo>
                    <a:pt x="140" y="260"/>
                    <a:pt x="157" y="260"/>
                    <a:pt x="190" y="240"/>
                  </a:cubicBezTo>
                  <a:cubicBezTo>
                    <a:pt x="206" y="207"/>
                    <a:pt x="227" y="190"/>
                    <a:pt x="243" y="157"/>
                  </a:cubicBezTo>
                  <a:cubicBezTo>
                    <a:pt x="243" y="120"/>
                    <a:pt x="243" y="87"/>
                    <a:pt x="227" y="54"/>
                  </a:cubicBezTo>
                  <a:cubicBezTo>
                    <a:pt x="227" y="54"/>
                    <a:pt x="227" y="34"/>
                    <a:pt x="206" y="34"/>
                  </a:cubicBezTo>
                  <a:cubicBezTo>
                    <a:pt x="206" y="34"/>
                    <a:pt x="206" y="17"/>
                    <a:pt x="190" y="17"/>
                  </a:cubicBezTo>
                  <a:cubicBezTo>
                    <a:pt x="173" y="17"/>
                    <a:pt x="140" y="17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6" name="Google Shape;21686;p66"/>
            <p:cNvSpPr/>
            <p:nvPr/>
          </p:nvSpPr>
          <p:spPr>
            <a:xfrm>
              <a:off x="3944100" y="2832200"/>
              <a:ext cx="6425" cy="6500"/>
            </a:xfrm>
            <a:custGeom>
              <a:avLst/>
              <a:gdLst/>
              <a:ahLst/>
              <a:cxnLst/>
              <a:rect l="l" t="t" r="r" b="b"/>
              <a:pathLst>
                <a:path w="257" h="260" extrusionOk="0">
                  <a:moveTo>
                    <a:pt x="135" y="0"/>
                  </a:moveTo>
                  <a:cubicBezTo>
                    <a:pt x="101" y="0"/>
                    <a:pt x="69" y="18"/>
                    <a:pt x="50" y="46"/>
                  </a:cubicBezTo>
                  <a:cubicBezTo>
                    <a:pt x="1" y="100"/>
                    <a:pt x="1" y="187"/>
                    <a:pt x="50" y="236"/>
                  </a:cubicBezTo>
                  <a:cubicBezTo>
                    <a:pt x="65" y="251"/>
                    <a:pt x="91" y="259"/>
                    <a:pt x="118" y="259"/>
                  </a:cubicBezTo>
                  <a:cubicBezTo>
                    <a:pt x="151" y="259"/>
                    <a:pt x="186" y="247"/>
                    <a:pt x="207" y="220"/>
                  </a:cubicBezTo>
                  <a:cubicBezTo>
                    <a:pt x="256" y="150"/>
                    <a:pt x="256" y="84"/>
                    <a:pt x="207" y="30"/>
                  </a:cubicBezTo>
                  <a:cubicBezTo>
                    <a:pt x="184" y="9"/>
                    <a:pt x="15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7" name="Google Shape;21687;p66"/>
            <p:cNvSpPr/>
            <p:nvPr/>
          </p:nvSpPr>
          <p:spPr>
            <a:xfrm>
              <a:off x="3940200" y="2801275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3" y="0"/>
                  </a:moveTo>
                  <a:cubicBezTo>
                    <a:pt x="101" y="0"/>
                    <a:pt x="64" y="18"/>
                    <a:pt x="33" y="47"/>
                  </a:cubicBezTo>
                  <a:cubicBezTo>
                    <a:pt x="0" y="100"/>
                    <a:pt x="0" y="187"/>
                    <a:pt x="33" y="220"/>
                  </a:cubicBezTo>
                  <a:cubicBezTo>
                    <a:pt x="55" y="240"/>
                    <a:pt x="81" y="250"/>
                    <a:pt x="106" y="250"/>
                  </a:cubicBezTo>
                  <a:cubicBezTo>
                    <a:pt x="142" y="250"/>
                    <a:pt x="177" y="232"/>
                    <a:pt x="206" y="203"/>
                  </a:cubicBezTo>
                  <a:cubicBezTo>
                    <a:pt x="239" y="150"/>
                    <a:pt x="239" y="63"/>
                    <a:pt x="190" y="30"/>
                  </a:cubicBezTo>
                  <a:cubicBezTo>
                    <a:pt x="176" y="9"/>
                    <a:pt x="156" y="0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8" name="Google Shape;21688;p66"/>
            <p:cNvSpPr/>
            <p:nvPr/>
          </p:nvSpPr>
          <p:spPr>
            <a:xfrm>
              <a:off x="3940600" y="2755725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1" y="100"/>
                    <a:pt x="1" y="186"/>
                    <a:pt x="38" y="219"/>
                  </a:cubicBezTo>
                  <a:cubicBezTo>
                    <a:pt x="54" y="236"/>
                    <a:pt x="71" y="257"/>
                    <a:pt x="87" y="257"/>
                  </a:cubicBezTo>
                  <a:cubicBezTo>
                    <a:pt x="120" y="257"/>
                    <a:pt x="174" y="257"/>
                    <a:pt x="207" y="203"/>
                  </a:cubicBezTo>
                  <a:cubicBezTo>
                    <a:pt x="244" y="170"/>
                    <a:pt x="244" y="116"/>
                    <a:pt x="223" y="67"/>
                  </a:cubicBezTo>
                  <a:cubicBezTo>
                    <a:pt x="223" y="50"/>
                    <a:pt x="207" y="30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9" name="Google Shape;21689;p66"/>
            <p:cNvSpPr/>
            <p:nvPr/>
          </p:nvSpPr>
          <p:spPr>
            <a:xfrm>
              <a:off x="3925150" y="2796950"/>
              <a:ext cx="6500" cy="6325"/>
            </a:xfrm>
            <a:custGeom>
              <a:avLst/>
              <a:gdLst/>
              <a:ahLst/>
              <a:cxnLst/>
              <a:rect l="l" t="t" r="r" b="b"/>
              <a:pathLst>
                <a:path w="260" h="253" extrusionOk="0">
                  <a:moveTo>
                    <a:pt x="151" y="0"/>
                  </a:moveTo>
                  <a:cubicBezTo>
                    <a:pt x="119" y="0"/>
                    <a:pt x="83" y="19"/>
                    <a:pt x="54" y="51"/>
                  </a:cubicBezTo>
                  <a:cubicBezTo>
                    <a:pt x="0" y="100"/>
                    <a:pt x="0" y="187"/>
                    <a:pt x="54" y="220"/>
                  </a:cubicBezTo>
                  <a:cubicBezTo>
                    <a:pt x="75" y="242"/>
                    <a:pt x="99" y="252"/>
                    <a:pt x="124" y="252"/>
                  </a:cubicBezTo>
                  <a:cubicBezTo>
                    <a:pt x="156" y="252"/>
                    <a:pt x="187" y="234"/>
                    <a:pt x="206" y="203"/>
                  </a:cubicBezTo>
                  <a:cubicBezTo>
                    <a:pt x="260" y="154"/>
                    <a:pt x="260" y="67"/>
                    <a:pt x="206" y="30"/>
                  </a:cubicBezTo>
                  <a:cubicBezTo>
                    <a:pt x="193" y="10"/>
                    <a:pt x="173" y="0"/>
                    <a:pt x="1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0" name="Google Shape;21690;p66"/>
            <p:cNvSpPr/>
            <p:nvPr/>
          </p:nvSpPr>
          <p:spPr>
            <a:xfrm>
              <a:off x="3921750" y="27371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1"/>
                  </a:moveTo>
                  <a:cubicBezTo>
                    <a:pt x="120" y="1"/>
                    <a:pt x="87" y="1"/>
                    <a:pt x="70" y="17"/>
                  </a:cubicBezTo>
                  <a:cubicBezTo>
                    <a:pt x="33" y="50"/>
                    <a:pt x="17" y="71"/>
                    <a:pt x="17" y="104"/>
                  </a:cubicBezTo>
                  <a:cubicBezTo>
                    <a:pt x="0" y="137"/>
                    <a:pt x="17" y="174"/>
                    <a:pt x="33" y="207"/>
                  </a:cubicBezTo>
                  <a:cubicBezTo>
                    <a:pt x="50" y="223"/>
                    <a:pt x="70" y="240"/>
                    <a:pt x="103" y="256"/>
                  </a:cubicBezTo>
                  <a:cubicBezTo>
                    <a:pt x="153" y="256"/>
                    <a:pt x="223" y="223"/>
                    <a:pt x="239" y="137"/>
                  </a:cubicBezTo>
                  <a:cubicBezTo>
                    <a:pt x="239" y="120"/>
                    <a:pt x="239" y="87"/>
                    <a:pt x="223" y="50"/>
                  </a:cubicBezTo>
                  <a:cubicBezTo>
                    <a:pt x="223" y="34"/>
                    <a:pt x="206" y="34"/>
                    <a:pt x="206" y="34"/>
                  </a:cubicBezTo>
                  <a:cubicBezTo>
                    <a:pt x="190" y="17"/>
                    <a:pt x="173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1" name="Google Shape;21691;p66"/>
            <p:cNvSpPr/>
            <p:nvPr/>
          </p:nvSpPr>
          <p:spPr>
            <a:xfrm>
              <a:off x="3919975" y="2781475"/>
              <a:ext cx="6125" cy="6450"/>
            </a:xfrm>
            <a:custGeom>
              <a:avLst/>
              <a:gdLst/>
              <a:ahLst/>
              <a:cxnLst/>
              <a:rect l="l" t="t" r="r" b="b"/>
              <a:pathLst>
                <a:path w="245" h="258" extrusionOk="0">
                  <a:moveTo>
                    <a:pt x="139" y="1"/>
                  </a:moveTo>
                  <a:cubicBezTo>
                    <a:pt x="106" y="1"/>
                    <a:pt x="74" y="20"/>
                    <a:pt x="55" y="51"/>
                  </a:cubicBezTo>
                  <a:cubicBezTo>
                    <a:pt x="1" y="101"/>
                    <a:pt x="1" y="187"/>
                    <a:pt x="55" y="220"/>
                  </a:cubicBezTo>
                  <a:cubicBezTo>
                    <a:pt x="71" y="237"/>
                    <a:pt x="71" y="257"/>
                    <a:pt x="88" y="257"/>
                  </a:cubicBezTo>
                  <a:cubicBezTo>
                    <a:pt x="141" y="257"/>
                    <a:pt x="174" y="257"/>
                    <a:pt x="207" y="204"/>
                  </a:cubicBezTo>
                  <a:cubicBezTo>
                    <a:pt x="244" y="171"/>
                    <a:pt x="244" y="117"/>
                    <a:pt x="244" y="68"/>
                  </a:cubicBezTo>
                  <a:cubicBezTo>
                    <a:pt x="224" y="51"/>
                    <a:pt x="224" y="51"/>
                    <a:pt x="207" y="30"/>
                  </a:cubicBezTo>
                  <a:cubicBezTo>
                    <a:pt x="187" y="10"/>
                    <a:pt x="163" y="1"/>
                    <a:pt x="1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2" name="Google Shape;21692;p66"/>
            <p:cNvSpPr/>
            <p:nvPr/>
          </p:nvSpPr>
          <p:spPr>
            <a:xfrm>
              <a:off x="3914825" y="2829875"/>
              <a:ext cx="6125" cy="6475"/>
            </a:xfrm>
            <a:custGeom>
              <a:avLst/>
              <a:gdLst/>
              <a:ahLst/>
              <a:cxnLst/>
              <a:rect l="l" t="t" r="r" b="b"/>
              <a:pathLst>
                <a:path w="245" h="259" extrusionOk="0">
                  <a:moveTo>
                    <a:pt x="136" y="0"/>
                  </a:moveTo>
                  <a:cubicBezTo>
                    <a:pt x="87" y="0"/>
                    <a:pt x="35" y="46"/>
                    <a:pt x="17" y="106"/>
                  </a:cubicBezTo>
                  <a:cubicBezTo>
                    <a:pt x="1" y="177"/>
                    <a:pt x="38" y="243"/>
                    <a:pt x="104" y="259"/>
                  </a:cubicBezTo>
                  <a:cubicBezTo>
                    <a:pt x="120" y="259"/>
                    <a:pt x="157" y="259"/>
                    <a:pt x="190" y="226"/>
                  </a:cubicBezTo>
                  <a:cubicBezTo>
                    <a:pt x="207" y="210"/>
                    <a:pt x="223" y="193"/>
                    <a:pt x="244" y="156"/>
                  </a:cubicBezTo>
                  <a:cubicBezTo>
                    <a:pt x="244" y="123"/>
                    <a:pt x="244" y="90"/>
                    <a:pt x="223" y="53"/>
                  </a:cubicBezTo>
                  <a:cubicBezTo>
                    <a:pt x="223" y="36"/>
                    <a:pt x="207" y="36"/>
                    <a:pt x="207" y="36"/>
                  </a:cubicBezTo>
                  <a:cubicBezTo>
                    <a:pt x="190" y="20"/>
                    <a:pt x="174" y="3"/>
                    <a:pt x="157" y="3"/>
                  </a:cubicBezTo>
                  <a:cubicBezTo>
                    <a:pt x="150" y="1"/>
                    <a:pt x="14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3" name="Google Shape;21693;p66"/>
            <p:cNvSpPr/>
            <p:nvPr/>
          </p:nvSpPr>
          <p:spPr>
            <a:xfrm>
              <a:off x="3942350" y="2816650"/>
              <a:ext cx="6000" cy="6500"/>
            </a:xfrm>
            <a:custGeom>
              <a:avLst/>
              <a:gdLst/>
              <a:ahLst/>
              <a:cxnLst/>
              <a:rect l="l" t="t" r="r" b="b"/>
              <a:pathLst>
                <a:path w="240" h="260" extrusionOk="0">
                  <a:moveTo>
                    <a:pt x="153" y="1"/>
                  </a:moveTo>
                  <a:cubicBezTo>
                    <a:pt x="87" y="1"/>
                    <a:pt x="34" y="34"/>
                    <a:pt x="17" y="120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96" y="258"/>
                    <a:pt x="104" y="259"/>
                    <a:pt x="112" y="259"/>
                  </a:cubicBezTo>
                  <a:cubicBezTo>
                    <a:pt x="167" y="259"/>
                    <a:pt x="209" y="214"/>
                    <a:pt x="223" y="153"/>
                  </a:cubicBezTo>
                  <a:cubicBezTo>
                    <a:pt x="240" y="120"/>
                    <a:pt x="240" y="87"/>
                    <a:pt x="223" y="50"/>
                  </a:cubicBezTo>
                  <a:cubicBezTo>
                    <a:pt x="207" y="50"/>
                    <a:pt x="207" y="34"/>
                    <a:pt x="207" y="34"/>
                  </a:cubicBezTo>
                  <a:cubicBezTo>
                    <a:pt x="190" y="17"/>
                    <a:pt x="174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4" name="Google Shape;21694;p66"/>
            <p:cNvSpPr/>
            <p:nvPr/>
          </p:nvSpPr>
          <p:spPr>
            <a:xfrm>
              <a:off x="3927725" y="2813250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5" y="1"/>
                  </a:moveTo>
                  <a:cubicBezTo>
                    <a:pt x="101" y="1"/>
                    <a:pt x="66" y="19"/>
                    <a:pt x="37" y="50"/>
                  </a:cubicBezTo>
                  <a:cubicBezTo>
                    <a:pt x="0" y="99"/>
                    <a:pt x="0" y="186"/>
                    <a:pt x="37" y="240"/>
                  </a:cubicBezTo>
                  <a:cubicBezTo>
                    <a:pt x="57" y="253"/>
                    <a:pt x="81" y="261"/>
                    <a:pt x="105" y="261"/>
                  </a:cubicBezTo>
                  <a:cubicBezTo>
                    <a:pt x="140" y="261"/>
                    <a:pt x="177" y="244"/>
                    <a:pt x="206" y="203"/>
                  </a:cubicBezTo>
                  <a:cubicBezTo>
                    <a:pt x="243" y="153"/>
                    <a:pt x="243" y="83"/>
                    <a:pt x="206" y="33"/>
                  </a:cubicBezTo>
                  <a:cubicBezTo>
                    <a:pt x="185" y="11"/>
                    <a:pt x="161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5" name="Google Shape;21695;p66"/>
            <p:cNvSpPr/>
            <p:nvPr/>
          </p:nvSpPr>
          <p:spPr>
            <a:xfrm>
              <a:off x="3927725" y="2752325"/>
              <a:ext cx="6100" cy="6625"/>
            </a:xfrm>
            <a:custGeom>
              <a:avLst/>
              <a:gdLst/>
              <a:ahLst/>
              <a:cxnLst/>
              <a:rect l="l" t="t" r="r" b="b"/>
              <a:pathLst>
                <a:path w="244" h="265" extrusionOk="0">
                  <a:moveTo>
                    <a:pt x="136" y="1"/>
                  </a:moveTo>
                  <a:cubicBezTo>
                    <a:pt x="121" y="1"/>
                    <a:pt x="103" y="5"/>
                    <a:pt x="87" y="13"/>
                  </a:cubicBezTo>
                  <a:cubicBezTo>
                    <a:pt x="37" y="46"/>
                    <a:pt x="0" y="116"/>
                    <a:pt x="17" y="186"/>
                  </a:cubicBezTo>
                  <a:cubicBezTo>
                    <a:pt x="17" y="219"/>
                    <a:pt x="37" y="236"/>
                    <a:pt x="70" y="252"/>
                  </a:cubicBezTo>
                  <a:cubicBezTo>
                    <a:pt x="79" y="261"/>
                    <a:pt x="91" y="265"/>
                    <a:pt x="106" y="265"/>
                  </a:cubicBezTo>
                  <a:cubicBezTo>
                    <a:pt x="121" y="265"/>
                    <a:pt x="138" y="261"/>
                    <a:pt x="157" y="252"/>
                  </a:cubicBezTo>
                  <a:cubicBezTo>
                    <a:pt x="190" y="236"/>
                    <a:pt x="206" y="219"/>
                    <a:pt x="223" y="186"/>
                  </a:cubicBezTo>
                  <a:cubicBezTo>
                    <a:pt x="243" y="149"/>
                    <a:pt x="243" y="116"/>
                    <a:pt x="223" y="83"/>
                  </a:cubicBezTo>
                  <a:cubicBezTo>
                    <a:pt x="223" y="63"/>
                    <a:pt x="223" y="46"/>
                    <a:pt x="206" y="30"/>
                  </a:cubicBezTo>
                  <a:cubicBezTo>
                    <a:pt x="190" y="30"/>
                    <a:pt x="190" y="30"/>
                    <a:pt x="173" y="13"/>
                  </a:cubicBezTo>
                  <a:cubicBezTo>
                    <a:pt x="165" y="5"/>
                    <a:pt x="152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6" name="Google Shape;21696;p66"/>
            <p:cNvSpPr/>
            <p:nvPr/>
          </p:nvSpPr>
          <p:spPr>
            <a:xfrm>
              <a:off x="3929875" y="2829875"/>
              <a:ext cx="5600" cy="6475"/>
            </a:xfrm>
            <a:custGeom>
              <a:avLst/>
              <a:gdLst/>
              <a:ahLst/>
              <a:cxnLst/>
              <a:rect l="l" t="t" r="r" b="b"/>
              <a:pathLst>
                <a:path w="224" h="259" extrusionOk="0">
                  <a:moveTo>
                    <a:pt x="117" y="0"/>
                  </a:moveTo>
                  <a:cubicBezTo>
                    <a:pt x="70" y="0"/>
                    <a:pt x="15" y="46"/>
                    <a:pt x="1" y="106"/>
                  </a:cubicBezTo>
                  <a:cubicBezTo>
                    <a:pt x="1" y="139"/>
                    <a:pt x="1" y="177"/>
                    <a:pt x="17" y="210"/>
                  </a:cubicBezTo>
                  <a:cubicBezTo>
                    <a:pt x="34" y="226"/>
                    <a:pt x="54" y="243"/>
                    <a:pt x="87" y="259"/>
                  </a:cubicBezTo>
                  <a:cubicBezTo>
                    <a:pt x="137" y="259"/>
                    <a:pt x="207" y="226"/>
                    <a:pt x="223" y="139"/>
                  </a:cubicBezTo>
                  <a:cubicBezTo>
                    <a:pt x="223" y="123"/>
                    <a:pt x="223" y="90"/>
                    <a:pt x="207" y="53"/>
                  </a:cubicBezTo>
                  <a:cubicBezTo>
                    <a:pt x="207" y="36"/>
                    <a:pt x="207" y="36"/>
                    <a:pt x="190" y="36"/>
                  </a:cubicBezTo>
                  <a:cubicBezTo>
                    <a:pt x="174" y="20"/>
                    <a:pt x="157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7" name="Google Shape;21697;p66"/>
            <p:cNvSpPr/>
            <p:nvPr/>
          </p:nvSpPr>
          <p:spPr>
            <a:xfrm>
              <a:off x="3932875" y="2767550"/>
              <a:ext cx="6100" cy="6425"/>
            </a:xfrm>
            <a:custGeom>
              <a:avLst/>
              <a:gdLst/>
              <a:ahLst/>
              <a:cxnLst/>
              <a:rect l="l" t="t" r="r" b="b"/>
              <a:pathLst>
                <a:path w="244" h="257" extrusionOk="0">
                  <a:moveTo>
                    <a:pt x="134" y="1"/>
                  </a:moveTo>
                  <a:cubicBezTo>
                    <a:pt x="102" y="1"/>
                    <a:pt x="66" y="17"/>
                    <a:pt x="37" y="56"/>
                  </a:cubicBezTo>
                  <a:cubicBezTo>
                    <a:pt x="17" y="72"/>
                    <a:pt x="17" y="93"/>
                    <a:pt x="17" y="109"/>
                  </a:cubicBezTo>
                  <a:cubicBezTo>
                    <a:pt x="0" y="142"/>
                    <a:pt x="0" y="196"/>
                    <a:pt x="37" y="229"/>
                  </a:cubicBezTo>
                  <a:cubicBezTo>
                    <a:pt x="57" y="248"/>
                    <a:pt x="82" y="256"/>
                    <a:pt x="107" y="256"/>
                  </a:cubicBezTo>
                  <a:cubicBezTo>
                    <a:pt x="124" y="256"/>
                    <a:pt x="142" y="252"/>
                    <a:pt x="157" y="245"/>
                  </a:cubicBezTo>
                  <a:cubicBezTo>
                    <a:pt x="173" y="245"/>
                    <a:pt x="190" y="229"/>
                    <a:pt x="190" y="212"/>
                  </a:cubicBezTo>
                  <a:cubicBezTo>
                    <a:pt x="244" y="159"/>
                    <a:pt x="244" y="72"/>
                    <a:pt x="190" y="23"/>
                  </a:cubicBezTo>
                  <a:cubicBezTo>
                    <a:pt x="176" y="9"/>
                    <a:pt x="156" y="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8" name="Google Shape;21698;p66"/>
            <p:cNvSpPr/>
            <p:nvPr/>
          </p:nvSpPr>
          <p:spPr>
            <a:xfrm>
              <a:off x="3947100" y="277132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3"/>
                    <a:pt x="50" y="24"/>
                  </a:cubicBezTo>
                  <a:cubicBezTo>
                    <a:pt x="33" y="45"/>
                    <a:pt x="17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0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45"/>
                  </a:cubicBezTo>
                  <a:lnTo>
                    <a:pt x="190" y="24"/>
                  </a:ln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8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9" name="Google Shape;21699;p66"/>
            <p:cNvSpPr/>
            <p:nvPr/>
          </p:nvSpPr>
          <p:spPr>
            <a:xfrm>
              <a:off x="3939375" y="274057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53" y="1"/>
                  </a:moveTo>
                  <a:cubicBezTo>
                    <a:pt x="87" y="1"/>
                    <a:pt x="33" y="54"/>
                    <a:pt x="17" y="120"/>
                  </a:cubicBezTo>
                  <a:cubicBezTo>
                    <a:pt x="0" y="158"/>
                    <a:pt x="0" y="190"/>
                    <a:pt x="17" y="207"/>
                  </a:cubicBezTo>
                  <a:cubicBezTo>
                    <a:pt x="33" y="244"/>
                    <a:pt x="66" y="261"/>
                    <a:pt x="87" y="261"/>
                  </a:cubicBezTo>
                  <a:cubicBezTo>
                    <a:pt x="120" y="261"/>
                    <a:pt x="153" y="261"/>
                    <a:pt x="169" y="244"/>
                  </a:cubicBezTo>
                  <a:cubicBezTo>
                    <a:pt x="206" y="207"/>
                    <a:pt x="223" y="190"/>
                    <a:pt x="223" y="158"/>
                  </a:cubicBezTo>
                  <a:cubicBezTo>
                    <a:pt x="239" y="120"/>
                    <a:pt x="239" y="87"/>
                    <a:pt x="223" y="54"/>
                  </a:cubicBezTo>
                  <a:cubicBezTo>
                    <a:pt x="206" y="54"/>
                    <a:pt x="206" y="38"/>
                    <a:pt x="206" y="38"/>
                  </a:cubicBezTo>
                  <a:cubicBezTo>
                    <a:pt x="190" y="17"/>
                    <a:pt x="16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0" name="Google Shape;21700;p66"/>
            <p:cNvSpPr/>
            <p:nvPr/>
          </p:nvSpPr>
          <p:spPr>
            <a:xfrm>
              <a:off x="3934625" y="2784500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39" y="0"/>
                  </a:moveTo>
                  <a:cubicBezTo>
                    <a:pt x="124" y="0"/>
                    <a:pt x="112" y="4"/>
                    <a:pt x="103" y="13"/>
                  </a:cubicBezTo>
                  <a:cubicBezTo>
                    <a:pt x="33" y="33"/>
                    <a:pt x="0" y="99"/>
                    <a:pt x="17" y="169"/>
                  </a:cubicBezTo>
                  <a:cubicBezTo>
                    <a:pt x="33" y="202"/>
                    <a:pt x="50" y="239"/>
                    <a:pt x="71" y="239"/>
                  </a:cubicBezTo>
                  <a:cubicBezTo>
                    <a:pt x="87" y="248"/>
                    <a:pt x="103" y="252"/>
                    <a:pt x="118" y="252"/>
                  </a:cubicBezTo>
                  <a:cubicBezTo>
                    <a:pt x="132" y="252"/>
                    <a:pt x="145" y="248"/>
                    <a:pt x="153" y="239"/>
                  </a:cubicBezTo>
                  <a:cubicBezTo>
                    <a:pt x="190" y="239"/>
                    <a:pt x="207" y="202"/>
                    <a:pt x="223" y="169"/>
                  </a:cubicBezTo>
                  <a:cubicBezTo>
                    <a:pt x="240" y="153"/>
                    <a:pt x="240" y="116"/>
                    <a:pt x="240" y="83"/>
                  </a:cubicBezTo>
                  <a:cubicBezTo>
                    <a:pt x="223" y="66"/>
                    <a:pt x="223" y="33"/>
                    <a:pt x="207" y="33"/>
                  </a:cubicBezTo>
                  <a:cubicBezTo>
                    <a:pt x="207" y="13"/>
                    <a:pt x="190" y="13"/>
                    <a:pt x="190" y="13"/>
                  </a:cubicBezTo>
                  <a:cubicBezTo>
                    <a:pt x="172" y="4"/>
                    <a:pt x="154" y="0"/>
                    <a:pt x="1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1" name="Google Shape;21701;p66"/>
            <p:cNvSpPr/>
            <p:nvPr/>
          </p:nvSpPr>
          <p:spPr>
            <a:xfrm>
              <a:off x="4040275" y="2741925"/>
              <a:ext cx="5600" cy="6000"/>
            </a:xfrm>
            <a:custGeom>
              <a:avLst/>
              <a:gdLst/>
              <a:ahLst/>
              <a:cxnLst/>
              <a:rect l="l" t="t" r="r" b="b"/>
              <a:pathLst>
                <a:path w="224" h="240" extrusionOk="0">
                  <a:moveTo>
                    <a:pt x="190" y="0"/>
                  </a:moveTo>
                  <a:cubicBezTo>
                    <a:pt x="174" y="0"/>
                    <a:pt x="153" y="17"/>
                    <a:pt x="136" y="17"/>
                  </a:cubicBezTo>
                  <a:cubicBezTo>
                    <a:pt x="87" y="33"/>
                    <a:pt x="50" y="50"/>
                    <a:pt x="17" y="50"/>
                  </a:cubicBezTo>
                  <a:cubicBezTo>
                    <a:pt x="0" y="66"/>
                    <a:pt x="0" y="66"/>
                    <a:pt x="0" y="87"/>
                  </a:cubicBezTo>
                  <a:cubicBezTo>
                    <a:pt x="0" y="120"/>
                    <a:pt x="0" y="153"/>
                    <a:pt x="17" y="190"/>
                  </a:cubicBezTo>
                  <a:cubicBezTo>
                    <a:pt x="33" y="207"/>
                    <a:pt x="50" y="223"/>
                    <a:pt x="87" y="240"/>
                  </a:cubicBezTo>
                  <a:cubicBezTo>
                    <a:pt x="136" y="240"/>
                    <a:pt x="207" y="190"/>
                    <a:pt x="223" y="120"/>
                  </a:cubicBezTo>
                  <a:cubicBezTo>
                    <a:pt x="223" y="87"/>
                    <a:pt x="223" y="50"/>
                    <a:pt x="207" y="33"/>
                  </a:cubicBezTo>
                  <a:cubicBezTo>
                    <a:pt x="207" y="17"/>
                    <a:pt x="207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2" name="Google Shape;21702;p66"/>
            <p:cNvSpPr/>
            <p:nvPr/>
          </p:nvSpPr>
          <p:spPr>
            <a:xfrm>
              <a:off x="4201775" y="2833050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4" y="0"/>
                  </a:moveTo>
                  <a:cubicBezTo>
                    <a:pt x="120" y="0"/>
                    <a:pt x="102" y="4"/>
                    <a:pt x="83" y="12"/>
                  </a:cubicBezTo>
                  <a:cubicBezTo>
                    <a:pt x="67" y="12"/>
                    <a:pt x="34" y="50"/>
                    <a:pt x="17" y="83"/>
                  </a:cubicBezTo>
                  <a:cubicBezTo>
                    <a:pt x="17" y="99"/>
                    <a:pt x="1" y="132"/>
                    <a:pt x="17" y="169"/>
                  </a:cubicBezTo>
                  <a:cubicBezTo>
                    <a:pt x="17" y="202"/>
                    <a:pt x="34" y="235"/>
                    <a:pt x="67" y="235"/>
                  </a:cubicBezTo>
                  <a:cubicBezTo>
                    <a:pt x="83" y="256"/>
                    <a:pt x="121" y="256"/>
                    <a:pt x="154" y="256"/>
                  </a:cubicBezTo>
                  <a:cubicBezTo>
                    <a:pt x="207" y="219"/>
                    <a:pt x="240" y="153"/>
                    <a:pt x="224" y="83"/>
                  </a:cubicBezTo>
                  <a:cubicBezTo>
                    <a:pt x="224" y="66"/>
                    <a:pt x="224" y="50"/>
                    <a:pt x="207" y="29"/>
                  </a:cubicBezTo>
                  <a:cubicBezTo>
                    <a:pt x="187" y="12"/>
                    <a:pt x="187" y="12"/>
                    <a:pt x="170" y="12"/>
                  </a:cubicBezTo>
                  <a:cubicBezTo>
                    <a:pt x="162" y="4"/>
                    <a:pt x="14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3" name="Google Shape;21703;p66"/>
            <p:cNvSpPr/>
            <p:nvPr/>
          </p:nvSpPr>
          <p:spPr>
            <a:xfrm>
              <a:off x="4104700" y="2827875"/>
              <a:ext cx="6000" cy="6325"/>
            </a:xfrm>
            <a:custGeom>
              <a:avLst/>
              <a:gdLst/>
              <a:ahLst/>
              <a:cxnLst/>
              <a:rect l="l" t="t" r="r" b="b"/>
              <a:pathLst>
                <a:path w="240" h="253" extrusionOk="0">
                  <a:moveTo>
                    <a:pt x="132" y="0"/>
                  </a:moveTo>
                  <a:cubicBezTo>
                    <a:pt x="100" y="0"/>
                    <a:pt x="65" y="19"/>
                    <a:pt x="33" y="50"/>
                  </a:cubicBezTo>
                  <a:cubicBezTo>
                    <a:pt x="0" y="100"/>
                    <a:pt x="0" y="186"/>
                    <a:pt x="33" y="219"/>
                  </a:cubicBezTo>
                  <a:cubicBezTo>
                    <a:pt x="56" y="242"/>
                    <a:pt x="81" y="252"/>
                    <a:pt x="106" y="252"/>
                  </a:cubicBezTo>
                  <a:cubicBezTo>
                    <a:pt x="141" y="252"/>
                    <a:pt x="176" y="234"/>
                    <a:pt x="206" y="203"/>
                  </a:cubicBezTo>
                  <a:cubicBezTo>
                    <a:pt x="239" y="153"/>
                    <a:pt x="239" y="67"/>
                    <a:pt x="190" y="30"/>
                  </a:cubicBezTo>
                  <a:cubicBezTo>
                    <a:pt x="175" y="9"/>
                    <a:pt x="154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4" name="Google Shape;21704;p66"/>
            <p:cNvSpPr/>
            <p:nvPr/>
          </p:nvSpPr>
          <p:spPr>
            <a:xfrm>
              <a:off x="4099125" y="2812400"/>
              <a:ext cx="6425" cy="6600"/>
            </a:xfrm>
            <a:custGeom>
              <a:avLst/>
              <a:gdLst/>
              <a:ahLst/>
              <a:cxnLst/>
              <a:rect l="l" t="t" r="r" b="b"/>
              <a:pathLst>
                <a:path w="257" h="264" extrusionOk="0">
                  <a:moveTo>
                    <a:pt x="144" y="1"/>
                  </a:moveTo>
                  <a:cubicBezTo>
                    <a:pt x="109" y="1"/>
                    <a:pt x="72" y="19"/>
                    <a:pt x="50" y="51"/>
                  </a:cubicBezTo>
                  <a:cubicBezTo>
                    <a:pt x="1" y="100"/>
                    <a:pt x="1" y="187"/>
                    <a:pt x="50" y="237"/>
                  </a:cubicBezTo>
                  <a:cubicBezTo>
                    <a:pt x="67" y="237"/>
                    <a:pt x="87" y="257"/>
                    <a:pt x="104" y="257"/>
                  </a:cubicBezTo>
                  <a:cubicBezTo>
                    <a:pt x="112" y="261"/>
                    <a:pt x="121" y="263"/>
                    <a:pt x="131" y="263"/>
                  </a:cubicBezTo>
                  <a:cubicBezTo>
                    <a:pt x="161" y="263"/>
                    <a:pt x="194" y="244"/>
                    <a:pt x="207" y="204"/>
                  </a:cubicBezTo>
                  <a:cubicBezTo>
                    <a:pt x="240" y="171"/>
                    <a:pt x="256" y="117"/>
                    <a:pt x="240" y="84"/>
                  </a:cubicBezTo>
                  <a:cubicBezTo>
                    <a:pt x="223" y="67"/>
                    <a:pt x="223" y="51"/>
                    <a:pt x="207" y="30"/>
                  </a:cubicBezTo>
                  <a:cubicBezTo>
                    <a:pt x="191" y="10"/>
                    <a:pt x="168" y="1"/>
                    <a:pt x="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5" name="Google Shape;21705;p66"/>
            <p:cNvSpPr/>
            <p:nvPr/>
          </p:nvSpPr>
          <p:spPr>
            <a:xfrm>
              <a:off x="4114600" y="2705925"/>
              <a:ext cx="6400" cy="6400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135" y="1"/>
                  </a:moveTo>
                  <a:cubicBezTo>
                    <a:pt x="102" y="1"/>
                    <a:pt x="71" y="18"/>
                    <a:pt x="49" y="47"/>
                  </a:cubicBezTo>
                  <a:cubicBezTo>
                    <a:pt x="0" y="100"/>
                    <a:pt x="0" y="187"/>
                    <a:pt x="49" y="220"/>
                  </a:cubicBezTo>
                  <a:cubicBezTo>
                    <a:pt x="67" y="243"/>
                    <a:pt x="94" y="255"/>
                    <a:pt x="121" y="255"/>
                  </a:cubicBezTo>
                  <a:cubicBezTo>
                    <a:pt x="153" y="255"/>
                    <a:pt x="186" y="239"/>
                    <a:pt x="206" y="204"/>
                  </a:cubicBezTo>
                  <a:cubicBezTo>
                    <a:pt x="256" y="150"/>
                    <a:pt x="256" y="63"/>
                    <a:pt x="206" y="30"/>
                  </a:cubicBezTo>
                  <a:cubicBezTo>
                    <a:pt x="184" y="10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6" name="Google Shape;21706;p66"/>
            <p:cNvSpPr/>
            <p:nvPr/>
          </p:nvSpPr>
          <p:spPr>
            <a:xfrm>
              <a:off x="4101700" y="272247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34" y="0"/>
                  </a:moveTo>
                  <a:cubicBezTo>
                    <a:pt x="87" y="0"/>
                    <a:pt x="32" y="49"/>
                    <a:pt x="17" y="106"/>
                  </a:cubicBezTo>
                  <a:cubicBezTo>
                    <a:pt x="1" y="176"/>
                    <a:pt x="34" y="247"/>
                    <a:pt x="104" y="263"/>
                  </a:cubicBezTo>
                  <a:cubicBezTo>
                    <a:pt x="137" y="263"/>
                    <a:pt x="153" y="247"/>
                    <a:pt x="190" y="226"/>
                  </a:cubicBezTo>
                  <a:cubicBezTo>
                    <a:pt x="223" y="209"/>
                    <a:pt x="240" y="176"/>
                    <a:pt x="240" y="144"/>
                  </a:cubicBezTo>
                  <a:cubicBezTo>
                    <a:pt x="240" y="106"/>
                    <a:pt x="240" y="73"/>
                    <a:pt x="223" y="57"/>
                  </a:cubicBezTo>
                  <a:cubicBezTo>
                    <a:pt x="223" y="40"/>
                    <a:pt x="223" y="40"/>
                    <a:pt x="207" y="20"/>
                  </a:cubicBezTo>
                  <a:cubicBezTo>
                    <a:pt x="190" y="20"/>
                    <a:pt x="170" y="3"/>
                    <a:pt x="153" y="3"/>
                  </a:cubicBezTo>
                  <a:cubicBezTo>
                    <a:pt x="147" y="1"/>
                    <a:pt x="141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7" name="Google Shape;21707;p66"/>
            <p:cNvSpPr/>
            <p:nvPr/>
          </p:nvSpPr>
          <p:spPr>
            <a:xfrm>
              <a:off x="4110675" y="2737600"/>
              <a:ext cx="6525" cy="6375"/>
            </a:xfrm>
            <a:custGeom>
              <a:avLst/>
              <a:gdLst/>
              <a:ahLst/>
              <a:cxnLst/>
              <a:rect l="l" t="t" r="r" b="b"/>
              <a:pathLst>
                <a:path w="261" h="255" extrusionOk="0">
                  <a:moveTo>
                    <a:pt x="103" y="0"/>
                  </a:moveTo>
                  <a:cubicBezTo>
                    <a:pt x="37" y="33"/>
                    <a:pt x="0" y="103"/>
                    <a:pt x="17" y="173"/>
                  </a:cubicBezTo>
                  <a:cubicBezTo>
                    <a:pt x="17" y="206"/>
                    <a:pt x="37" y="223"/>
                    <a:pt x="70" y="239"/>
                  </a:cubicBezTo>
                  <a:cubicBezTo>
                    <a:pt x="87" y="250"/>
                    <a:pt x="99" y="255"/>
                    <a:pt x="112" y="255"/>
                  </a:cubicBezTo>
                  <a:cubicBezTo>
                    <a:pt x="125" y="255"/>
                    <a:pt x="138" y="250"/>
                    <a:pt x="157" y="239"/>
                  </a:cubicBezTo>
                  <a:cubicBezTo>
                    <a:pt x="223" y="223"/>
                    <a:pt x="260" y="136"/>
                    <a:pt x="244" y="87"/>
                  </a:cubicBezTo>
                  <a:cubicBezTo>
                    <a:pt x="223" y="54"/>
                    <a:pt x="223" y="33"/>
                    <a:pt x="206" y="33"/>
                  </a:cubicBezTo>
                  <a:lnTo>
                    <a:pt x="190" y="17"/>
                  </a:lnTo>
                  <a:cubicBezTo>
                    <a:pt x="157" y="0"/>
                    <a:pt x="120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8" name="Google Shape;21708;p66"/>
            <p:cNvSpPr/>
            <p:nvPr/>
          </p:nvSpPr>
          <p:spPr>
            <a:xfrm>
              <a:off x="4106850" y="2783575"/>
              <a:ext cx="6000" cy="6300"/>
            </a:xfrm>
            <a:custGeom>
              <a:avLst/>
              <a:gdLst/>
              <a:ahLst/>
              <a:cxnLst/>
              <a:rect l="l" t="t" r="r" b="b"/>
              <a:pathLst>
                <a:path w="240" h="252" extrusionOk="0">
                  <a:moveTo>
                    <a:pt x="104" y="0"/>
                  </a:moveTo>
                  <a:cubicBezTo>
                    <a:pt x="34" y="33"/>
                    <a:pt x="1" y="103"/>
                    <a:pt x="17" y="173"/>
                  </a:cubicBezTo>
                  <a:cubicBezTo>
                    <a:pt x="17" y="206"/>
                    <a:pt x="50" y="223"/>
                    <a:pt x="67" y="239"/>
                  </a:cubicBezTo>
                  <a:cubicBezTo>
                    <a:pt x="85" y="247"/>
                    <a:pt x="99" y="252"/>
                    <a:pt x="112" y="252"/>
                  </a:cubicBezTo>
                  <a:cubicBezTo>
                    <a:pt x="124" y="252"/>
                    <a:pt x="137" y="247"/>
                    <a:pt x="153" y="239"/>
                  </a:cubicBezTo>
                  <a:cubicBezTo>
                    <a:pt x="190" y="223"/>
                    <a:pt x="207" y="206"/>
                    <a:pt x="223" y="173"/>
                  </a:cubicBezTo>
                  <a:cubicBezTo>
                    <a:pt x="240" y="136"/>
                    <a:pt x="240" y="103"/>
                    <a:pt x="240" y="70"/>
                  </a:cubicBezTo>
                  <a:cubicBezTo>
                    <a:pt x="223" y="50"/>
                    <a:pt x="223" y="33"/>
                    <a:pt x="207" y="17"/>
                  </a:cubicBezTo>
                  <a:cubicBezTo>
                    <a:pt x="207" y="17"/>
                    <a:pt x="190" y="17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9" name="Google Shape;21709;p66"/>
            <p:cNvSpPr/>
            <p:nvPr/>
          </p:nvSpPr>
          <p:spPr>
            <a:xfrm>
              <a:off x="4063050" y="2730700"/>
              <a:ext cx="5600" cy="6100"/>
            </a:xfrm>
            <a:custGeom>
              <a:avLst/>
              <a:gdLst/>
              <a:ahLst/>
              <a:cxnLst/>
              <a:rect l="l" t="t" r="r" b="b"/>
              <a:pathLst>
                <a:path w="224" h="244" extrusionOk="0">
                  <a:moveTo>
                    <a:pt x="190" y="0"/>
                  </a:moveTo>
                  <a:cubicBezTo>
                    <a:pt x="120" y="54"/>
                    <a:pt x="50" y="87"/>
                    <a:pt x="1" y="124"/>
                  </a:cubicBezTo>
                  <a:cubicBezTo>
                    <a:pt x="1" y="157"/>
                    <a:pt x="1" y="190"/>
                    <a:pt x="34" y="206"/>
                  </a:cubicBezTo>
                  <a:cubicBezTo>
                    <a:pt x="34" y="227"/>
                    <a:pt x="50" y="227"/>
                    <a:pt x="67" y="243"/>
                  </a:cubicBezTo>
                  <a:cubicBezTo>
                    <a:pt x="104" y="243"/>
                    <a:pt x="153" y="227"/>
                    <a:pt x="190" y="190"/>
                  </a:cubicBezTo>
                  <a:cubicBezTo>
                    <a:pt x="223" y="157"/>
                    <a:pt x="223" y="103"/>
                    <a:pt x="207" y="54"/>
                  </a:cubicBezTo>
                  <a:cubicBezTo>
                    <a:pt x="207" y="37"/>
                    <a:pt x="207" y="21"/>
                    <a:pt x="1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0" name="Google Shape;21710;p66"/>
            <p:cNvSpPr/>
            <p:nvPr/>
          </p:nvSpPr>
          <p:spPr>
            <a:xfrm>
              <a:off x="4119750" y="2786650"/>
              <a:ext cx="6000" cy="6575"/>
            </a:xfrm>
            <a:custGeom>
              <a:avLst/>
              <a:gdLst/>
              <a:ahLst/>
              <a:cxnLst/>
              <a:rect l="l" t="t" r="r" b="b"/>
              <a:pathLst>
                <a:path w="240" h="263" extrusionOk="0">
                  <a:moveTo>
                    <a:pt x="137" y="0"/>
                  </a:moveTo>
                  <a:cubicBezTo>
                    <a:pt x="103" y="0"/>
                    <a:pt x="71" y="19"/>
                    <a:pt x="50" y="50"/>
                  </a:cubicBezTo>
                  <a:cubicBezTo>
                    <a:pt x="0" y="100"/>
                    <a:pt x="0" y="186"/>
                    <a:pt x="50" y="236"/>
                  </a:cubicBezTo>
                  <a:cubicBezTo>
                    <a:pt x="50" y="236"/>
                    <a:pt x="66" y="256"/>
                    <a:pt x="87" y="256"/>
                  </a:cubicBezTo>
                  <a:cubicBezTo>
                    <a:pt x="95" y="260"/>
                    <a:pt x="104" y="263"/>
                    <a:pt x="114" y="263"/>
                  </a:cubicBezTo>
                  <a:cubicBezTo>
                    <a:pt x="143" y="263"/>
                    <a:pt x="178" y="243"/>
                    <a:pt x="206" y="203"/>
                  </a:cubicBezTo>
                  <a:cubicBezTo>
                    <a:pt x="239" y="170"/>
                    <a:pt x="239" y="116"/>
                    <a:pt x="223" y="83"/>
                  </a:cubicBezTo>
                  <a:cubicBezTo>
                    <a:pt x="223" y="67"/>
                    <a:pt x="223" y="50"/>
                    <a:pt x="206" y="30"/>
                  </a:cubicBezTo>
                  <a:cubicBezTo>
                    <a:pt x="184" y="9"/>
                    <a:pt x="160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1" name="Google Shape;21711;p66"/>
            <p:cNvSpPr/>
            <p:nvPr/>
          </p:nvSpPr>
          <p:spPr>
            <a:xfrm>
              <a:off x="4101300" y="2707500"/>
              <a:ext cx="5575" cy="5700"/>
            </a:xfrm>
            <a:custGeom>
              <a:avLst/>
              <a:gdLst/>
              <a:ahLst/>
              <a:cxnLst/>
              <a:rect l="l" t="t" r="r" b="b"/>
              <a:pathLst>
                <a:path w="223" h="228" extrusionOk="0">
                  <a:moveTo>
                    <a:pt x="186" y="0"/>
                  </a:moveTo>
                  <a:cubicBezTo>
                    <a:pt x="120" y="37"/>
                    <a:pt x="50" y="70"/>
                    <a:pt x="0" y="103"/>
                  </a:cubicBezTo>
                  <a:lnTo>
                    <a:pt x="0" y="174"/>
                  </a:lnTo>
                  <a:cubicBezTo>
                    <a:pt x="17" y="190"/>
                    <a:pt x="50" y="207"/>
                    <a:pt x="66" y="227"/>
                  </a:cubicBezTo>
                  <a:cubicBezTo>
                    <a:pt x="136" y="227"/>
                    <a:pt x="206" y="190"/>
                    <a:pt x="223" y="103"/>
                  </a:cubicBezTo>
                  <a:cubicBezTo>
                    <a:pt x="223" y="87"/>
                    <a:pt x="223" y="54"/>
                    <a:pt x="206" y="21"/>
                  </a:cubicBezTo>
                  <a:lnTo>
                    <a:pt x="1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2" name="Google Shape;21712;p66"/>
            <p:cNvSpPr/>
            <p:nvPr/>
          </p:nvSpPr>
          <p:spPr>
            <a:xfrm>
              <a:off x="4099125" y="275090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37" y="0"/>
                  </a:moveTo>
                  <a:cubicBezTo>
                    <a:pt x="87" y="0"/>
                    <a:pt x="17" y="37"/>
                    <a:pt x="1" y="120"/>
                  </a:cubicBezTo>
                  <a:cubicBezTo>
                    <a:pt x="1" y="157"/>
                    <a:pt x="1" y="173"/>
                    <a:pt x="17" y="206"/>
                  </a:cubicBezTo>
                  <a:cubicBezTo>
                    <a:pt x="34" y="243"/>
                    <a:pt x="50" y="260"/>
                    <a:pt x="87" y="260"/>
                  </a:cubicBezTo>
                  <a:cubicBezTo>
                    <a:pt x="120" y="260"/>
                    <a:pt x="153" y="260"/>
                    <a:pt x="170" y="243"/>
                  </a:cubicBezTo>
                  <a:cubicBezTo>
                    <a:pt x="207" y="206"/>
                    <a:pt x="223" y="190"/>
                    <a:pt x="223" y="157"/>
                  </a:cubicBezTo>
                  <a:cubicBezTo>
                    <a:pt x="223" y="120"/>
                    <a:pt x="223" y="87"/>
                    <a:pt x="207" y="54"/>
                  </a:cubicBezTo>
                  <a:cubicBezTo>
                    <a:pt x="207" y="54"/>
                    <a:pt x="207" y="37"/>
                    <a:pt x="190" y="37"/>
                  </a:cubicBezTo>
                  <a:cubicBezTo>
                    <a:pt x="170" y="17"/>
                    <a:pt x="153" y="0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3" name="Google Shape;21713;p66"/>
            <p:cNvSpPr/>
            <p:nvPr/>
          </p:nvSpPr>
          <p:spPr>
            <a:xfrm>
              <a:off x="3937200" y="2846575"/>
              <a:ext cx="6000" cy="4000"/>
            </a:xfrm>
            <a:custGeom>
              <a:avLst/>
              <a:gdLst/>
              <a:ahLst/>
              <a:cxnLst/>
              <a:rect l="l" t="t" r="r" b="b"/>
              <a:pathLst>
                <a:path w="240" h="160" extrusionOk="0">
                  <a:moveTo>
                    <a:pt x="117" y="0"/>
                  </a:moveTo>
                  <a:cubicBezTo>
                    <a:pt x="71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40" y="127"/>
                    <a:pt x="223" y="90"/>
                    <a:pt x="223" y="57"/>
                  </a:cubicBezTo>
                  <a:cubicBezTo>
                    <a:pt x="207" y="40"/>
                    <a:pt x="207" y="40"/>
                    <a:pt x="190" y="40"/>
                  </a:cubicBezTo>
                  <a:cubicBezTo>
                    <a:pt x="190" y="24"/>
                    <a:pt x="174" y="3"/>
                    <a:pt x="137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4" name="Google Shape;21714;p66"/>
            <p:cNvSpPr/>
            <p:nvPr/>
          </p:nvSpPr>
          <p:spPr>
            <a:xfrm>
              <a:off x="4097375" y="2797675"/>
              <a:ext cx="5600" cy="6600"/>
            </a:xfrm>
            <a:custGeom>
              <a:avLst/>
              <a:gdLst/>
              <a:ahLst/>
              <a:cxnLst/>
              <a:rect l="l" t="t" r="r" b="b"/>
              <a:pathLst>
                <a:path w="224" h="264" extrusionOk="0">
                  <a:moveTo>
                    <a:pt x="137" y="1"/>
                  </a:moveTo>
                  <a:cubicBezTo>
                    <a:pt x="104" y="1"/>
                    <a:pt x="87" y="1"/>
                    <a:pt x="54" y="38"/>
                  </a:cubicBezTo>
                  <a:cubicBezTo>
                    <a:pt x="33" y="55"/>
                    <a:pt x="17" y="88"/>
                    <a:pt x="0" y="125"/>
                  </a:cubicBezTo>
                  <a:cubicBezTo>
                    <a:pt x="0" y="141"/>
                    <a:pt x="0" y="174"/>
                    <a:pt x="17" y="207"/>
                  </a:cubicBezTo>
                  <a:cubicBezTo>
                    <a:pt x="33" y="244"/>
                    <a:pt x="54" y="261"/>
                    <a:pt x="87" y="261"/>
                  </a:cubicBezTo>
                  <a:cubicBezTo>
                    <a:pt x="94" y="263"/>
                    <a:pt x="100" y="264"/>
                    <a:pt x="107" y="264"/>
                  </a:cubicBezTo>
                  <a:cubicBezTo>
                    <a:pt x="154" y="264"/>
                    <a:pt x="209" y="219"/>
                    <a:pt x="223" y="158"/>
                  </a:cubicBezTo>
                  <a:cubicBezTo>
                    <a:pt x="223" y="125"/>
                    <a:pt x="223" y="88"/>
                    <a:pt x="207" y="55"/>
                  </a:cubicBezTo>
                  <a:cubicBezTo>
                    <a:pt x="207" y="55"/>
                    <a:pt x="207" y="38"/>
                    <a:pt x="190" y="38"/>
                  </a:cubicBezTo>
                  <a:cubicBezTo>
                    <a:pt x="174" y="22"/>
                    <a:pt x="157" y="1"/>
                    <a:pt x="1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5" name="Google Shape;21715;p66"/>
            <p:cNvSpPr/>
            <p:nvPr/>
          </p:nvSpPr>
          <p:spPr>
            <a:xfrm>
              <a:off x="4106850" y="2844350"/>
              <a:ext cx="6425" cy="6225"/>
            </a:xfrm>
            <a:custGeom>
              <a:avLst/>
              <a:gdLst/>
              <a:ahLst/>
              <a:cxnLst/>
              <a:rect l="l" t="t" r="r" b="b"/>
              <a:pathLst>
                <a:path w="257" h="249" extrusionOk="0">
                  <a:moveTo>
                    <a:pt x="130" y="0"/>
                  </a:moveTo>
                  <a:cubicBezTo>
                    <a:pt x="99" y="0"/>
                    <a:pt x="71" y="14"/>
                    <a:pt x="50" y="43"/>
                  </a:cubicBezTo>
                  <a:cubicBezTo>
                    <a:pt x="1" y="92"/>
                    <a:pt x="1" y="179"/>
                    <a:pt x="50" y="232"/>
                  </a:cubicBezTo>
                  <a:cubicBezTo>
                    <a:pt x="50" y="249"/>
                    <a:pt x="67" y="249"/>
                    <a:pt x="87" y="249"/>
                  </a:cubicBezTo>
                  <a:lnTo>
                    <a:pt x="137" y="249"/>
                  </a:lnTo>
                  <a:cubicBezTo>
                    <a:pt x="153" y="249"/>
                    <a:pt x="190" y="232"/>
                    <a:pt x="207" y="216"/>
                  </a:cubicBezTo>
                  <a:cubicBezTo>
                    <a:pt x="256" y="146"/>
                    <a:pt x="256" y="76"/>
                    <a:pt x="207" y="26"/>
                  </a:cubicBezTo>
                  <a:cubicBezTo>
                    <a:pt x="183" y="9"/>
                    <a:pt x="156" y="0"/>
                    <a:pt x="1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6" name="Google Shape;21716;p66"/>
            <p:cNvSpPr/>
            <p:nvPr/>
          </p:nvSpPr>
          <p:spPr>
            <a:xfrm>
              <a:off x="4119325" y="2832200"/>
              <a:ext cx="6000" cy="6250"/>
            </a:xfrm>
            <a:custGeom>
              <a:avLst/>
              <a:gdLst/>
              <a:ahLst/>
              <a:cxnLst/>
              <a:rect l="l" t="t" r="r" b="b"/>
              <a:pathLst>
                <a:path w="240" h="250" extrusionOk="0">
                  <a:moveTo>
                    <a:pt x="134" y="0"/>
                  </a:moveTo>
                  <a:cubicBezTo>
                    <a:pt x="98" y="0"/>
                    <a:pt x="62" y="18"/>
                    <a:pt x="34" y="46"/>
                  </a:cubicBezTo>
                  <a:cubicBezTo>
                    <a:pt x="1" y="100"/>
                    <a:pt x="1" y="187"/>
                    <a:pt x="34" y="220"/>
                  </a:cubicBezTo>
                  <a:cubicBezTo>
                    <a:pt x="54" y="240"/>
                    <a:pt x="79" y="249"/>
                    <a:pt x="104" y="249"/>
                  </a:cubicBezTo>
                  <a:cubicBezTo>
                    <a:pt x="139" y="249"/>
                    <a:pt x="176" y="232"/>
                    <a:pt x="207" y="203"/>
                  </a:cubicBezTo>
                  <a:cubicBezTo>
                    <a:pt x="240" y="150"/>
                    <a:pt x="240" y="63"/>
                    <a:pt x="207" y="30"/>
                  </a:cubicBezTo>
                  <a:cubicBezTo>
                    <a:pt x="184" y="9"/>
                    <a:pt x="159" y="0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7" name="Google Shape;21717;p66"/>
            <p:cNvSpPr/>
            <p:nvPr/>
          </p:nvSpPr>
          <p:spPr>
            <a:xfrm>
              <a:off x="4101300" y="2768100"/>
              <a:ext cx="5575" cy="6525"/>
            </a:xfrm>
            <a:custGeom>
              <a:avLst/>
              <a:gdLst/>
              <a:ahLst/>
              <a:cxnLst/>
              <a:rect l="l" t="t" r="r" b="b"/>
              <a:pathLst>
                <a:path w="223" h="261" extrusionOk="0">
                  <a:moveTo>
                    <a:pt x="136" y="1"/>
                  </a:moveTo>
                  <a:cubicBezTo>
                    <a:pt x="103" y="1"/>
                    <a:pt x="83" y="1"/>
                    <a:pt x="50" y="34"/>
                  </a:cubicBezTo>
                  <a:cubicBezTo>
                    <a:pt x="33" y="50"/>
                    <a:pt x="17" y="71"/>
                    <a:pt x="0" y="104"/>
                  </a:cubicBezTo>
                  <a:cubicBezTo>
                    <a:pt x="0" y="137"/>
                    <a:pt x="0" y="174"/>
                    <a:pt x="17" y="207"/>
                  </a:cubicBezTo>
                  <a:cubicBezTo>
                    <a:pt x="33" y="240"/>
                    <a:pt x="50" y="256"/>
                    <a:pt x="83" y="256"/>
                  </a:cubicBezTo>
                  <a:cubicBezTo>
                    <a:pt x="91" y="259"/>
                    <a:pt x="99" y="261"/>
                    <a:pt x="107" y="261"/>
                  </a:cubicBezTo>
                  <a:cubicBezTo>
                    <a:pt x="156" y="261"/>
                    <a:pt x="209" y="213"/>
                    <a:pt x="223" y="153"/>
                  </a:cubicBezTo>
                  <a:cubicBezTo>
                    <a:pt x="22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86" y="34"/>
                  </a:cubicBezTo>
                  <a:cubicBezTo>
                    <a:pt x="169" y="17"/>
                    <a:pt x="153" y="1"/>
                    <a:pt x="1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8" name="Google Shape;21718;p66"/>
            <p:cNvSpPr/>
            <p:nvPr/>
          </p:nvSpPr>
          <p:spPr>
            <a:xfrm>
              <a:off x="3906700" y="2781325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6" y="0"/>
                  </a:moveTo>
                  <a:cubicBezTo>
                    <a:pt x="69" y="0"/>
                    <a:pt x="14" y="46"/>
                    <a:pt x="0" y="107"/>
                  </a:cubicBezTo>
                  <a:cubicBezTo>
                    <a:pt x="0" y="140"/>
                    <a:pt x="0" y="177"/>
                    <a:pt x="17" y="210"/>
                  </a:cubicBezTo>
                  <a:cubicBezTo>
                    <a:pt x="33" y="226"/>
                    <a:pt x="54" y="243"/>
                    <a:pt x="87" y="263"/>
                  </a:cubicBezTo>
                  <a:cubicBezTo>
                    <a:pt x="157" y="263"/>
                    <a:pt x="206" y="226"/>
                    <a:pt x="223" y="140"/>
                  </a:cubicBezTo>
                  <a:cubicBezTo>
                    <a:pt x="239" y="107"/>
                    <a:pt x="223" y="90"/>
                    <a:pt x="206" y="57"/>
                  </a:cubicBezTo>
                  <a:cubicBezTo>
                    <a:pt x="206" y="36"/>
                    <a:pt x="206" y="36"/>
                    <a:pt x="190" y="36"/>
                  </a:cubicBezTo>
                  <a:cubicBezTo>
                    <a:pt x="190" y="20"/>
                    <a:pt x="173" y="4"/>
                    <a:pt x="136" y="4"/>
                  </a:cubicBezTo>
                  <a:cubicBezTo>
                    <a:pt x="130" y="1"/>
                    <a:pt x="123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9" name="Google Shape;21719;p66"/>
            <p:cNvSpPr/>
            <p:nvPr/>
          </p:nvSpPr>
          <p:spPr>
            <a:xfrm>
              <a:off x="3908450" y="2844000"/>
              <a:ext cx="6000" cy="6350"/>
            </a:xfrm>
            <a:custGeom>
              <a:avLst/>
              <a:gdLst/>
              <a:ahLst/>
              <a:cxnLst/>
              <a:rect l="l" t="t" r="r" b="b"/>
              <a:pathLst>
                <a:path w="240" h="254" extrusionOk="0">
                  <a:moveTo>
                    <a:pt x="117" y="0"/>
                  </a:moveTo>
                  <a:cubicBezTo>
                    <a:pt x="70" y="0"/>
                    <a:pt x="15" y="49"/>
                    <a:pt x="0" y="106"/>
                  </a:cubicBezTo>
                  <a:cubicBezTo>
                    <a:pt x="0" y="143"/>
                    <a:pt x="0" y="176"/>
                    <a:pt x="17" y="193"/>
                  </a:cubicBezTo>
                  <a:cubicBezTo>
                    <a:pt x="33" y="230"/>
                    <a:pt x="50" y="246"/>
                    <a:pt x="87" y="246"/>
                  </a:cubicBezTo>
                  <a:cubicBezTo>
                    <a:pt x="96" y="251"/>
                    <a:pt x="106" y="253"/>
                    <a:pt x="115" y="253"/>
                  </a:cubicBezTo>
                  <a:cubicBezTo>
                    <a:pt x="138" y="253"/>
                    <a:pt x="158" y="242"/>
                    <a:pt x="169" y="230"/>
                  </a:cubicBezTo>
                  <a:cubicBezTo>
                    <a:pt x="206" y="209"/>
                    <a:pt x="223" y="176"/>
                    <a:pt x="223" y="143"/>
                  </a:cubicBezTo>
                  <a:cubicBezTo>
                    <a:pt x="239" y="106"/>
                    <a:pt x="223" y="73"/>
                    <a:pt x="206" y="57"/>
                  </a:cubicBezTo>
                  <a:cubicBezTo>
                    <a:pt x="206" y="40"/>
                    <a:pt x="206" y="40"/>
                    <a:pt x="190" y="24"/>
                  </a:cubicBezTo>
                  <a:cubicBezTo>
                    <a:pt x="190" y="3"/>
                    <a:pt x="153" y="3"/>
                    <a:pt x="136" y="3"/>
                  </a:cubicBezTo>
                  <a:cubicBezTo>
                    <a:pt x="130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0" name="Google Shape;21720;p66"/>
            <p:cNvSpPr/>
            <p:nvPr/>
          </p:nvSpPr>
          <p:spPr>
            <a:xfrm>
              <a:off x="3923900" y="2845100"/>
              <a:ext cx="6000" cy="5475"/>
            </a:xfrm>
            <a:custGeom>
              <a:avLst/>
              <a:gdLst/>
              <a:ahLst/>
              <a:cxnLst/>
              <a:rect l="l" t="t" r="r" b="b"/>
              <a:pathLst>
                <a:path w="240" h="219" extrusionOk="0">
                  <a:moveTo>
                    <a:pt x="135" y="0"/>
                  </a:moveTo>
                  <a:cubicBezTo>
                    <a:pt x="120" y="0"/>
                    <a:pt x="104" y="5"/>
                    <a:pt x="87" y="13"/>
                  </a:cubicBezTo>
                  <a:cubicBezTo>
                    <a:pt x="34" y="29"/>
                    <a:pt x="1" y="99"/>
                    <a:pt x="17" y="165"/>
                  </a:cubicBezTo>
                  <a:cubicBezTo>
                    <a:pt x="17" y="186"/>
                    <a:pt x="34" y="202"/>
                    <a:pt x="34" y="219"/>
                  </a:cubicBezTo>
                  <a:lnTo>
                    <a:pt x="190" y="219"/>
                  </a:lnTo>
                  <a:cubicBezTo>
                    <a:pt x="223" y="186"/>
                    <a:pt x="240" y="132"/>
                    <a:pt x="223" y="83"/>
                  </a:cubicBezTo>
                  <a:cubicBezTo>
                    <a:pt x="223" y="46"/>
                    <a:pt x="207" y="29"/>
                    <a:pt x="207" y="29"/>
                  </a:cubicBezTo>
                  <a:cubicBezTo>
                    <a:pt x="190" y="13"/>
                    <a:pt x="190" y="13"/>
                    <a:pt x="170" y="13"/>
                  </a:cubicBezTo>
                  <a:cubicBezTo>
                    <a:pt x="161" y="5"/>
                    <a:pt x="149" y="0"/>
                    <a:pt x="1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1" name="Google Shape;21721;p66"/>
            <p:cNvSpPr/>
            <p:nvPr/>
          </p:nvSpPr>
          <p:spPr>
            <a:xfrm>
              <a:off x="3947500" y="2786150"/>
              <a:ext cx="6000" cy="6400"/>
            </a:xfrm>
            <a:custGeom>
              <a:avLst/>
              <a:gdLst/>
              <a:ahLst/>
              <a:cxnLst/>
              <a:rect l="l" t="t" r="r" b="b"/>
              <a:pathLst>
                <a:path w="240" h="256" extrusionOk="0">
                  <a:moveTo>
                    <a:pt x="153" y="0"/>
                  </a:moveTo>
                  <a:cubicBezTo>
                    <a:pt x="120" y="0"/>
                    <a:pt x="104" y="0"/>
                    <a:pt x="87" y="17"/>
                  </a:cubicBezTo>
                  <a:cubicBezTo>
                    <a:pt x="50" y="33"/>
                    <a:pt x="17" y="70"/>
                    <a:pt x="17" y="103"/>
                  </a:cubicBezTo>
                  <a:cubicBezTo>
                    <a:pt x="1" y="136"/>
                    <a:pt x="17" y="173"/>
                    <a:pt x="34" y="206"/>
                  </a:cubicBezTo>
                  <a:cubicBezTo>
                    <a:pt x="34" y="223"/>
                    <a:pt x="71" y="239"/>
                    <a:pt x="104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23" y="153"/>
                    <a:pt x="240" y="153"/>
                    <a:pt x="240" y="136"/>
                  </a:cubicBezTo>
                  <a:cubicBezTo>
                    <a:pt x="240" y="103"/>
                    <a:pt x="223" y="50"/>
                    <a:pt x="207" y="17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2" name="Google Shape;21722;p66"/>
            <p:cNvSpPr/>
            <p:nvPr/>
          </p:nvSpPr>
          <p:spPr>
            <a:xfrm>
              <a:off x="3952650" y="2848400"/>
              <a:ext cx="5200" cy="2175"/>
            </a:xfrm>
            <a:custGeom>
              <a:avLst/>
              <a:gdLst/>
              <a:ahLst/>
              <a:cxnLst/>
              <a:rect l="l" t="t" r="r" b="b"/>
              <a:pathLst>
                <a:path w="208" h="87" extrusionOk="0">
                  <a:moveTo>
                    <a:pt x="71" y="0"/>
                  </a:moveTo>
                  <a:cubicBezTo>
                    <a:pt x="34" y="17"/>
                    <a:pt x="17" y="54"/>
                    <a:pt x="1" y="87"/>
                  </a:cubicBezTo>
                  <a:lnTo>
                    <a:pt x="207" y="87"/>
                  </a:lnTo>
                  <a:cubicBezTo>
                    <a:pt x="207" y="54"/>
                    <a:pt x="207" y="33"/>
                    <a:pt x="191" y="17"/>
                  </a:cubicBezTo>
                  <a:cubicBezTo>
                    <a:pt x="174" y="17"/>
                    <a:pt x="174" y="17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3" name="Google Shape;21723;p66"/>
            <p:cNvSpPr/>
            <p:nvPr/>
          </p:nvSpPr>
          <p:spPr>
            <a:xfrm>
              <a:off x="3912250" y="2797100"/>
              <a:ext cx="6125" cy="6575"/>
            </a:xfrm>
            <a:custGeom>
              <a:avLst/>
              <a:gdLst/>
              <a:ahLst/>
              <a:cxnLst/>
              <a:rect l="l" t="t" r="r" b="b"/>
              <a:pathLst>
                <a:path w="245" h="263" extrusionOk="0">
                  <a:moveTo>
                    <a:pt x="135" y="1"/>
                  </a:moveTo>
                  <a:cubicBezTo>
                    <a:pt x="125" y="1"/>
                    <a:pt x="115" y="3"/>
                    <a:pt x="104" y="7"/>
                  </a:cubicBezTo>
                  <a:cubicBezTo>
                    <a:pt x="71" y="7"/>
                    <a:pt x="54" y="24"/>
                    <a:pt x="38" y="61"/>
                  </a:cubicBezTo>
                  <a:cubicBezTo>
                    <a:pt x="17" y="78"/>
                    <a:pt x="1" y="111"/>
                    <a:pt x="1" y="127"/>
                  </a:cubicBezTo>
                  <a:cubicBezTo>
                    <a:pt x="1" y="164"/>
                    <a:pt x="17" y="214"/>
                    <a:pt x="38" y="230"/>
                  </a:cubicBezTo>
                  <a:cubicBezTo>
                    <a:pt x="59" y="253"/>
                    <a:pt x="84" y="263"/>
                    <a:pt x="108" y="263"/>
                  </a:cubicBezTo>
                  <a:cubicBezTo>
                    <a:pt x="140" y="263"/>
                    <a:pt x="171" y="244"/>
                    <a:pt x="190" y="214"/>
                  </a:cubicBezTo>
                  <a:cubicBezTo>
                    <a:pt x="244" y="164"/>
                    <a:pt x="244" y="78"/>
                    <a:pt x="190" y="24"/>
                  </a:cubicBezTo>
                  <a:cubicBezTo>
                    <a:pt x="179" y="12"/>
                    <a:pt x="159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4" name="Google Shape;21724;p66"/>
            <p:cNvSpPr/>
            <p:nvPr/>
          </p:nvSpPr>
          <p:spPr>
            <a:xfrm>
              <a:off x="3914000" y="2814075"/>
              <a:ext cx="6000" cy="6425"/>
            </a:xfrm>
            <a:custGeom>
              <a:avLst/>
              <a:gdLst/>
              <a:ahLst/>
              <a:cxnLst/>
              <a:rect l="l" t="t" r="r" b="b"/>
              <a:pathLst>
                <a:path w="240" h="257" extrusionOk="0">
                  <a:moveTo>
                    <a:pt x="153" y="0"/>
                  </a:moveTo>
                  <a:cubicBezTo>
                    <a:pt x="87" y="0"/>
                    <a:pt x="17" y="33"/>
                    <a:pt x="17" y="104"/>
                  </a:cubicBezTo>
                  <a:cubicBezTo>
                    <a:pt x="1" y="137"/>
                    <a:pt x="1" y="170"/>
                    <a:pt x="17" y="207"/>
                  </a:cubicBezTo>
                  <a:cubicBezTo>
                    <a:pt x="34" y="240"/>
                    <a:pt x="71" y="256"/>
                    <a:pt x="87" y="256"/>
                  </a:cubicBezTo>
                  <a:cubicBezTo>
                    <a:pt x="153" y="256"/>
                    <a:pt x="207" y="223"/>
                    <a:pt x="223" y="153"/>
                  </a:cubicBezTo>
                  <a:cubicBezTo>
                    <a:pt x="240" y="120"/>
                    <a:pt x="223" y="87"/>
                    <a:pt x="223" y="50"/>
                  </a:cubicBezTo>
                  <a:cubicBezTo>
                    <a:pt x="207" y="50"/>
                    <a:pt x="207" y="33"/>
                    <a:pt x="207" y="33"/>
                  </a:cubicBezTo>
                  <a:cubicBezTo>
                    <a:pt x="190" y="17"/>
                    <a:pt x="174" y="0"/>
                    <a:pt x="1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5" name="Google Shape;21725;p66"/>
            <p:cNvSpPr/>
            <p:nvPr/>
          </p:nvSpPr>
          <p:spPr>
            <a:xfrm>
              <a:off x="3919975" y="2719975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0"/>
                  </a:moveTo>
                  <a:cubicBezTo>
                    <a:pt x="88" y="0"/>
                    <a:pt x="17" y="37"/>
                    <a:pt x="1" y="103"/>
                  </a:cubicBezTo>
                  <a:cubicBezTo>
                    <a:pt x="1" y="140"/>
                    <a:pt x="1" y="173"/>
                    <a:pt x="17" y="206"/>
                  </a:cubicBezTo>
                  <a:cubicBezTo>
                    <a:pt x="38" y="244"/>
                    <a:pt x="55" y="260"/>
                    <a:pt x="88" y="260"/>
                  </a:cubicBezTo>
                  <a:cubicBezTo>
                    <a:pt x="121" y="260"/>
                    <a:pt x="141" y="260"/>
                    <a:pt x="174" y="244"/>
                  </a:cubicBezTo>
                  <a:cubicBezTo>
                    <a:pt x="191" y="206"/>
                    <a:pt x="207" y="190"/>
                    <a:pt x="224" y="157"/>
                  </a:cubicBezTo>
                  <a:cubicBezTo>
                    <a:pt x="224" y="120"/>
                    <a:pt x="224" y="87"/>
                    <a:pt x="207" y="54"/>
                  </a:cubicBezTo>
                  <a:cubicBezTo>
                    <a:pt x="207" y="54"/>
                    <a:pt x="207" y="37"/>
                    <a:pt x="191" y="37"/>
                  </a:cubicBezTo>
                  <a:cubicBezTo>
                    <a:pt x="174" y="17"/>
                    <a:pt x="158" y="0"/>
                    <a:pt x="1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6" name="Google Shape;21726;p66"/>
            <p:cNvSpPr/>
            <p:nvPr/>
          </p:nvSpPr>
          <p:spPr>
            <a:xfrm>
              <a:off x="4021825" y="2846575"/>
              <a:ext cx="5600" cy="4000"/>
            </a:xfrm>
            <a:custGeom>
              <a:avLst/>
              <a:gdLst/>
              <a:ahLst/>
              <a:cxnLst/>
              <a:rect l="l" t="t" r="r" b="b"/>
              <a:pathLst>
                <a:path w="224" h="160" extrusionOk="0">
                  <a:moveTo>
                    <a:pt x="111" y="0"/>
                  </a:moveTo>
                  <a:cubicBezTo>
                    <a:pt x="55" y="0"/>
                    <a:pt x="15" y="49"/>
                    <a:pt x="0" y="106"/>
                  </a:cubicBezTo>
                  <a:lnTo>
                    <a:pt x="0" y="160"/>
                  </a:lnTo>
                  <a:lnTo>
                    <a:pt x="223" y="160"/>
                  </a:lnTo>
                  <a:cubicBezTo>
                    <a:pt x="223" y="127"/>
                    <a:pt x="223" y="90"/>
                    <a:pt x="207" y="57"/>
                  </a:cubicBezTo>
                  <a:cubicBezTo>
                    <a:pt x="207" y="40"/>
                    <a:pt x="190" y="40"/>
                    <a:pt x="190" y="40"/>
                  </a:cubicBezTo>
                  <a:cubicBezTo>
                    <a:pt x="169" y="24"/>
                    <a:pt x="153" y="3"/>
                    <a:pt x="136" y="3"/>
                  </a:cubicBezTo>
                  <a:cubicBezTo>
                    <a:pt x="128" y="1"/>
                    <a:pt x="119" y="0"/>
                    <a:pt x="1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7" name="Google Shape;21727;p66"/>
            <p:cNvSpPr/>
            <p:nvPr/>
          </p:nvSpPr>
          <p:spPr>
            <a:xfrm>
              <a:off x="4200850" y="2815650"/>
              <a:ext cx="6125" cy="6350"/>
            </a:xfrm>
            <a:custGeom>
              <a:avLst/>
              <a:gdLst/>
              <a:ahLst/>
              <a:cxnLst/>
              <a:rect l="l" t="t" r="r" b="b"/>
              <a:pathLst>
                <a:path w="245" h="254" extrusionOk="0">
                  <a:moveTo>
                    <a:pt x="132" y="0"/>
                  </a:moveTo>
                  <a:cubicBezTo>
                    <a:pt x="76" y="0"/>
                    <a:pt x="35" y="49"/>
                    <a:pt x="17" y="107"/>
                  </a:cubicBezTo>
                  <a:cubicBezTo>
                    <a:pt x="1" y="144"/>
                    <a:pt x="17" y="177"/>
                    <a:pt x="38" y="210"/>
                  </a:cubicBezTo>
                  <a:cubicBezTo>
                    <a:pt x="54" y="230"/>
                    <a:pt x="71" y="247"/>
                    <a:pt x="87" y="247"/>
                  </a:cubicBezTo>
                  <a:cubicBezTo>
                    <a:pt x="97" y="252"/>
                    <a:pt x="107" y="254"/>
                    <a:pt x="117" y="254"/>
                  </a:cubicBezTo>
                  <a:cubicBezTo>
                    <a:pt x="140" y="254"/>
                    <a:pt x="162" y="242"/>
                    <a:pt x="174" y="230"/>
                  </a:cubicBezTo>
                  <a:cubicBezTo>
                    <a:pt x="207" y="210"/>
                    <a:pt x="224" y="177"/>
                    <a:pt x="224" y="144"/>
                  </a:cubicBezTo>
                  <a:cubicBezTo>
                    <a:pt x="244" y="107"/>
                    <a:pt x="244" y="74"/>
                    <a:pt x="224" y="57"/>
                  </a:cubicBezTo>
                  <a:cubicBezTo>
                    <a:pt x="207" y="41"/>
                    <a:pt x="207" y="41"/>
                    <a:pt x="207" y="24"/>
                  </a:cubicBezTo>
                  <a:lnTo>
                    <a:pt x="191" y="24"/>
                  </a:lnTo>
                  <a:cubicBezTo>
                    <a:pt x="174" y="3"/>
                    <a:pt x="174" y="3"/>
                    <a:pt x="158" y="3"/>
                  </a:cubicBezTo>
                  <a:cubicBezTo>
                    <a:pt x="149" y="1"/>
                    <a:pt x="140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8" name="Google Shape;21728;p66"/>
            <p:cNvSpPr/>
            <p:nvPr/>
          </p:nvSpPr>
          <p:spPr>
            <a:xfrm>
              <a:off x="4191900" y="273502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20" y="0"/>
                    <a:pt x="87" y="0"/>
                    <a:pt x="66" y="17"/>
                  </a:cubicBezTo>
                  <a:cubicBezTo>
                    <a:pt x="33" y="33"/>
                    <a:pt x="17" y="70"/>
                    <a:pt x="0" y="103"/>
                  </a:cubicBezTo>
                  <a:cubicBezTo>
                    <a:pt x="0" y="136"/>
                    <a:pt x="0" y="173"/>
                    <a:pt x="17" y="206"/>
                  </a:cubicBezTo>
                  <a:cubicBezTo>
                    <a:pt x="33" y="239"/>
                    <a:pt x="50" y="260"/>
                    <a:pt x="87" y="260"/>
                  </a:cubicBezTo>
                  <a:cubicBezTo>
                    <a:pt x="136" y="260"/>
                    <a:pt x="190" y="223"/>
                    <a:pt x="223" y="157"/>
                  </a:cubicBezTo>
                  <a:cubicBezTo>
                    <a:pt x="223" y="103"/>
                    <a:pt x="223" y="54"/>
                    <a:pt x="190" y="33"/>
                  </a:cubicBezTo>
                  <a:cubicBezTo>
                    <a:pt x="169" y="17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9" name="Google Shape;21729;p66"/>
            <p:cNvSpPr/>
            <p:nvPr/>
          </p:nvSpPr>
          <p:spPr>
            <a:xfrm>
              <a:off x="4196125" y="2797375"/>
              <a:ext cx="6500" cy="6525"/>
            </a:xfrm>
            <a:custGeom>
              <a:avLst/>
              <a:gdLst/>
              <a:ahLst/>
              <a:cxnLst/>
              <a:rect l="l" t="t" r="r" b="b"/>
              <a:pathLst>
                <a:path w="260" h="261" extrusionOk="0">
                  <a:moveTo>
                    <a:pt x="142" y="1"/>
                  </a:moveTo>
                  <a:cubicBezTo>
                    <a:pt x="127" y="1"/>
                    <a:pt x="114" y="5"/>
                    <a:pt x="103" y="13"/>
                  </a:cubicBezTo>
                  <a:cubicBezTo>
                    <a:pt x="37" y="34"/>
                    <a:pt x="0" y="116"/>
                    <a:pt x="21" y="170"/>
                  </a:cubicBezTo>
                  <a:cubicBezTo>
                    <a:pt x="35" y="228"/>
                    <a:pt x="82" y="260"/>
                    <a:pt x="129" y="260"/>
                  </a:cubicBezTo>
                  <a:cubicBezTo>
                    <a:pt x="138" y="260"/>
                    <a:pt x="148" y="259"/>
                    <a:pt x="157" y="256"/>
                  </a:cubicBezTo>
                  <a:cubicBezTo>
                    <a:pt x="227" y="219"/>
                    <a:pt x="260" y="153"/>
                    <a:pt x="243" y="83"/>
                  </a:cubicBezTo>
                  <a:cubicBezTo>
                    <a:pt x="227" y="67"/>
                    <a:pt x="227" y="50"/>
                    <a:pt x="206" y="34"/>
                  </a:cubicBezTo>
                  <a:cubicBezTo>
                    <a:pt x="206" y="13"/>
                    <a:pt x="190" y="13"/>
                    <a:pt x="190" y="13"/>
                  </a:cubicBezTo>
                  <a:cubicBezTo>
                    <a:pt x="173" y="5"/>
                    <a:pt x="157" y="1"/>
                    <a:pt x="1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0" name="Google Shape;21730;p66"/>
            <p:cNvSpPr/>
            <p:nvPr/>
          </p:nvSpPr>
          <p:spPr>
            <a:xfrm>
              <a:off x="4188400" y="2828725"/>
              <a:ext cx="6100" cy="6400"/>
            </a:xfrm>
            <a:custGeom>
              <a:avLst/>
              <a:gdLst/>
              <a:ahLst/>
              <a:cxnLst/>
              <a:rect l="l" t="t" r="r" b="b"/>
              <a:pathLst>
                <a:path w="244" h="256" extrusionOk="0">
                  <a:moveTo>
                    <a:pt x="132" y="0"/>
                  </a:moveTo>
                  <a:cubicBezTo>
                    <a:pt x="101" y="0"/>
                    <a:pt x="66" y="19"/>
                    <a:pt x="37" y="49"/>
                  </a:cubicBezTo>
                  <a:cubicBezTo>
                    <a:pt x="0" y="99"/>
                    <a:pt x="0" y="185"/>
                    <a:pt x="37" y="223"/>
                  </a:cubicBezTo>
                  <a:cubicBezTo>
                    <a:pt x="54" y="239"/>
                    <a:pt x="70" y="256"/>
                    <a:pt x="87" y="256"/>
                  </a:cubicBezTo>
                  <a:cubicBezTo>
                    <a:pt x="124" y="256"/>
                    <a:pt x="173" y="239"/>
                    <a:pt x="190" y="202"/>
                  </a:cubicBezTo>
                  <a:cubicBezTo>
                    <a:pt x="227" y="169"/>
                    <a:pt x="243" y="119"/>
                    <a:pt x="227" y="66"/>
                  </a:cubicBezTo>
                  <a:cubicBezTo>
                    <a:pt x="227" y="49"/>
                    <a:pt x="206" y="33"/>
                    <a:pt x="190" y="33"/>
                  </a:cubicBezTo>
                  <a:cubicBezTo>
                    <a:pt x="176" y="10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1" name="Google Shape;21731;p66"/>
            <p:cNvSpPr/>
            <p:nvPr/>
          </p:nvSpPr>
          <p:spPr>
            <a:xfrm>
              <a:off x="4093050" y="2845000"/>
              <a:ext cx="6100" cy="5575"/>
            </a:xfrm>
            <a:custGeom>
              <a:avLst/>
              <a:gdLst/>
              <a:ahLst/>
              <a:cxnLst/>
              <a:rect l="l" t="t" r="r" b="b"/>
              <a:pathLst>
                <a:path w="244" h="223" extrusionOk="0">
                  <a:moveTo>
                    <a:pt x="157" y="0"/>
                  </a:moveTo>
                  <a:cubicBezTo>
                    <a:pt x="87" y="0"/>
                    <a:pt x="37" y="33"/>
                    <a:pt x="21" y="120"/>
                  </a:cubicBezTo>
                  <a:cubicBezTo>
                    <a:pt x="0" y="136"/>
                    <a:pt x="21" y="169"/>
                    <a:pt x="21" y="206"/>
                  </a:cubicBezTo>
                  <a:cubicBezTo>
                    <a:pt x="37" y="206"/>
                    <a:pt x="37" y="223"/>
                    <a:pt x="37" y="223"/>
                  </a:cubicBezTo>
                  <a:lnTo>
                    <a:pt x="190" y="223"/>
                  </a:lnTo>
                  <a:cubicBezTo>
                    <a:pt x="206" y="206"/>
                    <a:pt x="227" y="190"/>
                    <a:pt x="227" y="153"/>
                  </a:cubicBezTo>
                  <a:cubicBezTo>
                    <a:pt x="244" y="120"/>
                    <a:pt x="244" y="87"/>
                    <a:pt x="227" y="50"/>
                  </a:cubicBezTo>
                  <a:cubicBezTo>
                    <a:pt x="206" y="50"/>
                    <a:pt x="206" y="33"/>
                    <a:pt x="206" y="33"/>
                  </a:cubicBezTo>
                  <a:cubicBezTo>
                    <a:pt x="190" y="17"/>
                    <a:pt x="173" y="0"/>
                    <a:pt x="1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2" name="Google Shape;21732;p66"/>
            <p:cNvSpPr/>
            <p:nvPr/>
          </p:nvSpPr>
          <p:spPr>
            <a:xfrm>
              <a:off x="4121900" y="2847575"/>
              <a:ext cx="5600" cy="3000"/>
            </a:xfrm>
            <a:custGeom>
              <a:avLst/>
              <a:gdLst/>
              <a:ahLst/>
              <a:cxnLst/>
              <a:rect l="l" t="t" r="r" b="b"/>
              <a:pathLst>
                <a:path w="224" h="120" extrusionOk="0">
                  <a:moveTo>
                    <a:pt x="137" y="0"/>
                  </a:moveTo>
                  <a:cubicBezTo>
                    <a:pt x="67" y="0"/>
                    <a:pt x="17" y="50"/>
                    <a:pt x="1" y="120"/>
                  </a:cubicBezTo>
                  <a:lnTo>
                    <a:pt x="223" y="120"/>
                  </a:lnTo>
                  <a:cubicBezTo>
                    <a:pt x="223" y="103"/>
                    <a:pt x="223" y="66"/>
                    <a:pt x="207" y="50"/>
                  </a:cubicBezTo>
                  <a:lnTo>
                    <a:pt x="186" y="33"/>
                  </a:lnTo>
                  <a:cubicBezTo>
                    <a:pt x="170" y="17"/>
                    <a:pt x="153" y="17"/>
                    <a:pt x="1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3" name="Google Shape;21733;p66"/>
            <p:cNvSpPr/>
            <p:nvPr/>
          </p:nvSpPr>
          <p:spPr>
            <a:xfrm>
              <a:off x="3918350" y="2766775"/>
              <a:ext cx="5575" cy="6500"/>
            </a:xfrm>
            <a:custGeom>
              <a:avLst/>
              <a:gdLst/>
              <a:ahLst/>
              <a:cxnLst/>
              <a:rect l="l" t="t" r="r" b="b"/>
              <a:pathLst>
                <a:path w="223" h="260" extrusionOk="0">
                  <a:moveTo>
                    <a:pt x="136" y="0"/>
                  </a:moveTo>
                  <a:cubicBezTo>
                    <a:pt x="103" y="0"/>
                    <a:pt x="82" y="0"/>
                    <a:pt x="49" y="21"/>
                  </a:cubicBezTo>
                  <a:cubicBezTo>
                    <a:pt x="16" y="54"/>
                    <a:pt x="0" y="70"/>
                    <a:pt x="0" y="103"/>
                  </a:cubicBezTo>
                  <a:cubicBezTo>
                    <a:pt x="0" y="140"/>
                    <a:pt x="0" y="173"/>
                    <a:pt x="16" y="206"/>
                  </a:cubicBezTo>
                  <a:cubicBezTo>
                    <a:pt x="33" y="243"/>
                    <a:pt x="49" y="260"/>
                    <a:pt x="82" y="260"/>
                  </a:cubicBezTo>
                  <a:cubicBezTo>
                    <a:pt x="136" y="260"/>
                    <a:pt x="206" y="227"/>
                    <a:pt x="223" y="157"/>
                  </a:cubicBezTo>
                  <a:cubicBezTo>
                    <a:pt x="223" y="124"/>
                    <a:pt x="223" y="87"/>
                    <a:pt x="206" y="54"/>
                  </a:cubicBezTo>
                  <a:lnTo>
                    <a:pt x="186" y="37"/>
                  </a:lnTo>
                  <a:cubicBezTo>
                    <a:pt x="169" y="21"/>
                    <a:pt x="15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4" name="Google Shape;21734;p66"/>
            <p:cNvSpPr/>
            <p:nvPr/>
          </p:nvSpPr>
          <p:spPr>
            <a:xfrm>
              <a:off x="3961625" y="2773775"/>
              <a:ext cx="6100" cy="6725"/>
            </a:xfrm>
            <a:custGeom>
              <a:avLst/>
              <a:gdLst/>
              <a:ahLst/>
              <a:cxnLst/>
              <a:rect l="l" t="t" r="r" b="b"/>
              <a:pathLst>
                <a:path w="244" h="269" extrusionOk="0">
                  <a:moveTo>
                    <a:pt x="138" y="0"/>
                  </a:moveTo>
                  <a:cubicBezTo>
                    <a:pt x="123" y="0"/>
                    <a:pt x="106" y="5"/>
                    <a:pt x="87" y="13"/>
                  </a:cubicBezTo>
                  <a:cubicBezTo>
                    <a:pt x="38" y="29"/>
                    <a:pt x="1" y="116"/>
                    <a:pt x="21" y="186"/>
                  </a:cubicBezTo>
                  <a:cubicBezTo>
                    <a:pt x="21" y="202"/>
                    <a:pt x="38" y="235"/>
                    <a:pt x="71" y="256"/>
                  </a:cubicBezTo>
                  <a:cubicBezTo>
                    <a:pt x="87" y="264"/>
                    <a:pt x="101" y="268"/>
                    <a:pt x="114" y="268"/>
                  </a:cubicBezTo>
                  <a:cubicBezTo>
                    <a:pt x="127" y="268"/>
                    <a:pt x="141" y="264"/>
                    <a:pt x="157" y="256"/>
                  </a:cubicBezTo>
                  <a:cubicBezTo>
                    <a:pt x="190" y="235"/>
                    <a:pt x="207" y="219"/>
                    <a:pt x="227" y="186"/>
                  </a:cubicBezTo>
                  <a:cubicBezTo>
                    <a:pt x="244" y="153"/>
                    <a:pt x="244" y="116"/>
                    <a:pt x="244" y="83"/>
                  </a:cubicBezTo>
                  <a:cubicBezTo>
                    <a:pt x="227" y="66"/>
                    <a:pt x="227" y="50"/>
                    <a:pt x="207" y="29"/>
                  </a:cubicBezTo>
                  <a:cubicBezTo>
                    <a:pt x="190" y="29"/>
                    <a:pt x="190" y="13"/>
                    <a:pt x="174" y="13"/>
                  </a:cubicBezTo>
                  <a:cubicBezTo>
                    <a:pt x="166" y="5"/>
                    <a:pt x="153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5" name="Google Shape;21735;p66"/>
            <p:cNvSpPr/>
            <p:nvPr/>
          </p:nvSpPr>
          <p:spPr>
            <a:xfrm>
              <a:off x="3964200" y="2790350"/>
              <a:ext cx="6100" cy="6200"/>
            </a:xfrm>
            <a:custGeom>
              <a:avLst/>
              <a:gdLst/>
              <a:ahLst/>
              <a:cxnLst/>
              <a:rect l="l" t="t" r="r" b="b"/>
              <a:pathLst>
                <a:path w="244" h="248" extrusionOk="0">
                  <a:moveTo>
                    <a:pt x="128" y="1"/>
                  </a:moveTo>
                  <a:cubicBezTo>
                    <a:pt x="73" y="1"/>
                    <a:pt x="35" y="49"/>
                    <a:pt x="21" y="108"/>
                  </a:cubicBezTo>
                  <a:cubicBezTo>
                    <a:pt x="1" y="141"/>
                    <a:pt x="21" y="174"/>
                    <a:pt x="21" y="191"/>
                  </a:cubicBezTo>
                  <a:cubicBezTo>
                    <a:pt x="38" y="228"/>
                    <a:pt x="71" y="244"/>
                    <a:pt x="87" y="244"/>
                  </a:cubicBezTo>
                  <a:cubicBezTo>
                    <a:pt x="96" y="247"/>
                    <a:pt x="106" y="248"/>
                    <a:pt x="115" y="248"/>
                  </a:cubicBezTo>
                  <a:cubicBezTo>
                    <a:pt x="175" y="248"/>
                    <a:pt x="227" y="202"/>
                    <a:pt x="227" y="141"/>
                  </a:cubicBezTo>
                  <a:cubicBezTo>
                    <a:pt x="244" y="108"/>
                    <a:pt x="244" y="71"/>
                    <a:pt x="227" y="55"/>
                  </a:cubicBezTo>
                  <a:cubicBezTo>
                    <a:pt x="207" y="38"/>
                    <a:pt x="207" y="38"/>
                    <a:pt x="207" y="22"/>
                  </a:cubicBezTo>
                  <a:cubicBezTo>
                    <a:pt x="190" y="5"/>
                    <a:pt x="174" y="5"/>
                    <a:pt x="157" y="5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6" name="Google Shape;21736;p66"/>
            <p:cNvSpPr/>
            <p:nvPr/>
          </p:nvSpPr>
          <p:spPr>
            <a:xfrm>
              <a:off x="3965550" y="2745425"/>
              <a:ext cx="6000" cy="6725"/>
            </a:xfrm>
            <a:custGeom>
              <a:avLst/>
              <a:gdLst/>
              <a:ahLst/>
              <a:cxnLst/>
              <a:rect l="l" t="t" r="r" b="b"/>
              <a:pathLst>
                <a:path w="240" h="269" extrusionOk="0">
                  <a:moveTo>
                    <a:pt x="135" y="1"/>
                  </a:moveTo>
                  <a:cubicBezTo>
                    <a:pt x="120" y="1"/>
                    <a:pt x="103" y="5"/>
                    <a:pt x="87" y="13"/>
                  </a:cubicBezTo>
                  <a:cubicBezTo>
                    <a:pt x="50" y="29"/>
                    <a:pt x="33" y="50"/>
                    <a:pt x="17" y="83"/>
                  </a:cubicBezTo>
                  <a:cubicBezTo>
                    <a:pt x="0" y="116"/>
                    <a:pt x="0" y="153"/>
                    <a:pt x="17" y="186"/>
                  </a:cubicBezTo>
                  <a:cubicBezTo>
                    <a:pt x="17" y="219"/>
                    <a:pt x="33" y="236"/>
                    <a:pt x="70" y="256"/>
                  </a:cubicBezTo>
                  <a:cubicBezTo>
                    <a:pt x="79" y="264"/>
                    <a:pt x="91" y="269"/>
                    <a:pt x="105" y="269"/>
                  </a:cubicBezTo>
                  <a:cubicBezTo>
                    <a:pt x="120" y="269"/>
                    <a:pt x="136" y="264"/>
                    <a:pt x="153" y="256"/>
                  </a:cubicBezTo>
                  <a:cubicBezTo>
                    <a:pt x="206" y="219"/>
                    <a:pt x="239" y="153"/>
                    <a:pt x="223" y="83"/>
                  </a:cubicBezTo>
                  <a:cubicBezTo>
                    <a:pt x="223" y="67"/>
                    <a:pt x="206" y="50"/>
                    <a:pt x="206" y="29"/>
                  </a:cubicBezTo>
                  <a:cubicBezTo>
                    <a:pt x="190" y="29"/>
                    <a:pt x="190" y="13"/>
                    <a:pt x="173" y="13"/>
                  </a:cubicBezTo>
                  <a:cubicBezTo>
                    <a:pt x="163" y="5"/>
                    <a:pt x="150" y="1"/>
                    <a:pt x="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7" name="Google Shape;21737;p66"/>
            <p:cNvSpPr/>
            <p:nvPr/>
          </p:nvSpPr>
          <p:spPr>
            <a:xfrm>
              <a:off x="3956475" y="282272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38" y="0"/>
                  </a:moveTo>
                  <a:cubicBezTo>
                    <a:pt x="103" y="0"/>
                    <a:pt x="67" y="19"/>
                    <a:pt x="38" y="50"/>
                  </a:cubicBezTo>
                  <a:cubicBezTo>
                    <a:pt x="0" y="100"/>
                    <a:pt x="0" y="186"/>
                    <a:pt x="38" y="236"/>
                  </a:cubicBezTo>
                  <a:cubicBezTo>
                    <a:pt x="58" y="251"/>
                    <a:pt x="83" y="260"/>
                    <a:pt x="108" y="260"/>
                  </a:cubicBezTo>
                  <a:cubicBezTo>
                    <a:pt x="142" y="260"/>
                    <a:pt x="178" y="243"/>
                    <a:pt x="207" y="203"/>
                  </a:cubicBezTo>
                  <a:cubicBezTo>
                    <a:pt x="244" y="153"/>
                    <a:pt x="244" y="67"/>
                    <a:pt x="207" y="30"/>
                  </a:cubicBezTo>
                  <a:cubicBezTo>
                    <a:pt x="186" y="9"/>
                    <a:pt x="162" y="0"/>
                    <a:pt x="1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8" name="Google Shape;21738;p66"/>
            <p:cNvSpPr/>
            <p:nvPr/>
          </p:nvSpPr>
          <p:spPr>
            <a:xfrm>
              <a:off x="3953900" y="2803350"/>
              <a:ext cx="6525" cy="6325"/>
            </a:xfrm>
            <a:custGeom>
              <a:avLst/>
              <a:gdLst/>
              <a:ahLst/>
              <a:cxnLst/>
              <a:rect l="l" t="t" r="r" b="b"/>
              <a:pathLst>
                <a:path w="261" h="253" extrusionOk="0">
                  <a:moveTo>
                    <a:pt x="103" y="1"/>
                  </a:moveTo>
                  <a:cubicBezTo>
                    <a:pt x="38" y="34"/>
                    <a:pt x="0" y="104"/>
                    <a:pt x="21" y="170"/>
                  </a:cubicBezTo>
                  <a:cubicBezTo>
                    <a:pt x="21" y="207"/>
                    <a:pt x="54" y="223"/>
                    <a:pt x="70" y="240"/>
                  </a:cubicBezTo>
                  <a:cubicBezTo>
                    <a:pt x="87" y="248"/>
                    <a:pt x="100" y="252"/>
                    <a:pt x="114" y="252"/>
                  </a:cubicBezTo>
                  <a:cubicBezTo>
                    <a:pt x="127" y="252"/>
                    <a:pt x="141" y="248"/>
                    <a:pt x="157" y="240"/>
                  </a:cubicBezTo>
                  <a:cubicBezTo>
                    <a:pt x="227" y="223"/>
                    <a:pt x="260" y="137"/>
                    <a:pt x="244" y="83"/>
                  </a:cubicBezTo>
                  <a:cubicBezTo>
                    <a:pt x="227" y="50"/>
                    <a:pt x="227" y="34"/>
                    <a:pt x="207" y="34"/>
                  </a:cubicBezTo>
                  <a:cubicBezTo>
                    <a:pt x="207" y="17"/>
                    <a:pt x="190" y="17"/>
                    <a:pt x="190" y="17"/>
                  </a:cubicBezTo>
                  <a:cubicBezTo>
                    <a:pt x="157" y="1"/>
                    <a:pt x="12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9" name="Google Shape;21739;p66"/>
            <p:cNvSpPr/>
            <p:nvPr/>
          </p:nvSpPr>
          <p:spPr>
            <a:xfrm>
              <a:off x="3951825" y="2741275"/>
              <a:ext cx="6025" cy="6400"/>
            </a:xfrm>
            <a:custGeom>
              <a:avLst/>
              <a:gdLst/>
              <a:ahLst/>
              <a:cxnLst/>
              <a:rect l="l" t="t" r="r" b="b"/>
              <a:pathLst>
                <a:path w="241" h="256" extrusionOk="0">
                  <a:moveTo>
                    <a:pt x="136" y="0"/>
                  </a:moveTo>
                  <a:cubicBezTo>
                    <a:pt x="102" y="0"/>
                    <a:pt x="68" y="14"/>
                    <a:pt x="50" y="43"/>
                  </a:cubicBezTo>
                  <a:cubicBezTo>
                    <a:pt x="1" y="113"/>
                    <a:pt x="1" y="179"/>
                    <a:pt x="50" y="233"/>
                  </a:cubicBezTo>
                  <a:cubicBezTo>
                    <a:pt x="67" y="249"/>
                    <a:pt x="83" y="249"/>
                    <a:pt x="104" y="249"/>
                  </a:cubicBezTo>
                  <a:cubicBezTo>
                    <a:pt x="113" y="253"/>
                    <a:pt x="122" y="256"/>
                    <a:pt x="131" y="256"/>
                  </a:cubicBezTo>
                  <a:cubicBezTo>
                    <a:pt x="155" y="256"/>
                    <a:pt x="180" y="240"/>
                    <a:pt x="207" y="216"/>
                  </a:cubicBezTo>
                  <a:cubicBezTo>
                    <a:pt x="240" y="162"/>
                    <a:pt x="240" y="113"/>
                    <a:pt x="240" y="76"/>
                  </a:cubicBezTo>
                  <a:cubicBezTo>
                    <a:pt x="224" y="59"/>
                    <a:pt x="224" y="43"/>
                    <a:pt x="207" y="26"/>
                  </a:cubicBezTo>
                  <a:cubicBezTo>
                    <a:pt x="190" y="10"/>
                    <a:pt x="163" y="0"/>
                    <a:pt x="1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0" name="Google Shape;21740;p66"/>
            <p:cNvSpPr/>
            <p:nvPr/>
          </p:nvSpPr>
          <p:spPr>
            <a:xfrm>
              <a:off x="3957400" y="275855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17" y="0"/>
                  </a:moveTo>
                  <a:cubicBezTo>
                    <a:pt x="71" y="0"/>
                    <a:pt x="15" y="49"/>
                    <a:pt x="1" y="106"/>
                  </a:cubicBezTo>
                  <a:cubicBezTo>
                    <a:pt x="1" y="144"/>
                    <a:pt x="1" y="177"/>
                    <a:pt x="17" y="209"/>
                  </a:cubicBezTo>
                  <a:cubicBezTo>
                    <a:pt x="34" y="226"/>
                    <a:pt x="50" y="247"/>
                    <a:pt x="87" y="263"/>
                  </a:cubicBezTo>
                  <a:cubicBezTo>
                    <a:pt x="153" y="263"/>
                    <a:pt x="207" y="209"/>
                    <a:pt x="223" y="144"/>
                  </a:cubicBezTo>
                  <a:cubicBezTo>
                    <a:pt x="240" y="106"/>
                    <a:pt x="223" y="57"/>
                    <a:pt x="190" y="20"/>
                  </a:cubicBezTo>
                  <a:cubicBezTo>
                    <a:pt x="170" y="20"/>
                    <a:pt x="153" y="3"/>
                    <a:pt x="137" y="3"/>
                  </a:cubicBezTo>
                  <a:cubicBezTo>
                    <a:pt x="131" y="1"/>
                    <a:pt x="124" y="0"/>
                    <a:pt x="1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1" name="Google Shape;21741;p66"/>
            <p:cNvSpPr/>
            <p:nvPr/>
          </p:nvSpPr>
          <p:spPr>
            <a:xfrm>
              <a:off x="3973275" y="2762025"/>
              <a:ext cx="6000" cy="6525"/>
            </a:xfrm>
            <a:custGeom>
              <a:avLst/>
              <a:gdLst/>
              <a:ahLst/>
              <a:cxnLst/>
              <a:rect l="l" t="t" r="r" b="b"/>
              <a:pathLst>
                <a:path w="240" h="261" extrusionOk="0">
                  <a:moveTo>
                    <a:pt x="114" y="0"/>
                  </a:moveTo>
                  <a:cubicBezTo>
                    <a:pt x="68" y="0"/>
                    <a:pt x="15" y="48"/>
                    <a:pt x="1" y="108"/>
                  </a:cubicBezTo>
                  <a:cubicBezTo>
                    <a:pt x="1" y="141"/>
                    <a:pt x="1" y="174"/>
                    <a:pt x="17" y="211"/>
                  </a:cubicBezTo>
                  <a:cubicBezTo>
                    <a:pt x="33" y="227"/>
                    <a:pt x="50" y="244"/>
                    <a:pt x="87" y="260"/>
                  </a:cubicBezTo>
                  <a:cubicBezTo>
                    <a:pt x="120" y="260"/>
                    <a:pt x="153" y="244"/>
                    <a:pt x="174" y="227"/>
                  </a:cubicBezTo>
                  <a:cubicBezTo>
                    <a:pt x="207" y="211"/>
                    <a:pt x="223" y="174"/>
                    <a:pt x="223" y="141"/>
                  </a:cubicBezTo>
                  <a:cubicBezTo>
                    <a:pt x="240" y="108"/>
                    <a:pt x="223" y="70"/>
                    <a:pt x="207" y="54"/>
                  </a:cubicBezTo>
                  <a:cubicBezTo>
                    <a:pt x="207" y="38"/>
                    <a:pt x="207" y="38"/>
                    <a:pt x="190" y="21"/>
                  </a:cubicBezTo>
                  <a:cubicBezTo>
                    <a:pt x="190" y="21"/>
                    <a:pt x="174" y="5"/>
                    <a:pt x="137" y="5"/>
                  </a:cubicBezTo>
                  <a:cubicBezTo>
                    <a:pt x="129" y="1"/>
                    <a:pt x="122" y="0"/>
                    <a:pt x="1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2" name="Google Shape;21742;p66"/>
            <p:cNvSpPr/>
            <p:nvPr/>
          </p:nvSpPr>
          <p:spPr>
            <a:xfrm>
              <a:off x="3977100" y="2837925"/>
              <a:ext cx="6100" cy="6375"/>
            </a:xfrm>
            <a:custGeom>
              <a:avLst/>
              <a:gdLst/>
              <a:ahLst/>
              <a:cxnLst/>
              <a:rect l="l" t="t" r="r" b="b"/>
              <a:pathLst>
                <a:path w="244" h="255" extrusionOk="0">
                  <a:moveTo>
                    <a:pt x="132" y="1"/>
                  </a:moveTo>
                  <a:cubicBezTo>
                    <a:pt x="101" y="1"/>
                    <a:pt x="72" y="13"/>
                    <a:pt x="54" y="40"/>
                  </a:cubicBezTo>
                  <a:cubicBezTo>
                    <a:pt x="0" y="110"/>
                    <a:pt x="0" y="180"/>
                    <a:pt x="54" y="230"/>
                  </a:cubicBezTo>
                  <a:cubicBezTo>
                    <a:pt x="70" y="246"/>
                    <a:pt x="70" y="246"/>
                    <a:pt x="87" y="246"/>
                  </a:cubicBezTo>
                  <a:cubicBezTo>
                    <a:pt x="101" y="252"/>
                    <a:pt x="115" y="254"/>
                    <a:pt x="127" y="254"/>
                  </a:cubicBezTo>
                  <a:cubicBezTo>
                    <a:pt x="158" y="254"/>
                    <a:pt x="182" y="237"/>
                    <a:pt x="206" y="213"/>
                  </a:cubicBezTo>
                  <a:cubicBezTo>
                    <a:pt x="243" y="164"/>
                    <a:pt x="243" y="110"/>
                    <a:pt x="243" y="77"/>
                  </a:cubicBezTo>
                  <a:cubicBezTo>
                    <a:pt x="227" y="61"/>
                    <a:pt x="227" y="40"/>
                    <a:pt x="206" y="24"/>
                  </a:cubicBezTo>
                  <a:cubicBezTo>
                    <a:pt x="184" y="9"/>
                    <a:pt x="158" y="1"/>
                    <a:pt x="1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3" name="Google Shape;21743;p66"/>
            <p:cNvSpPr/>
            <p:nvPr/>
          </p:nvSpPr>
          <p:spPr>
            <a:xfrm>
              <a:off x="3979250" y="2793450"/>
              <a:ext cx="5600" cy="6500"/>
            </a:xfrm>
            <a:custGeom>
              <a:avLst/>
              <a:gdLst/>
              <a:ahLst/>
              <a:cxnLst/>
              <a:rect l="l" t="t" r="r" b="b"/>
              <a:pathLst>
                <a:path w="224" h="260" extrusionOk="0">
                  <a:moveTo>
                    <a:pt x="141" y="1"/>
                  </a:moveTo>
                  <a:cubicBezTo>
                    <a:pt x="104" y="1"/>
                    <a:pt x="87" y="17"/>
                    <a:pt x="54" y="34"/>
                  </a:cubicBezTo>
                  <a:cubicBezTo>
                    <a:pt x="38" y="50"/>
                    <a:pt x="1" y="87"/>
                    <a:pt x="1" y="120"/>
                  </a:cubicBezTo>
                  <a:cubicBezTo>
                    <a:pt x="1" y="153"/>
                    <a:pt x="1" y="191"/>
                    <a:pt x="17" y="207"/>
                  </a:cubicBezTo>
                  <a:cubicBezTo>
                    <a:pt x="38" y="240"/>
                    <a:pt x="54" y="257"/>
                    <a:pt x="87" y="257"/>
                  </a:cubicBezTo>
                  <a:cubicBezTo>
                    <a:pt x="94" y="259"/>
                    <a:pt x="101" y="260"/>
                    <a:pt x="109" y="260"/>
                  </a:cubicBezTo>
                  <a:cubicBezTo>
                    <a:pt x="157" y="260"/>
                    <a:pt x="209" y="214"/>
                    <a:pt x="223" y="153"/>
                  </a:cubicBezTo>
                  <a:cubicBezTo>
                    <a:pt x="223" y="120"/>
                    <a:pt x="223" y="87"/>
                    <a:pt x="207" y="50"/>
                  </a:cubicBezTo>
                  <a:lnTo>
                    <a:pt x="190" y="34"/>
                  </a:lnTo>
                  <a:cubicBezTo>
                    <a:pt x="174" y="17"/>
                    <a:pt x="157" y="17"/>
                    <a:pt x="1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4" name="Google Shape;21744;p66"/>
            <p:cNvSpPr/>
            <p:nvPr/>
          </p:nvSpPr>
          <p:spPr>
            <a:xfrm>
              <a:off x="3975450" y="2823275"/>
              <a:ext cx="5575" cy="6350"/>
            </a:xfrm>
            <a:custGeom>
              <a:avLst/>
              <a:gdLst/>
              <a:ahLst/>
              <a:cxnLst/>
              <a:rect l="l" t="t" r="r" b="b"/>
              <a:pathLst>
                <a:path w="223" h="254" extrusionOk="0">
                  <a:moveTo>
                    <a:pt x="111" y="1"/>
                  </a:moveTo>
                  <a:cubicBezTo>
                    <a:pt x="92" y="1"/>
                    <a:pt x="76" y="14"/>
                    <a:pt x="50" y="28"/>
                  </a:cubicBezTo>
                  <a:cubicBezTo>
                    <a:pt x="33" y="45"/>
                    <a:pt x="0" y="78"/>
                    <a:pt x="0" y="111"/>
                  </a:cubicBezTo>
                  <a:cubicBezTo>
                    <a:pt x="0" y="148"/>
                    <a:pt x="0" y="181"/>
                    <a:pt x="17" y="197"/>
                  </a:cubicBezTo>
                  <a:cubicBezTo>
                    <a:pt x="33" y="234"/>
                    <a:pt x="50" y="251"/>
                    <a:pt x="87" y="251"/>
                  </a:cubicBezTo>
                  <a:cubicBezTo>
                    <a:pt x="93" y="253"/>
                    <a:pt x="99" y="254"/>
                    <a:pt x="106" y="254"/>
                  </a:cubicBezTo>
                  <a:cubicBezTo>
                    <a:pt x="153" y="254"/>
                    <a:pt x="208" y="206"/>
                    <a:pt x="223" y="148"/>
                  </a:cubicBezTo>
                  <a:cubicBezTo>
                    <a:pt x="223" y="111"/>
                    <a:pt x="223" y="78"/>
                    <a:pt x="206" y="61"/>
                  </a:cubicBezTo>
                  <a:cubicBezTo>
                    <a:pt x="206" y="45"/>
                    <a:pt x="190" y="45"/>
                    <a:pt x="190" y="28"/>
                  </a:cubicBezTo>
                  <a:cubicBezTo>
                    <a:pt x="169" y="8"/>
                    <a:pt x="153" y="8"/>
                    <a:pt x="136" y="8"/>
                  </a:cubicBezTo>
                  <a:cubicBezTo>
                    <a:pt x="127" y="3"/>
                    <a:pt x="119" y="1"/>
                    <a:pt x="1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5" name="Google Shape;21745;p66"/>
            <p:cNvSpPr/>
            <p:nvPr/>
          </p:nvSpPr>
          <p:spPr>
            <a:xfrm>
              <a:off x="3935850" y="2726875"/>
              <a:ext cx="5700" cy="570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54" y="0"/>
                  </a:moveTo>
                  <a:cubicBezTo>
                    <a:pt x="38" y="17"/>
                    <a:pt x="38" y="33"/>
                    <a:pt x="22" y="50"/>
                  </a:cubicBezTo>
                  <a:cubicBezTo>
                    <a:pt x="1" y="87"/>
                    <a:pt x="1" y="120"/>
                    <a:pt x="1" y="137"/>
                  </a:cubicBezTo>
                  <a:cubicBezTo>
                    <a:pt x="18" y="195"/>
                    <a:pt x="66" y="227"/>
                    <a:pt x="113" y="227"/>
                  </a:cubicBezTo>
                  <a:cubicBezTo>
                    <a:pt x="122" y="227"/>
                    <a:pt x="132" y="226"/>
                    <a:pt x="141" y="223"/>
                  </a:cubicBezTo>
                  <a:cubicBezTo>
                    <a:pt x="174" y="207"/>
                    <a:pt x="207" y="174"/>
                    <a:pt x="228" y="137"/>
                  </a:cubicBezTo>
                  <a:cubicBezTo>
                    <a:pt x="158" y="87"/>
                    <a:pt x="104" y="50"/>
                    <a:pt x="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6" name="Google Shape;21746;p66"/>
            <p:cNvSpPr/>
            <p:nvPr/>
          </p:nvSpPr>
          <p:spPr>
            <a:xfrm>
              <a:off x="3968525" y="2808000"/>
              <a:ext cx="6000" cy="6600"/>
            </a:xfrm>
            <a:custGeom>
              <a:avLst/>
              <a:gdLst/>
              <a:ahLst/>
              <a:cxnLst/>
              <a:rect l="l" t="t" r="r" b="b"/>
              <a:pathLst>
                <a:path w="240" h="264" extrusionOk="0">
                  <a:moveTo>
                    <a:pt x="120" y="0"/>
                  </a:moveTo>
                  <a:cubicBezTo>
                    <a:pt x="71" y="21"/>
                    <a:pt x="34" y="54"/>
                    <a:pt x="17" y="124"/>
                  </a:cubicBezTo>
                  <a:cubicBezTo>
                    <a:pt x="1" y="157"/>
                    <a:pt x="17" y="190"/>
                    <a:pt x="34" y="206"/>
                  </a:cubicBezTo>
                  <a:cubicBezTo>
                    <a:pt x="54" y="243"/>
                    <a:pt x="71" y="260"/>
                    <a:pt x="104" y="260"/>
                  </a:cubicBezTo>
                  <a:cubicBezTo>
                    <a:pt x="111" y="262"/>
                    <a:pt x="118" y="263"/>
                    <a:pt x="125" y="263"/>
                  </a:cubicBezTo>
                  <a:cubicBezTo>
                    <a:pt x="174" y="263"/>
                    <a:pt x="226" y="218"/>
                    <a:pt x="240" y="157"/>
                  </a:cubicBezTo>
                  <a:lnTo>
                    <a:pt x="240" y="124"/>
                  </a:lnTo>
                  <a:cubicBezTo>
                    <a:pt x="240" y="87"/>
                    <a:pt x="223" y="54"/>
                    <a:pt x="207" y="37"/>
                  </a:cubicBezTo>
                  <a:cubicBezTo>
                    <a:pt x="191" y="21"/>
                    <a:pt x="174" y="21"/>
                    <a:pt x="158" y="21"/>
                  </a:cubicBezTo>
                  <a:cubicBezTo>
                    <a:pt x="137" y="0"/>
                    <a:pt x="137" y="0"/>
                    <a:pt x="1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7" name="Google Shape;21747;p66"/>
            <p:cNvSpPr/>
            <p:nvPr/>
          </p:nvSpPr>
          <p:spPr>
            <a:xfrm>
              <a:off x="3963800" y="2837675"/>
              <a:ext cx="6100" cy="6525"/>
            </a:xfrm>
            <a:custGeom>
              <a:avLst/>
              <a:gdLst/>
              <a:ahLst/>
              <a:cxnLst/>
              <a:rect l="l" t="t" r="r" b="b"/>
              <a:pathLst>
                <a:path w="244" h="261" extrusionOk="0">
                  <a:moveTo>
                    <a:pt x="140" y="1"/>
                  </a:moveTo>
                  <a:cubicBezTo>
                    <a:pt x="87" y="1"/>
                    <a:pt x="17" y="50"/>
                    <a:pt x="0" y="120"/>
                  </a:cubicBezTo>
                  <a:cubicBezTo>
                    <a:pt x="0" y="153"/>
                    <a:pt x="0" y="190"/>
                    <a:pt x="17" y="207"/>
                  </a:cubicBezTo>
                  <a:cubicBezTo>
                    <a:pt x="37" y="240"/>
                    <a:pt x="54" y="256"/>
                    <a:pt x="87" y="256"/>
                  </a:cubicBezTo>
                  <a:cubicBezTo>
                    <a:pt x="97" y="259"/>
                    <a:pt x="107" y="261"/>
                    <a:pt x="116" y="261"/>
                  </a:cubicBezTo>
                  <a:cubicBezTo>
                    <a:pt x="171" y="261"/>
                    <a:pt x="209" y="213"/>
                    <a:pt x="223" y="153"/>
                  </a:cubicBezTo>
                  <a:cubicBezTo>
                    <a:pt x="243" y="120"/>
                    <a:pt x="223" y="87"/>
                    <a:pt x="206" y="50"/>
                  </a:cubicBezTo>
                  <a:cubicBezTo>
                    <a:pt x="206" y="50"/>
                    <a:pt x="206" y="34"/>
                    <a:pt x="190" y="34"/>
                  </a:cubicBezTo>
                  <a:cubicBezTo>
                    <a:pt x="190" y="17"/>
                    <a:pt x="173" y="17"/>
                    <a:pt x="1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8" name="Google Shape;21748;p66"/>
            <p:cNvSpPr/>
            <p:nvPr/>
          </p:nvSpPr>
          <p:spPr>
            <a:xfrm>
              <a:off x="3977100" y="2776575"/>
              <a:ext cx="5675" cy="6350"/>
            </a:xfrm>
            <a:custGeom>
              <a:avLst/>
              <a:gdLst/>
              <a:ahLst/>
              <a:cxnLst/>
              <a:rect l="l" t="t" r="r" b="b"/>
              <a:pathLst>
                <a:path w="227" h="254" extrusionOk="0">
                  <a:moveTo>
                    <a:pt x="120" y="1"/>
                  </a:moveTo>
                  <a:cubicBezTo>
                    <a:pt x="71" y="1"/>
                    <a:pt x="18" y="49"/>
                    <a:pt x="0" y="107"/>
                  </a:cubicBezTo>
                  <a:cubicBezTo>
                    <a:pt x="0" y="144"/>
                    <a:pt x="0" y="177"/>
                    <a:pt x="21" y="194"/>
                  </a:cubicBezTo>
                  <a:cubicBezTo>
                    <a:pt x="37" y="226"/>
                    <a:pt x="54" y="247"/>
                    <a:pt x="87" y="247"/>
                  </a:cubicBezTo>
                  <a:cubicBezTo>
                    <a:pt x="97" y="252"/>
                    <a:pt x="106" y="254"/>
                    <a:pt x="114" y="254"/>
                  </a:cubicBezTo>
                  <a:cubicBezTo>
                    <a:pt x="135" y="254"/>
                    <a:pt x="150" y="241"/>
                    <a:pt x="173" y="226"/>
                  </a:cubicBezTo>
                  <a:cubicBezTo>
                    <a:pt x="190" y="210"/>
                    <a:pt x="206" y="177"/>
                    <a:pt x="227" y="144"/>
                  </a:cubicBezTo>
                  <a:cubicBezTo>
                    <a:pt x="227" y="107"/>
                    <a:pt x="227" y="74"/>
                    <a:pt x="206" y="57"/>
                  </a:cubicBezTo>
                  <a:cubicBezTo>
                    <a:pt x="206" y="41"/>
                    <a:pt x="206" y="41"/>
                    <a:pt x="190" y="20"/>
                  </a:cubicBezTo>
                  <a:cubicBezTo>
                    <a:pt x="173" y="4"/>
                    <a:pt x="157" y="4"/>
                    <a:pt x="140" y="4"/>
                  </a:cubicBezTo>
                  <a:cubicBezTo>
                    <a:pt x="134" y="2"/>
                    <a:pt x="127" y="1"/>
                    <a:pt x="1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49" name="Google Shape;21749;p66"/>
          <p:cNvSpPr/>
          <p:nvPr/>
        </p:nvSpPr>
        <p:spPr>
          <a:xfrm rot="5400000" flipH="1">
            <a:off x="8004039" y="4590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0" name="Google Shape;21750;p66"/>
          <p:cNvSpPr/>
          <p:nvPr/>
        </p:nvSpPr>
        <p:spPr>
          <a:xfrm rot="5400000" flipH="1">
            <a:off x="509789" y="3471042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1" name="Google Shape;21751;p66"/>
          <p:cNvSpPr txBox="1">
            <a:spLocks noGrp="1"/>
          </p:cNvSpPr>
          <p:nvPr>
            <p:ph type="title" idx="2"/>
          </p:nvPr>
        </p:nvSpPr>
        <p:spPr>
          <a:xfrm>
            <a:off x="5350525" y="1252838"/>
            <a:ext cx="878100" cy="5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752" name="Google Shape;21752;p66"/>
          <p:cNvSpPr/>
          <p:nvPr/>
        </p:nvSpPr>
        <p:spPr>
          <a:xfrm rot="5400000" flipH="1">
            <a:off x="-151022" y="-875071"/>
            <a:ext cx="2561723" cy="2810772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3" name="Google Shape;21753;p66"/>
          <p:cNvSpPr/>
          <p:nvPr/>
        </p:nvSpPr>
        <p:spPr>
          <a:xfrm rot="5400000" flipH="1">
            <a:off x="1469189" y="883991"/>
            <a:ext cx="496898" cy="406573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3A207-52EB-889E-B0D4-7BEED0B2C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Revenue by Product Category</a:t>
            </a:r>
            <a:endParaRPr lang="en-ZA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1D89C9A-4124-FC71-31A7-83962D66C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5241257"/>
              </p:ext>
            </p:extLst>
          </p:nvPr>
        </p:nvGraphicFramePr>
        <p:xfrm>
          <a:off x="2179320" y="16040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9BE43206-AAB6-EF66-315A-E5CE7C466EA0}"/>
              </a:ext>
            </a:extLst>
          </p:cNvPr>
          <p:cNvSpPr txBox="1">
            <a:spLocks/>
          </p:cNvSpPr>
          <p:nvPr/>
        </p:nvSpPr>
        <p:spPr>
          <a:xfrm>
            <a:off x="720000" y="4347210"/>
            <a:ext cx="770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erkshire Swash"/>
              <a:buNone/>
              <a:defRPr sz="2800" b="0" i="0" u="none" strike="noStrike" cap="none">
                <a:solidFill>
                  <a:schemeClr val="accent2"/>
                </a:solidFill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rial Nova Cond Light" panose="020B0306020202020204" pitchFamily="34" charset="0"/>
              </a:rPr>
              <a:t>Coffee generates more sales than all other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rial Nova Cond Light" panose="020B0306020202020204" pitchFamily="34" charset="0"/>
              </a:rPr>
              <a:t>Tea is the second highest</a:t>
            </a:r>
            <a:endParaRPr lang="en-ZA" sz="1400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64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5" name="Google Shape;23675;p8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Revenue By Store Location &amp; Month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6065B0-F5D5-AB3C-7C30-1F081E0A50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874845"/>
              </p:ext>
            </p:extLst>
          </p:nvPr>
        </p:nvGraphicFramePr>
        <p:xfrm>
          <a:off x="1017270" y="1428750"/>
          <a:ext cx="6987540" cy="306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26325;p125">
            <a:extLst>
              <a:ext uri="{FF2B5EF4-FFF2-40B4-BE49-F238E27FC236}">
                <a16:creationId xmlns:a16="http://schemas.microsoft.com/office/drawing/2014/main" id="{411D03BE-8320-D68F-5EA5-D505DE347B5B}"/>
              </a:ext>
            </a:extLst>
          </p:cNvPr>
          <p:cNvSpPr/>
          <p:nvPr/>
        </p:nvSpPr>
        <p:spPr>
          <a:xfrm>
            <a:off x="2222288" y="651250"/>
            <a:ext cx="364875" cy="470200"/>
          </a:xfrm>
          <a:custGeom>
            <a:avLst/>
            <a:gdLst/>
            <a:ahLst/>
            <a:cxnLst/>
            <a:rect l="l" t="t" r="r" b="b"/>
            <a:pathLst>
              <a:path w="14595" h="18808" extrusionOk="0">
                <a:moveTo>
                  <a:pt x="7298" y="0"/>
                </a:moveTo>
                <a:cubicBezTo>
                  <a:pt x="7147" y="0"/>
                  <a:pt x="6997" y="75"/>
                  <a:pt x="6891" y="196"/>
                </a:cubicBezTo>
                <a:cubicBezTo>
                  <a:pt x="6876" y="211"/>
                  <a:pt x="5161" y="2182"/>
                  <a:pt x="3476" y="4589"/>
                </a:cubicBezTo>
                <a:cubicBezTo>
                  <a:pt x="1174" y="7884"/>
                  <a:pt x="0" y="10427"/>
                  <a:pt x="0" y="12142"/>
                </a:cubicBezTo>
                <a:cubicBezTo>
                  <a:pt x="0" y="14143"/>
                  <a:pt x="753" y="15843"/>
                  <a:pt x="2167" y="17062"/>
                </a:cubicBezTo>
                <a:cubicBezTo>
                  <a:pt x="3491" y="18190"/>
                  <a:pt x="5312" y="18807"/>
                  <a:pt x="7298" y="18807"/>
                </a:cubicBezTo>
                <a:cubicBezTo>
                  <a:pt x="9299" y="18807"/>
                  <a:pt x="11119" y="18190"/>
                  <a:pt x="12428" y="17062"/>
                </a:cubicBezTo>
                <a:cubicBezTo>
                  <a:pt x="13843" y="15843"/>
                  <a:pt x="14595" y="14143"/>
                  <a:pt x="14595" y="12142"/>
                </a:cubicBezTo>
                <a:cubicBezTo>
                  <a:pt x="14595" y="10427"/>
                  <a:pt x="13421" y="7884"/>
                  <a:pt x="11119" y="4589"/>
                </a:cubicBezTo>
                <a:cubicBezTo>
                  <a:pt x="9434" y="2182"/>
                  <a:pt x="7734" y="211"/>
                  <a:pt x="7719" y="196"/>
                </a:cubicBezTo>
                <a:cubicBezTo>
                  <a:pt x="7614" y="75"/>
                  <a:pt x="7463" y="0"/>
                  <a:pt x="72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4B9B76-604B-5F41-CF43-5194E910A762}"/>
              </a:ext>
            </a:extLst>
          </p:cNvPr>
          <p:cNvSpPr txBox="1">
            <a:spLocks/>
          </p:cNvSpPr>
          <p:nvPr/>
        </p:nvSpPr>
        <p:spPr>
          <a:xfrm>
            <a:off x="355727" y="4341950"/>
            <a:ext cx="770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erkshire Swash"/>
              <a:buNone/>
              <a:defRPr sz="2800" b="0" i="0" u="none" strike="noStrike" cap="none">
                <a:solidFill>
                  <a:schemeClr val="accent2"/>
                </a:solidFill>
                <a:latin typeface="Berkshire Swash"/>
                <a:ea typeface="Berkshire Swash"/>
                <a:cs typeface="Berkshire Swash"/>
                <a:sym typeface="Berkshire Swas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rial Nova Light" panose="020B0304020202020204" pitchFamily="34" charset="0"/>
              </a:rPr>
              <a:t>Coffee generates more sales than all other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rial Nova Light" panose="020B0304020202020204" pitchFamily="34" charset="0"/>
              </a:rPr>
              <a:t>Tea is the second highest</a:t>
            </a:r>
            <a:endParaRPr lang="en-ZA" sz="1400" dirty="0">
              <a:latin typeface="Arial Nova Light" panose="020B03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46B90-1E56-71F6-AC7E-60E0C47B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60449" y="200347"/>
            <a:ext cx="6824545" cy="60667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Pie Chart of Revenue By Store Location</a:t>
            </a:r>
            <a:endParaRPr lang="en-ZA" dirty="0">
              <a:solidFill>
                <a:schemeClr val="bg1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E1F2273-94BB-C157-C15F-7B1A11DEE7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906982"/>
              </p:ext>
            </p:extLst>
          </p:nvPr>
        </p:nvGraphicFramePr>
        <p:xfrm>
          <a:off x="605883" y="13860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F1FDF1-0D2A-BA47-9AFC-302BE31A19BA}"/>
              </a:ext>
            </a:extLst>
          </p:cNvPr>
          <p:cNvSpPr txBox="1"/>
          <p:nvPr/>
        </p:nvSpPr>
        <p:spPr>
          <a:xfrm>
            <a:off x="5470656" y="1386004"/>
            <a:ext cx="30674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 Nova Light" panose="020B0304020202020204" pitchFamily="34" charset="0"/>
              </a:rPr>
              <a:t>Hell’s Kitchen Makes more sales than all other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</p:txBody>
      </p:sp>
      <p:grpSp>
        <p:nvGrpSpPr>
          <p:cNvPr id="23712" name="Google Shape;23712;p83"/>
          <p:cNvGrpSpPr/>
          <p:nvPr/>
        </p:nvGrpSpPr>
        <p:grpSpPr>
          <a:xfrm>
            <a:off x="8047807" y="266556"/>
            <a:ext cx="548753" cy="474259"/>
            <a:chOff x="1906087" y="1907563"/>
            <a:chExt cx="548753" cy="474259"/>
          </a:xfrm>
        </p:grpSpPr>
        <p:sp>
          <p:nvSpPr>
            <p:cNvPr id="23713" name="Google Shape;23713;p83"/>
            <p:cNvSpPr/>
            <p:nvPr/>
          </p:nvSpPr>
          <p:spPr>
            <a:xfrm>
              <a:off x="1906087" y="1907563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4" name="Google Shape;23714;p83"/>
            <p:cNvSpPr/>
            <p:nvPr/>
          </p:nvSpPr>
          <p:spPr>
            <a:xfrm>
              <a:off x="2121864" y="2269747"/>
              <a:ext cx="184474" cy="37781"/>
            </a:xfrm>
            <a:custGeom>
              <a:avLst/>
              <a:gdLst/>
              <a:ahLst/>
              <a:cxnLst/>
              <a:rect l="l" t="t" r="r" b="b"/>
              <a:pathLst>
                <a:path w="10654" h="2182" extrusionOk="0">
                  <a:moveTo>
                    <a:pt x="1" y="0"/>
                  </a:moveTo>
                  <a:lnTo>
                    <a:pt x="181" y="1685"/>
                  </a:lnTo>
                  <a:cubicBezTo>
                    <a:pt x="212" y="1971"/>
                    <a:pt x="452" y="2182"/>
                    <a:pt x="738" y="2182"/>
                  </a:cubicBezTo>
                  <a:lnTo>
                    <a:pt x="9916" y="2182"/>
                  </a:lnTo>
                  <a:cubicBezTo>
                    <a:pt x="10187" y="2182"/>
                    <a:pt x="10428" y="1971"/>
                    <a:pt x="10458" y="1685"/>
                  </a:cubicBezTo>
                  <a:lnTo>
                    <a:pt x="106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5" name="Google Shape;23715;p83"/>
            <p:cNvSpPr/>
            <p:nvPr/>
          </p:nvSpPr>
          <p:spPr>
            <a:xfrm>
              <a:off x="2192474" y="2169703"/>
              <a:ext cx="42993" cy="41712"/>
            </a:xfrm>
            <a:custGeom>
              <a:avLst/>
              <a:gdLst/>
              <a:ahLst/>
              <a:cxnLst/>
              <a:rect l="l" t="t" r="r" b="b"/>
              <a:pathLst>
                <a:path w="2483" h="2409" extrusionOk="0">
                  <a:moveTo>
                    <a:pt x="2092" y="1"/>
                  </a:moveTo>
                  <a:cubicBezTo>
                    <a:pt x="1655" y="1"/>
                    <a:pt x="1114" y="257"/>
                    <a:pt x="707" y="678"/>
                  </a:cubicBezTo>
                  <a:cubicBezTo>
                    <a:pt x="392" y="994"/>
                    <a:pt x="166" y="1400"/>
                    <a:pt x="76" y="1776"/>
                  </a:cubicBezTo>
                  <a:cubicBezTo>
                    <a:pt x="0" y="2092"/>
                    <a:pt x="61" y="2288"/>
                    <a:pt x="106" y="2348"/>
                  </a:cubicBezTo>
                  <a:cubicBezTo>
                    <a:pt x="151" y="2378"/>
                    <a:pt x="241" y="2408"/>
                    <a:pt x="392" y="2408"/>
                  </a:cubicBezTo>
                  <a:cubicBezTo>
                    <a:pt x="843" y="2408"/>
                    <a:pt x="1369" y="2152"/>
                    <a:pt x="1776" y="1746"/>
                  </a:cubicBezTo>
                  <a:cubicBezTo>
                    <a:pt x="2092" y="1430"/>
                    <a:pt x="2332" y="1024"/>
                    <a:pt x="2408" y="648"/>
                  </a:cubicBezTo>
                  <a:cubicBezTo>
                    <a:pt x="2483" y="332"/>
                    <a:pt x="2423" y="121"/>
                    <a:pt x="2378" y="76"/>
                  </a:cubicBezTo>
                  <a:cubicBezTo>
                    <a:pt x="2347" y="46"/>
                    <a:pt x="2257" y="1"/>
                    <a:pt x="2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6" name="Google Shape;23716;p83"/>
            <p:cNvSpPr/>
            <p:nvPr/>
          </p:nvSpPr>
          <p:spPr>
            <a:xfrm>
              <a:off x="2105987" y="2132718"/>
              <a:ext cx="215987" cy="118019"/>
            </a:xfrm>
            <a:custGeom>
              <a:avLst/>
              <a:gdLst/>
              <a:ahLst/>
              <a:cxnLst/>
              <a:rect l="l" t="t" r="r" b="b"/>
              <a:pathLst>
                <a:path w="12474" h="6816" extrusionOk="0">
                  <a:moveTo>
                    <a:pt x="7087" y="1038"/>
                  </a:moveTo>
                  <a:cubicBezTo>
                    <a:pt x="7523" y="1038"/>
                    <a:pt x="7899" y="1174"/>
                    <a:pt x="8155" y="1430"/>
                  </a:cubicBezTo>
                  <a:cubicBezTo>
                    <a:pt x="8501" y="1791"/>
                    <a:pt x="8621" y="2362"/>
                    <a:pt x="8486" y="3024"/>
                  </a:cubicBezTo>
                  <a:cubicBezTo>
                    <a:pt x="8351" y="3611"/>
                    <a:pt x="8020" y="4198"/>
                    <a:pt x="7553" y="4664"/>
                  </a:cubicBezTo>
                  <a:cubicBezTo>
                    <a:pt x="6936" y="5281"/>
                    <a:pt x="6124" y="5657"/>
                    <a:pt x="5387" y="5657"/>
                  </a:cubicBezTo>
                  <a:cubicBezTo>
                    <a:pt x="4950" y="5657"/>
                    <a:pt x="4589" y="5522"/>
                    <a:pt x="4333" y="5266"/>
                  </a:cubicBezTo>
                  <a:cubicBezTo>
                    <a:pt x="3972" y="4905"/>
                    <a:pt x="3852" y="4333"/>
                    <a:pt x="4002" y="3671"/>
                  </a:cubicBezTo>
                  <a:cubicBezTo>
                    <a:pt x="4123" y="3085"/>
                    <a:pt x="4454" y="2498"/>
                    <a:pt x="4920" y="2031"/>
                  </a:cubicBezTo>
                  <a:cubicBezTo>
                    <a:pt x="5537" y="1415"/>
                    <a:pt x="6349" y="1038"/>
                    <a:pt x="7087" y="1038"/>
                  </a:cubicBezTo>
                  <a:close/>
                  <a:moveTo>
                    <a:pt x="0" y="0"/>
                  </a:moveTo>
                  <a:lnTo>
                    <a:pt x="783" y="6816"/>
                  </a:lnTo>
                  <a:lnTo>
                    <a:pt x="11691" y="6816"/>
                  </a:lnTo>
                  <a:lnTo>
                    <a:pt x="124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7" name="Google Shape;23717;p83"/>
            <p:cNvSpPr/>
            <p:nvPr/>
          </p:nvSpPr>
          <p:spPr>
            <a:xfrm>
              <a:off x="2101294" y="2090764"/>
              <a:ext cx="225355" cy="22683"/>
            </a:xfrm>
            <a:custGeom>
              <a:avLst/>
              <a:gdLst/>
              <a:ahLst/>
              <a:cxnLst/>
              <a:rect l="l" t="t" r="r" b="b"/>
              <a:pathLst>
                <a:path w="13015" h="1310" extrusionOk="0">
                  <a:moveTo>
                    <a:pt x="0" y="1"/>
                  </a:moveTo>
                  <a:lnTo>
                    <a:pt x="151" y="1310"/>
                  </a:lnTo>
                  <a:lnTo>
                    <a:pt x="12864" y="1310"/>
                  </a:lnTo>
                  <a:lnTo>
                    <a:pt x="130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8" name="Google Shape;23718;p83"/>
            <p:cNvSpPr/>
            <p:nvPr/>
          </p:nvSpPr>
          <p:spPr>
            <a:xfrm>
              <a:off x="2120046" y="1981872"/>
              <a:ext cx="187850" cy="33366"/>
            </a:xfrm>
            <a:custGeom>
              <a:avLst/>
              <a:gdLst/>
              <a:ahLst/>
              <a:cxnLst/>
              <a:rect l="l" t="t" r="r" b="b"/>
              <a:pathLst>
                <a:path w="10849" h="1927" extrusionOk="0">
                  <a:moveTo>
                    <a:pt x="903" y="1"/>
                  </a:moveTo>
                  <a:cubicBezTo>
                    <a:pt x="648" y="1"/>
                    <a:pt x="437" y="166"/>
                    <a:pt x="377" y="422"/>
                  </a:cubicBezTo>
                  <a:lnTo>
                    <a:pt x="1" y="1927"/>
                  </a:lnTo>
                  <a:lnTo>
                    <a:pt x="10849" y="1927"/>
                  </a:lnTo>
                  <a:lnTo>
                    <a:pt x="10488" y="422"/>
                  </a:lnTo>
                  <a:cubicBezTo>
                    <a:pt x="10427" y="166"/>
                    <a:pt x="10202" y="1"/>
                    <a:pt x="9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9" name="Google Shape;23719;p83"/>
            <p:cNvSpPr/>
            <p:nvPr/>
          </p:nvSpPr>
          <p:spPr>
            <a:xfrm>
              <a:off x="2082525" y="2034232"/>
              <a:ext cx="263153" cy="37279"/>
            </a:xfrm>
            <a:custGeom>
              <a:avLst/>
              <a:gdLst/>
              <a:ahLst/>
              <a:cxnLst/>
              <a:rect l="l" t="t" r="r" b="b"/>
              <a:pathLst>
                <a:path w="15198" h="2153" extrusionOk="0">
                  <a:moveTo>
                    <a:pt x="543" y="1"/>
                  </a:moveTo>
                  <a:cubicBezTo>
                    <a:pt x="242" y="1"/>
                    <a:pt x="1" y="166"/>
                    <a:pt x="1" y="362"/>
                  </a:cubicBezTo>
                  <a:lnTo>
                    <a:pt x="1" y="1791"/>
                  </a:lnTo>
                  <a:cubicBezTo>
                    <a:pt x="1" y="2002"/>
                    <a:pt x="242" y="2153"/>
                    <a:pt x="543" y="2153"/>
                  </a:cubicBezTo>
                  <a:lnTo>
                    <a:pt x="14641" y="2153"/>
                  </a:lnTo>
                  <a:cubicBezTo>
                    <a:pt x="14941" y="2153"/>
                    <a:pt x="15197" y="2002"/>
                    <a:pt x="15197" y="1791"/>
                  </a:cubicBezTo>
                  <a:lnTo>
                    <a:pt x="15197" y="362"/>
                  </a:lnTo>
                  <a:cubicBezTo>
                    <a:pt x="15197" y="166"/>
                    <a:pt x="14941" y="1"/>
                    <a:pt x="146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7203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4" name="Google Shape;23704;p8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Representation</a:t>
            </a:r>
            <a:endParaRPr dirty="0"/>
          </a:p>
        </p:txBody>
      </p:sp>
      <p:grpSp>
        <p:nvGrpSpPr>
          <p:cNvPr id="23706" name="Google Shape;23706;p83"/>
          <p:cNvGrpSpPr/>
          <p:nvPr/>
        </p:nvGrpSpPr>
        <p:grpSpPr>
          <a:xfrm>
            <a:off x="2052362" y="614801"/>
            <a:ext cx="548574" cy="474105"/>
            <a:chOff x="1906130" y="3701675"/>
            <a:chExt cx="548574" cy="474105"/>
          </a:xfrm>
        </p:grpSpPr>
        <p:sp>
          <p:nvSpPr>
            <p:cNvPr id="23707" name="Google Shape;23707;p83"/>
            <p:cNvSpPr/>
            <p:nvPr/>
          </p:nvSpPr>
          <p:spPr>
            <a:xfrm>
              <a:off x="1906130" y="3701675"/>
              <a:ext cx="548574" cy="474105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8" name="Google Shape;23708;p83"/>
            <p:cNvSpPr/>
            <p:nvPr/>
          </p:nvSpPr>
          <p:spPr>
            <a:xfrm>
              <a:off x="2161770" y="4027735"/>
              <a:ext cx="48811" cy="47278"/>
            </a:xfrm>
            <a:custGeom>
              <a:avLst/>
              <a:gdLst/>
              <a:ahLst/>
              <a:cxnLst/>
              <a:rect l="l" t="t" r="r" b="b"/>
              <a:pathLst>
                <a:path w="2484" h="2406" extrusionOk="0">
                  <a:moveTo>
                    <a:pt x="2092" y="0"/>
                  </a:moveTo>
                  <a:cubicBezTo>
                    <a:pt x="2002" y="0"/>
                    <a:pt x="1912" y="15"/>
                    <a:pt x="1806" y="30"/>
                  </a:cubicBezTo>
                  <a:cubicBezTo>
                    <a:pt x="1415" y="121"/>
                    <a:pt x="1024" y="346"/>
                    <a:pt x="708" y="662"/>
                  </a:cubicBezTo>
                  <a:cubicBezTo>
                    <a:pt x="377" y="978"/>
                    <a:pt x="151" y="1384"/>
                    <a:pt x="61" y="1776"/>
                  </a:cubicBezTo>
                  <a:cubicBezTo>
                    <a:pt x="1" y="2092"/>
                    <a:pt x="46" y="2287"/>
                    <a:pt x="106" y="2332"/>
                  </a:cubicBezTo>
                  <a:cubicBezTo>
                    <a:pt x="136" y="2372"/>
                    <a:pt x="233" y="2406"/>
                    <a:pt x="388" y="2406"/>
                  </a:cubicBezTo>
                  <a:cubicBezTo>
                    <a:pt x="466" y="2406"/>
                    <a:pt x="558" y="2397"/>
                    <a:pt x="663" y="2377"/>
                  </a:cubicBezTo>
                  <a:cubicBezTo>
                    <a:pt x="1054" y="2287"/>
                    <a:pt x="1460" y="2061"/>
                    <a:pt x="1776" y="1745"/>
                  </a:cubicBezTo>
                  <a:cubicBezTo>
                    <a:pt x="2092" y="1414"/>
                    <a:pt x="2318" y="1023"/>
                    <a:pt x="2408" y="632"/>
                  </a:cubicBezTo>
                  <a:cubicBezTo>
                    <a:pt x="2483" y="316"/>
                    <a:pt x="2423" y="121"/>
                    <a:pt x="2378" y="60"/>
                  </a:cubicBezTo>
                  <a:cubicBezTo>
                    <a:pt x="2333" y="30"/>
                    <a:pt x="2243" y="0"/>
                    <a:pt x="20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9" name="Google Shape;23709;p83"/>
            <p:cNvSpPr/>
            <p:nvPr/>
          </p:nvSpPr>
          <p:spPr>
            <a:xfrm>
              <a:off x="2082536" y="3981004"/>
              <a:ext cx="207268" cy="148141"/>
            </a:xfrm>
            <a:custGeom>
              <a:avLst/>
              <a:gdLst/>
              <a:ahLst/>
              <a:cxnLst/>
              <a:rect l="l" t="t" r="r" b="b"/>
              <a:pathLst>
                <a:path w="10548" h="7539" extrusionOk="0">
                  <a:moveTo>
                    <a:pt x="6099" y="1271"/>
                  </a:moveTo>
                  <a:cubicBezTo>
                    <a:pt x="6542" y="1271"/>
                    <a:pt x="6928" y="1406"/>
                    <a:pt x="7192" y="1671"/>
                  </a:cubicBezTo>
                  <a:cubicBezTo>
                    <a:pt x="7539" y="2017"/>
                    <a:pt x="7659" y="2604"/>
                    <a:pt x="7523" y="3251"/>
                  </a:cubicBezTo>
                  <a:cubicBezTo>
                    <a:pt x="7388" y="3838"/>
                    <a:pt x="7057" y="4424"/>
                    <a:pt x="6591" y="4906"/>
                  </a:cubicBezTo>
                  <a:cubicBezTo>
                    <a:pt x="6124" y="5372"/>
                    <a:pt x="5537" y="5703"/>
                    <a:pt x="4936" y="5824"/>
                  </a:cubicBezTo>
                  <a:cubicBezTo>
                    <a:pt x="4755" y="5869"/>
                    <a:pt x="4590" y="5884"/>
                    <a:pt x="4424" y="5884"/>
                  </a:cubicBezTo>
                  <a:cubicBezTo>
                    <a:pt x="3988" y="5884"/>
                    <a:pt x="3612" y="5748"/>
                    <a:pt x="3356" y="5493"/>
                  </a:cubicBezTo>
                  <a:cubicBezTo>
                    <a:pt x="2995" y="5147"/>
                    <a:pt x="2874" y="4560"/>
                    <a:pt x="3025" y="3913"/>
                  </a:cubicBezTo>
                  <a:cubicBezTo>
                    <a:pt x="3145" y="3311"/>
                    <a:pt x="3476" y="2739"/>
                    <a:pt x="3958" y="2258"/>
                  </a:cubicBezTo>
                  <a:cubicBezTo>
                    <a:pt x="4424" y="1791"/>
                    <a:pt x="5011" y="1460"/>
                    <a:pt x="5598" y="1325"/>
                  </a:cubicBezTo>
                  <a:cubicBezTo>
                    <a:pt x="5770" y="1289"/>
                    <a:pt x="5939" y="1271"/>
                    <a:pt x="6099" y="1271"/>
                  </a:cubicBezTo>
                  <a:close/>
                  <a:moveTo>
                    <a:pt x="1" y="1"/>
                  </a:moveTo>
                  <a:lnTo>
                    <a:pt x="1355" y="7103"/>
                  </a:lnTo>
                  <a:cubicBezTo>
                    <a:pt x="1400" y="7358"/>
                    <a:pt x="1626" y="7539"/>
                    <a:pt x="1896" y="7539"/>
                  </a:cubicBezTo>
                  <a:lnTo>
                    <a:pt x="8652" y="7539"/>
                  </a:lnTo>
                  <a:cubicBezTo>
                    <a:pt x="8908" y="7539"/>
                    <a:pt x="9133" y="7358"/>
                    <a:pt x="9194" y="7103"/>
                  </a:cubicBezTo>
                  <a:lnTo>
                    <a:pt x="10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0" name="Google Shape;23710;p83"/>
            <p:cNvSpPr/>
            <p:nvPr/>
          </p:nvSpPr>
          <p:spPr>
            <a:xfrm>
              <a:off x="2081947" y="3759555"/>
              <a:ext cx="208152" cy="108822"/>
            </a:xfrm>
            <a:custGeom>
              <a:avLst/>
              <a:gdLst/>
              <a:ahLst/>
              <a:cxnLst/>
              <a:rect l="l" t="t" r="r" b="b"/>
              <a:pathLst>
                <a:path w="10593" h="5538" extrusionOk="0">
                  <a:moveTo>
                    <a:pt x="8261" y="1"/>
                  </a:moveTo>
                  <a:cubicBezTo>
                    <a:pt x="7945" y="1"/>
                    <a:pt x="7704" y="256"/>
                    <a:pt x="7704" y="557"/>
                  </a:cubicBezTo>
                  <a:lnTo>
                    <a:pt x="7704" y="1866"/>
                  </a:lnTo>
                  <a:cubicBezTo>
                    <a:pt x="6982" y="1505"/>
                    <a:pt x="6154" y="1295"/>
                    <a:pt x="5297" y="1295"/>
                  </a:cubicBezTo>
                  <a:cubicBezTo>
                    <a:pt x="2724" y="1295"/>
                    <a:pt x="572" y="3115"/>
                    <a:pt x="0" y="5538"/>
                  </a:cubicBezTo>
                  <a:lnTo>
                    <a:pt x="10593" y="5538"/>
                  </a:lnTo>
                  <a:cubicBezTo>
                    <a:pt x="10322" y="4379"/>
                    <a:pt x="9690" y="3356"/>
                    <a:pt x="8802" y="2604"/>
                  </a:cubicBezTo>
                  <a:lnTo>
                    <a:pt x="8802" y="1114"/>
                  </a:lnTo>
                  <a:lnTo>
                    <a:pt x="9795" y="1114"/>
                  </a:lnTo>
                  <a:cubicBezTo>
                    <a:pt x="10096" y="1114"/>
                    <a:pt x="10337" y="858"/>
                    <a:pt x="10337" y="557"/>
                  </a:cubicBezTo>
                  <a:cubicBezTo>
                    <a:pt x="10337" y="256"/>
                    <a:pt x="10096" y="1"/>
                    <a:pt x="9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1" name="Google Shape;23711;p83"/>
            <p:cNvSpPr/>
            <p:nvPr/>
          </p:nvSpPr>
          <p:spPr>
            <a:xfrm>
              <a:off x="2054455" y="3890235"/>
              <a:ext cx="263133" cy="69207"/>
            </a:xfrm>
            <a:custGeom>
              <a:avLst/>
              <a:gdLst/>
              <a:ahLst/>
              <a:cxnLst/>
              <a:rect l="l" t="t" r="r" b="b"/>
              <a:pathLst>
                <a:path w="13391" h="3522" extrusionOk="0">
                  <a:moveTo>
                    <a:pt x="557" y="1"/>
                  </a:moveTo>
                  <a:cubicBezTo>
                    <a:pt x="241" y="1"/>
                    <a:pt x="0" y="242"/>
                    <a:pt x="0" y="558"/>
                  </a:cubicBezTo>
                  <a:lnTo>
                    <a:pt x="0" y="2965"/>
                  </a:lnTo>
                  <a:cubicBezTo>
                    <a:pt x="0" y="3266"/>
                    <a:pt x="241" y="3522"/>
                    <a:pt x="557" y="3522"/>
                  </a:cubicBezTo>
                  <a:lnTo>
                    <a:pt x="12849" y="3522"/>
                  </a:lnTo>
                  <a:cubicBezTo>
                    <a:pt x="13150" y="3522"/>
                    <a:pt x="13391" y="3266"/>
                    <a:pt x="13391" y="2965"/>
                  </a:cubicBezTo>
                  <a:lnTo>
                    <a:pt x="13391" y="558"/>
                  </a:lnTo>
                  <a:cubicBezTo>
                    <a:pt x="13391" y="242"/>
                    <a:pt x="13150" y="1"/>
                    <a:pt x="12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25AD6A2-234B-E5E5-8A21-BB02505234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799606"/>
              </p:ext>
            </p:extLst>
          </p:nvPr>
        </p:nvGraphicFramePr>
        <p:xfrm>
          <a:off x="720000" y="1459439"/>
          <a:ext cx="68656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E3A988A-8C5F-3B83-643C-CF5188A5AD89}"/>
              </a:ext>
            </a:extLst>
          </p:cNvPr>
          <p:cNvSpPr txBox="1"/>
          <p:nvPr/>
        </p:nvSpPr>
        <p:spPr>
          <a:xfrm>
            <a:off x="2356813" y="4340139"/>
            <a:ext cx="66498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Coffee makes the most sales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4" name="Google Shape;23734;p8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Sales by Time Classification </a:t>
            </a:r>
            <a:endParaRPr dirty="0"/>
          </a:p>
        </p:txBody>
      </p:sp>
      <p:sp>
        <p:nvSpPr>
          <p:cNvPr id="23735" name="Google Shape;23735;p84"/>
          <p:cNvSpPr txBox="1"/>
          <p:nvPr/>
        </p:nvSpPr>
        <p:spPr>
          <a:xfrm>
            <a:off x="640380" y="4142100"/>
            <a:ext cx="4222500" cy="4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36" name="Google Shape;23736;p84"/>
          <p:cNvSpPr/>
          <p:nvPr/>
        </p:nvSpPr>
        <p:spPr>
          <a:xfrm>
            <a:off x="5906011" y="2724672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7" name="Google Shape;23737;p84"/>
          <p:cNvSpPr/>
          <p:nvPr/>
        </p:nvSpPr>
        <p:spPr>
          <a:xfrm>
            <a:off x="5921578" y="1470796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8" name="Google Shape;23738;p84"/>
          <p:cNvSpPr/>
          <p:nvPr/>
        </p:nvSpPr>
        <p:spPr>
          <a:xfrm>
            <a:off x="5921560" y="3788725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39" name="Google Shape;23739;p84"/>
          <p:cNvSpPr txBox="1">
            <a:spLocks noGrp="1"/>
          </p:cNvSpPr>
          <p:nvPr>
            <p:ph type="title" idx="4294967295"/>
          </p:nvPr>
        </p:nvSpPr>
        <p:spPr>
          <a:xfrm>
            <a:off x="6559825" y="1396475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Morning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0" name="Google Shape;23740;p84"/>
          <p:cNvSpPr txBox="1">
            <a:spLocks noGrp="1"/>
          </p:cNvSpPr>
          <p:nvPr>
            <p:ph type="title" idx="4294967295"/>
          </p:nvPr>
        </p:nvSpPr>
        <p:spPr>
          <a:xfrm>
            <a:off x="6559825" y="259261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Afternoon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1" name="Google Shape;23741;p84"/>
          <p:cNvSpPr txBox="1">
            <a:spLocks noGrp="1"/>
          </p:cNvSpPr>
          <p:nvPr>
            <p:ph type="title" idx="4294967295"/>
          </p:nvPr>
        </p:nvSpPr>
        <p:spPr>
          <a:xfrm>
            <a:off x="6559825" y="378872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Evening 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2" name="Google Shape;23742;p84"/>
          <p:cNvSpPr txBox="1"/>
          <p:nvPr/>
        </p:nvSpPr>
        <p:spPr>
          <a:xfrm>
            <a:off x="6559825" y="167840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sales are made between 06h00 to 11h59 in the morning 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3" name="Google Shape;23743;p84"/>
          <p:cNvSpPr txBox="1"/>
          <p:nvPr/>
        </p:nvSpPr>
        <p:spPr>
          <a:xfrm>
            <a:off x="6559825" y="287454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Average sales are made Between 12h00 to 16h59</a:t>
            </a:r>
            <a:endParaRPr dirty="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44" name="Google Shape;23744;p84"/>
          <p:cNvSpPr txBox="1"/>
          <p:nvPr/>
        </p:nvSpPr>
        <p:spPr>
          <a:xfrm>
            <a:off x="6559825" y="407065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accent2"/>
                </a:solidFill>
                <a:latin typeface="Open Sans"/>
                <a:ea typeface="Open Sans"/>
                <a:cs typeface="Open Sans"/>
                <a:sym typeface="Open Sans"/>
              </a:rPr>
              <a:t>Sales drops between 17h00 and 20h00</a:t>
            </a:r>
            <a:endParaRPr dirty="0">
              <a:solidFill>
                <a:schemeClr val="accent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4C86537-BF8C-0C88-313E-8A90BE044A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4437349"/>
              </p:ext>
            </p:extLst>
          </p:nvPr>
        </p:nvGraphicFramePr>
        <p:xfrm>
          <a:off x="720000" y="1506824"/>
          <a:ext cx="48274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720" name="Google Shape;23720;p83"/>
          <p:cNvGrpSpPr/>
          <p:nvPr/>
        </p:nvGrpSpPr>
        <p:grpSpPr>
          <a:xfrm>
            <a:off x="6857848" y="544122"/>
            <a:ext cx="548753" cy="474259"/>
            <a:chOff x="1906075" y="2505577"/>
            <a:chExt cx="548753" cy="474259"/>
          </a:xfrm>
        </p:grpSpPr>
        <p:sp>
          <p:nvSpPr>
            <p:cNvPr id="23721" name="Google Shape;23721;p83"/>
            <p:cNvSpPr/>
            <p:nvPr/>
          </p:nvSpPr>
          <p:spPr>
            <a:xfrm>
              <a:off x="1906075" y="2505577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2" name="Google Shape;23722;p83"/>
            <p:cNvSpPr/>
            <p:nvPr/>
          </p:nvSpPr>
          <p:spPr>
            <a:xfrm>
              <a:off x="2110744" y="2699443"/>
              <a:ext cx="151562" cy="220004"/>
            </a:xfrm>
            <a:custGeom>
              <a:avLst/>
              <a:gdLst/>
              <a:ahLst/>
              <a:cxnLst/>
              <a:rect l="l" t="t" r="r" b="b"/>
              <a:pathLst>
                <a:path w="8065" h="11707" extrusionOk="0">
                  <a:moveTo>
                    <a:pt x="2844" y="1114"/>
                  </a:moveTo>
                  <a:cubicBezTo>
                    <a:pt x="3145" y="1114"/>
                    <a:pt x="3400" y="1355"/>
                    <a:pt x="3400" y="1671"/>
                  </a:cubicBezTo>
                  <a:lnTo>
                    <a:pt x="3400" y="5778"/>
                  </a:lnTo>
                  <a:cubicBezTo>
                    <a:pt x="3400" y="6094"/>
                    <a:pt x="3145" y="6335"/>
                    <a:pt x="2844" y="6335"/>
                  </a:cubicBezTo>
                  <a:cubicBezTo>
                    <a:pt x="2543" y="6335"/>
                    <a:pt x="2302" y="6094"/>
                    <a:pt x="2302" y="5778"/>
                  </a:cubicBezTo>
                  <a:lnTo>
                    <a:pt x="2302" y="1671"/>
                  </a:lnTo>
                  <a:cubicBezTo>
                    <a:pt x="2302" y="1355"/>
                    <a:pt x="2543" y="1114"/>
                    <a:pt x="2844" y="1114"/>
                  </a:cubicBezTo>
                  <a:close/>
                  <a:moveTo>
                    <a:pt x="5055" y="1114"/>
                  </a:moveTo>
                  <a:cubicBezTo>
                    <a:pt x="5356" y="1114"/>
                    <a:pt x="5597" y="1355"/>
                    <a:pt x="5597" y="1671"/>
                  </a:cubicBezTo>
                  <a:lnTo>
                    <a:pt x="5597" y="5778"/>
                  </a:lnTo>
                  <a:cubicBezTo>
                    <a:pt x="5597" y="6094"/>
                    <a:pt x="5356" y="6335"/>
                    <a:pt x="5055" y="6335"/>
                  </a:cubicBezTo>
                  <a:cubicBezTo>
                    <a:pt x="4755" y="6335"/>
                    <a:pt x="4499" y="6094"/>
                    <a:pt x="4499" y="5778"/>
                  </a:cubicBezTo>
                  <a:lnTo>
                    <a:pt x="4499" y="1671"/>
                  </a:lnTo>
                  <a:cubicBezTo>
                    <a:pt x="4499" y="1355"/>
                    <a:pt x="4755" y="1114"/>
                    <a:pt x="5055" y="1114"/>
                  </a:cubicBezTo>
                  <a:close/>
                  <a:moveTo>
                    <a:pt x="7974" y="1"/>
                  </a:moveTo>
                  <a:lnTo>
                    <a:pt x="75" y="16"/>
                  </a:lnTo>
                  <a:lnTo>
                    <a:pt x="90" y="4620"/>
                  </a:lnTo>
                  <a:cubicBezTo>
                    <a:pt x="90" y="6350"/>
                    <a:pt x="948" y="7162"/>
                    <a:pt x="1670" y="7539"/>
                  </a:cubicBezTo>
                  <a:cubicBezTo>
                    <a:pt x="1775" y="7584"/>
                    <a:pt x="2016" y="7930"/>
                    <a:pt x="2152" y="8667"/>
                  </a:cubicBezTo>
                  <a:cubicBezTo>
                    <a:pt x="2272" y="9374"/>
                    <a:pt x="2212" y="9916"/>
                    <a:pt x="2122" y="10081"/>
                  </a:cubicBezTo>
                  <a:cubicBezTo>
                    <a:pt x="1956" y="10397"/>
                    <a:pt x="1279" y="10743"/>
                    <a:pt x="557" y="10743"/>
                  </a:cubicBezTo>
                  <a:cubicBezTo>
                    <a:pt x="241" y="10743"/>
                    <a:pt x="0" y="10999"/>
                    <a:pt x="0" y="11300"/>
                  </a:cubicBezTo>
                  <a:cubicBezTo>
                    <a:pt x="0" y="11601"/>
                    <a:pt x="241" y="11706"/>
                    <a:pt x="557" y="11706"/>
                  </a:cubicBezTo>
                  <a:lnTo>
                    <a:pt x="7508" y="11706"/>
                  </a:lnTo>
                  <a:cubicBezTo>
                    <a:pt x="7809" y="11706"/>
                    <a:pt x="8065" y="11601"/>
                    <a:pt x="8065" y="11300"/>
                  </a:cubicBezTo>
                  <a:cubicBezTo>
                    <a:pt x="8065" y="10999"/>
                    <a:pt x="7809" y="10743"/>
                    <a:pt x="7508" y="10743"/>
                  </a:cubicBezTo>
                  <a:cubicBezTo>
                    <a:pt x="6786" y="10743"/>
                    <a:pt x="6109" y="10397"/>
                    <a:pt x="5943" y="10081"/>
                  </a:cubicBezTo>
                  <a:cubicBezTo>
                    <a:pt x="5823" y="9841"/>
                    <a:pt x="5793" y="8983"/>
                    <a:pt x="6033" y="8201"/>
                  </a:cubicBezTo>
                  <a:cubicBezTo>
                    <a:pt x="6169" y="7764"/>
                    <a:pt x="6319" y="7569"/>
                    <a:pt x="6395" y="7539"/>
                  </a:cubicBezTo>
                  <a:cubicBezTo>
                    <a:pt x="7117" y="7162"/>
                    <a:pt x="7974" y="6350"/>
                    <a:pt x="7974" y="4620"/>
                  </a:cubicBezTo>
                  <a:lnTo>
                    <a:pt x="79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3" name="Google Shape;23723;p83"/>
            <p:cNvSpPr/>
            <p:nvPr/>
          </p:nvSpPr>
          <p:spPr>
            <a:xfrm>
              <a:off x="2241379" y="2565990"/>
              <a:ext cx="76354" cy="48635"/>
            </a:xfrm>
            <a:custGeom>
              <a:avLst/>
              <a:gdLst/>
              <a:ahLst/>
              <a:cxnLst/>
              <a:rect l="l" t="t" r="r" b="b"/>
              <a:pathLst>
                <a:path w="4063" h="2588" extrusionOk="0">
                  <a:moveTo>
                    <a:pt x="1550" y="0"/>
                  </a:moveTo>
                  <a:cubicBezTo>
                    <a:pt x="1354" y="0"/>
                    <a:pt x="1174" y="105"/>
                    <a:pt x="1069" y="271"/>
                  </a:cubicBezTo>
                  <a:lnTo>
                    <a:pt x="0" y="2061"/>
                  </a:lnTo>
                  <a:cubicBezTo>
                    <a:pt x="346" y="2167"/>
                    <a:pt x="677" y="2347"/>
                    <a:pt x="963" y="2588"/>
                  </a:cubicBezTo>
                  <a:lnTo>
                    <a:pt x="1866" y="1098"/>
                  </a:lnTo>
                  <a:lnTo>
                    <a:pt x="3506" y="1098"/>
                  </a:lnTo>
                  <a:cubicBezTo>
                    <a:pt x="3822" y="1098"/>
                    <a:pt x="4063" y="858"/>
                    <a:pt x="4063" y="542"/>
                  </a:cubicBezTo>
                  <a:cubicBezTo>
                    <a:pt x="4063" y="241"/>
                    <a:pt x="3822" y="0"/>
                    <a:pt x="3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4" name="Google Shape;23724;p83"/>
            <p:cNvSpPr/>
            <p:nvPr/>
          </p:nvSpPr>
          <p:spPr>
            <a:xfrm>
              <a:off x="2139010" y="2583223"/>
              <a:ext cx="69852" cy="22645"/>
            </a:xfrm>
            <a:custGeom>
              <a:avLst/>
              <a:gdLst/>
              <a:ahLst/>
              <a:cxnLst/>
              <a:rect l="l" t="t" r="r" b="b"/>
              <a:pathLst>
                <a:path w="3717" h="1205" extrusionOk="0">
                  <a:moveTo>
                    <a:pt x="1821" y="1"/>
                  </a:moveTo>
                  <a:cubicBezTo>
                    <a:pt x="1039" y="1"/>
                    <a:pt x="362" y="407"/>
                    <a:pt x="1" y="1024"/>
                  </a:cubicBezTo>
                  <a:cubicBezTo>
                    <a:pt x="61" y="1024"/>
                    <a:pt x="121" y="1009"/>
                    <a:pt x="196" y="1009"/>
                  </a:cubicBezTo>
                  <a:cubicBezTo>
                    <a:pt x="287" y="994"/>
                    <a:pt x="392" y="994"/>
                    <a:pt x="452" y="994"/>
                  </a:cubicBezTo>
                  <a:lnTo>
                    <a:pt x="512" y="994"/>
                  </a:lnTo>
                  <a:cubicBezTo>
                    <a:pt x="858" y="1009"/>
                    <a:pt x="1174" y="1069"/>
                    <a:pt x="1475" y="1189"/>
                  </a:cubicBezTo>
                  <a:cubicBezTo>
                    <a:pt x="1746" y="1084"/>
                    <a:pt x="2017" y="1024"/>
                    <a:pt x="2318" y="1009"/>
                  </a:cubicBezTo>
                  <a:cubicBezTo>
                    <a:pt x="2408" y="994"/>
                    <a:pt x="2513" y="994"/>
                    <a:pt x="2558" y="994"/>
                  </a:cubicBezTo>
                  <a:lnTo>
                    <a:pt x="2634" y="994"/>
                  </a:lnTo>
                  <a:cubicBezTo>
                    <a:pt x="2980" y="1009"/>
                    <a:pt x="3326" y="1084"/>
                    <a:pt x="3627" y="1204"/>
                  </a:cubicBezTo>
                  <a:cubicBezTo>
                    <a:pt x="3657" y="1189"/>
                    <a:pt x="3687" y="1189"/>
                    <a:pt x="3717" y="1174"/>
                  </a:cubicBezTo>
                  <a:cubicBezTo>
                    <a:pt x="3371" y="482"/>
                    <a:pt x="2649" y="1"/>
                    <a:pt x="18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5" name="Google Shape;23725;p83"/>
            <p:cNvSpPr/>
            <p:nvPr/>
          </p:nvSpPr>
          <p:spPr>
            <a:xfrm>
              <a:off x="2110463" y="2622540"/>
              <a:ext cx="151843" cy="56284"/>
            </a:xfrm>
            <a:custGeom>
              <a:avLst/>
              <a:gdLst/>
              <a:ahLst/>
              <a:cxnLst/>
              <a:rect l="l" t="t" r="r" b="b"/>
              <a:pathLst>
                <a:path w="8080" h="2995" extrusionOk="0">
                  <a:moveTo>
                    <a:pt x="1986" y="0"/>
                  </a:moveTo>
                  <a:cubicBezTo>
                    <a:pt x="1971" y="0"/>
                    <a:pt x="1821" y="15"/>
                    <a:pt x="1806" y="15"/>
                  </a:cubicBezTo>
                  <a:cubicBezTo>
                    <a:pt x="1369" y="45"/>
                    <a:pt x="993" y="241"/>
                    <a:pt x="722" y="557"/>
                  </a:cubicBezTo>
                  <a:cubicBezTo>
                    <a:pt x="0" y="1384"/>
                    <a:pt x="105" y="2994"/>
                    <a:pt x="105" y="2994"/>
                  </a:cubicBezTo>
                  <a:lnTo>
                    <a:pt x="8004" y="2994"/>
                  </a:lnTo>
                  <a:cubicBezTo>
                    <a:pt x="8004" y="2994"/>
                    <a:pt x="8080" y="1369"/>
                    <a:pt x="7357" y="557"/>
                  </a:cubicBezTo>
                  <a:cubicBezTo>
                    <a:pt x="7072" y="241"/>
                    <a:pt x="6695" y="60"/>
                    <a:pt x="6259" y="45"/>
                  </a:cubicBezTo>
                  <a:cubicBezTo>
                    <a:pt x="6244" y="38"/>
                    <a:pt x="6206" y="34"/>
                    <a:pt x="6169" y="34"/>
                  </a:cubicBezTo>
                  <a:cubicBezTo>
                    <a:pt x="6131" y="34"/>
                    <a:pt x="6094" y="38"/>
                    <a:pt x="6079" y="45"/>
                  </a:cubicBezTo>
                  <a:cubicBezTo>
                    <a:pt x="5702" y="60"/>
                    <a:pt x="5386" y="166"/>
                    <a:pt x="5131" y="346"/>
                  </a:cubicBezTo>
                  <a:cubicBezTo>
                    <a:pt x="4845" y="136"/>
                    <a:pt x="4499" y="15"/>
                    <a:pt x="4108" y="0"/>
                  </a:cubicBezTo>
                  <a:cubicBezTo>
                    <a:pt x="4077" y="0"/>
                    <a:pt x="3942" y="15"/>
                    <a:pt x="3912" y="15"/>
                  </a:cubicBezTo>
                  <a:cubicBezTo>
                    <a:pt x="3566" y="45"/>
                    <a:pt x="3250" y="151"/>
                    <a:pt x="2994" y="331"/>
                  </a:cubicBezTo>
                  <a:cubicBezTo>
                    <a:pt x="2723" y="136"/>
                    <a:pt x="2377" y="15"/>
                    <a:pt x="19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8" name="Google Shape;23888;p9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 Different Coffee shops Location </a:t>
            </a:r>
            <a:endParaRPr dirty="0"/>
          </a:p>
        </p:txBody>
      </p:sp>
      <p:grpSp>
        <p:nvGrpSpPr>
          <p:cNvPr id="23889" name="Google Shape;23889;p91"/>
          <p:cNvGrpSpPr/>
          <p:nvPr/>
        </p:nvGrpSpPr>
        <p:grpSpPr>
          <a:xfrm>
            <a:off x="713235" y="1383905"/>
            <a:ext cx="4736279" cy="3114448"/>
            <a:chOff x="235800" y="830650"/>
            <a:chExt cx="6978457" cy="4588844"/>
          </a:xfrm>
        </p:grpSpPr>
        <p:sp>
          <p:nvSpPr>
            <p:cNvPr id="23890" name="Google Shape;23890;p9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1" name="Google Shape;23891;p9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2" name="Google Shape;23892;p91"/>
            <p:cNvSpPr/>
            <p:nvPr/>
          </p:nvSpPr>
          <p:spPr>
            <a:xfrm>
              <a:off x="3149907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3" name="Google Shape;23893;p9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4" name="Google Shape;23894;p9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5" name="Google Shape;23895;p9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96" name="Google Shape;23896;p91"/>
          <p:cNvSpPr/>
          <p:nvPr/>
        </p:nvSpPr>
        <p:spPr>
          <a:xfrm>
            <a:off x="5906011" y="2548847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7" name="Google Shape;23897;p91"/>
          <p:cNvSpPr/>
          <p:nvPr/>
        </p:nvSpPr>
        <p:spPr>
          <a:xfrm>
            <a:off x="5921578" y="1567221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8" name="Google Shape;23898;p91"/>
          <p:cNvSpPr/>
          <p:nvPr/>
        </p:nvSpPr>
        <p:spPr>
          <a:xfrm>
            <a:off x="5921573" y="3530475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9" name="Google Shape;23899;p91"/>
          <p:cNvSpPr txBox="1">
            <a:spLocks noGrp="1"/>
          </p:cNvSpPr>
          <p:nvPr>
            <p:ph type="title" idx="4294967295"/>
          </p:nvPr>
        </p:nvSpPr>
        <p:spPr>
          <a:xfrm>
            <a:off x="6559825" y="1567150"/>
            <a:ext cx="114480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Astoria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0" name="Google Shape;23900;p91"/>
          <p:cNvSpPr txBox="1">
            <a:spLocks noGrp="1"/>
          </p:cNvSpPr>
          <p:nvPr>
            <p:ph type="title" idx="4294967295"/>
          </p:nvPr>
        </p:nvSpPr>
        <p:spPr>
          <a:xfrm>
            <a:off x="6559824" y="2548775"/>
            <a:ext cx="1563096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Hell’s Kitchen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1" name="Google Shape;23901;p91"/>
          <p:cNvSpPr txBox="1">
            <a:spLocks noGrp="1"/>
          </p:cNvSpPr>
          <p:nvPr>
            <p:ph type="title" idx="4294967295"/>
          </p:nvPr>
        </p:nvSpPr>
        <p:spPr>
          <a:xfrm>
            <a:off x="6559825" y="3530400"/>
            <a:ext cx="1870940" cy="3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latin typeface="Open Sans"/>
                <a:ea typeface="Open Sans"/>
                <a:cs typeface="Open Sans"/>
                <a:sym typeface="Open Sans"/>
              </a:rPr>
              <a:t>Lower Manhattan</a:t>
            </a:r>
            <a:endParaRPr sz="1400" b="1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2" name="Google Shape;23902;p91"/>
          <p:cNvSpPr txBox="1"/>
          <p:nvPr/>
        </p:nvSpPr>
        <p:spPr>
          <a:xfrm>
            <a:off x="6559825" y="182092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3" name="Google Shape;23903;p91"/>
          <p:cNvSpPr txBox="1"/>
          <p:nvPr/>
        </p:nvSpPr>
        <p:spPr>
          <a:xfrm>
            <a:off x="6559825" y="2763900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4" name="Google Shape;23904;p91"/>
          <p:cNvSpPr txBox="1"/>
          <p:nvPr/>
        </p:nvSpPr>
        <p:spPr>
          <a:xfrm>
            <a:off x="6559825" y="3759275"/>
            <a:ext cx="20160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05" name="Google Shape;23905;p91"/>
          <p:cNvSpPr/>
          <p:nvPr/>
        </p:nvSpPr>
        <p:spPr>
          <a:xfrm>
            <a:off x="3928448" y="2087550"/>
            <a:ext cx="420427" cy="461299"/>
          </a:xfrm>
          <a:custGeom>
            <a:avLst/>
            <a:gdLst/>
            <a:ahLst/>
            <a:cxnLst/>
            <a:rect l="l" t="t" r="r" b="b"/>
            <a:pathLst>
              <a:path w="2903" h="2718" extrusionOk="0">
                <a:moveTo>
                  <a:pt x="1564" y="1"/>
                </a:moveTo>
                <a:cubicBezTo>
                  <a:pt x="1273" y="1"/>
                  <a:pt x="1022" y="131"/>
                  <a:pt x="911" y="501"/>
                </a:cubicBezTo>
                <a:cubicBezTo>
                  <a:pt x="685" y="1190"/>
                  <a:pt x="0" y="1581"/>
                  <a:pt x="359" y="2200"/>
                </a:cubicBezTo>
                <a:cubicBezTo>
                  <a:pt x="576" y="2574"/>
                  <a:pt x="867" y="2717"/>
                  <a:pt x="1177" y="2717"/>
                </a:cubicBezTo>
                <a:cubicBezTo>
                  <a:pt x="1580" y="2717"/>
                  <a:pt x="2014" y="2475"/>
                  <a:pt x="2354" y="2183"/>
                </a:cubicBezTo>
                <a:cubicBezTo>
                  <a:pt x="2560" y="1994"/>
                  <a:pt x="2746" y="1754"/>
                  <a:pt x="2767" y="1499"/>
                </a:cubicBezTo>
                <a:cubicBezTo>
                  <a:pt x="2767" y="1223"/>
                  <a:pt x="2903" y="604"/>
                  <a:pt x="2680" y="431"/>
                </a:cubicBezTo>
                <a:cubicBezTo>
                  <a:pt x="2396" y="227"/>
                  <a:pt x="1946" y="1"/>
                  <a:pt x="156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6" name="Google Shape;23906;p91"/>
          <p:cNvSpPr/>
          <p:nvPr/>
        </p:nvSpPr>
        <p:spPr>
          <a:xfrm>
            <a:off x="1506753" y="2862821"/>
            <a:ext cx="420415" cy="369451"/>
          </a:xfrm>
          <a:custGeom>
            <a:avLst/>
            <a:gdLst/>
            <a:ahLst/>
            <a:cxnLst/>
            <a:rect l="l" t="t" r="r" b="b"/>
            <a:pathLst>
              <a:path w="2079" h="1827" extrusionOk="0">
                <a:moveTo>
                  <a:pt x="1037" y="0"/>
                </a:moveTo>
                <a:cubicBezTo>
                  <a:pt x="780" y="0"/>
                  <a:pt x="535" y="110"/>
                  <a:pt x="326" y="298"/>
                </a:cubicBezTo>
                <a:cubicBezTo>
                  <a:pt x="174" y="434"/>
                  <a:pt x="0" y="590"/>
                  <a:pt x="0" y="797"/>
                </a:cubicBezTo>
                <a:cubicBezTo>
                  <a:pt x="0" y="1003"/>
                  <a:pt x="136" y="1188"/>
                  <a:pt x="277" y="1328"/>
                </a:cubicBezTo>
                <a:cubicBezTo>
                  <a:pt x="525" y="1587"/>
                  <a:pt x="915" y="1827"/>
                  <a:pt x="1262" y="1827"/>
                </a:cubicBezTo>
                <a:cubicBezTo>
                  <a:pt x="1491" y="1827"/>
                  <a:pt x="1701" y="1722"/>
                  <a:pt x="1839" y="1448"/>
                </a:cubicBezTo>
                <a:cubicBezTo>
                  <a:pt x="2078" y="966"/>
                  <a:pt x="1975" y="364"/>
                  <a:pt x="1476" y="108"/>
                </a:cubicBezTo>
                <a:cubicBezTo>
                  <a:pt x="1329" y="34"/>
                  <a:pt x="1181" y="0"/>
                  <a:pt x="103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7" name="Google Shape;23907;p91"/>
          <p:cNvSpPr/>
          <p:nvPr/>
        </p:nvSpPr>
        <p:spPr>
          <a:xfrm>
            <a:off x="1319711" y="1631522"/>
            <a:ext cx="451550" cy="369450"/>
          </a:xfrm>
          <a:custGeom>
            <a:avLst/>
            <a:gdLst/>
            <a:ahLst/>
            <a:cxnLst/>
            <a:rect l="l" t="t" r="r" b="b"/>
            <a:pathLst>
              <a:path w="2442" h="1998" extrusionOk="0">
                <a:moveTo>
                  <a:pt x="1079" y="1"/>
                </a:moveTo>
                <a:cubicBezTo>
                  <a:pt x="952" y="1"/>
                  <a:pt x="821" y="27"/>
                  <a:pt x="689" y="85"/>
                </a:cubicBezTo>
                <a:cubicBezTo>
                  <a:pt x="207" y="274"/>
                  <a:pt x="1" y="703"/>
                  <a:pt x="1" y="1202"/>
                </a:cubicBezTo>
                <a:cubicBezTo>
                  <a:pt x="1" y="1425"/>
                  <a:pt x="17" y="1684"/>
                  <a:pt x="207" y="1837"/>
                </a:cubicBezTo>
                <a:cubicBezTo>
                  <a:pt x="354" y="1956"/>
                  <a:pt x="560" y="1997"/>
                  <a:pt x="754" y="1997"/>
                </a:cubicBezTo>
                <a:cubicBezTo>
                  <a:pt x="790" y="1997"/>
                  <a:pt x="824" y="1996"/>
                  <a:pt x="859" y="1994"/>
                </a:cubicBezTo>
                <a:cubicBezTo>
                  <a:pt x="1514" y="1961"/>
                  <a:pt x="2442" y="1528"/>
                  <a:pt x="2095" y="740"/>
                </a:cubicBezTo>
                <a:cubicBezTo>
                  <a:pt x="1910" y="312"/>
                  <a:pt x="1517" y="1"/>
                  <a:pt x="10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726" name="Google Shape;23726;p83"/>
          <p:cNvGrpSpPr/>
          <p:nvPr/>
        </p:nvGrpSpPr>
        <p:grpSpPr>
          <a:xfrm>
            <a:off x="7155872" y="561649"/>
            <a:ext cx="548753" cy="474259"/>
            <a:chOff x="1906088" y="3103615"/>
            <a:chExt cx="548753" cy="474259"/>
          </a:xfrm>
        </p:grpSpPr>
        <p:sp>
          <p:nvSpPr>
            <p:cNvPr id="23727" name="Google Shape;23727;p83"/>
            <p:cNvSpPr/>
            <p:nvPr/>
          </p:nvSpPr>
          <p:spPr>
            <a:xfrm>
              <a:off x="1906088" y="3103615"/>
              <a:ext cx="548753" cy="474259"/>
            </a:xfrm>
            <a:custGeom>
              <a:avLst/>
              <a:gdLst/>
              <a:ahLst/>
              <a:cxnLst/>
              <a:rect l="l" t="t" r="r" b="b"/>
              <a:pathLst>
                <a:path w="71522" h="61833" extrusionOk="0">
                  <a:moveTo>
                    <a:pt x="41457" y="1"/>
                  </a:moveTo>
                  <a:cubicBezTo>
                    <a:pt x="39546" y="1"/>
                    <a:pt x="37623" y="126"/>
                    <a:pt x="35716" y="369"/>
                  </a:cubicBezTo>
                  <a:cubicBezTo>
                    <a:pt x="24925" y="1737"/>
                    <a:pt x="14591" y="7421"/>
                    <a:pt x="8542" y="16570"/>
                  </a:cubicBezTo>
                  <a:cubicBezTo>
                    <a:pt x="2432" y="25841"/>
                    <a:pt x="1" y="40643"/>
                    <a:pt x="8177" y="49397"/>
                  </a:cubicBezTo>
                  <a:cubicBezTo>
                    <a:pt x="11369" y="52802"/>
                    <a:pt x="15503" y="55142"/>
                    <a:pt x="19758" y="57027"/>
                  </a:cubicBezTo>
                  <a:cubicBezTo>
                    <a:pt x="26118" y="59880"/>
                    <a:pt x="32944" y="61832"/>
                    <a:pt x="39921" y="61832"/>
                  </a:cubicBezTo>
                  <a:cubicBezTo>
                    <a:pt x="40080" y="61832"/>
                    <a:pt x="40238" y="61831"/>
                    <a:pt x="40397" y="61829"/>
                  </a:cubicBezTo>
                  <a:cubicBezTo>
                    <a:pt x="54622" y="61616"/>
                    <a:pt x="66537" y="51647"/>
                    <a:pt x="69668" y="37817"/>
                  </a:cubicBezTo>
                  <a:cubicBezTo>
                    <a:pt x="71522" y="29731"/>
                    <a:pt x="71248" y="16996"/>
                    <a:pt x="65838" y="10157"/>
                  </a:cubicBezTo>
                  <a:cubicBezTo>
                    <a:pt x="60267" y="3117"/>
                    <a:pt x="51003" y="1"/>
                    <a:pt x="414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8" name="Google Shape;23728;p83"/>
            <p:cNvSpPr/>
            <p:nvPr/>
          </p:nvSpPr>
          <p:spPr>
            <a:xfrm>
              <a:off x="2082112" y="3202953"/>
              <a:ext cx="208160" cy="43884"/>
            </a:xfrm>
            <a:custGeom>
              <a:avLst/>
              <a:gdLst/>
              <a:ahLst/>
              <a:cxnLst/>
              <a:rect l="l" t="t" r="r" b="b"/>
              <a:pathLst>
                <a:path w="14204" h="2995" extrusionOk="0">
                  <a:moveTo>
                    <a:pt x="1099" y="0"/>
                  </a:moveTo>
                  <a:cubicBezTo>
                    <a:pt x="497" y="0"/>
                    <a:pt x="0" y="497"/>
                    <a:pt x="0" y="1083"/>
                  </a:cubicBezTo>
                  <a:cubicBezTo>
                    <a:pt x="0" y="1098"/>
                    <a:pt x="0" y="1128"/>
                    <a:pt x="0" y="1144"/>
                  </a:cubicBezTo>
                  <a:lnTo>
                    <a:pt x="151" y="2422"/>
                  </a:lnTo>
                  <a:cubicBezTo>
                    <a:pt x="361" y="2317"/>
                    <a:pt x="617" y="2272"/>
                    <a:pt x="858" y="2272"/>
                  </a:cubicBezTo>
                  <a:cubicBezTo>
                    <a:pt x="2001" y="2272"/>
                    <a:pt x="2648" y="2573"/>
                    <a:pt x="3130" y="2784"/>
                  </a:cubicBezTo>
                  <a:cubicBezTo>
                    <a:pt x="3446" y="2934"/>
                    <a:pt x="3581" y="2994"/>
                    <a:pt x="4002" y="2994"/>
                  </a:cubicBezTo>
                  <a:cubicBezTo>
                    <a:pt x="4394" y="2994"/>
                    <a:pt x="4514" y="2949"/>
                    <a:pt x="4830" y="2799"/>
                  </a:cubicBezTo>
                  <a:cubicBezTo>
                    <a:pt x="5311" y="2573"/>
                    <a:pt x="5943" y="2272"/>
                    <a:pt x="7087" y="2272"/>
                  </a:cubicBezTo>
                  <a:cubicBezTo>
                    <a:pt x="8245" y="2272"/>
                    <a:pt x="8877" y="2573"/>
                    <a:pt x="9344" y="2799"/>
                  </a:cubicBezTo>
                  <a:cubicBezTo>
                    <a:pt x="9675" y="2949"/>
                    <a:pt x="9795" y="2994"/>
                    <a:pt x="10186" y="2994"/>
                  </a:cubicBezTo>
                  <a:cubicBezTo>
                    <a:pt x="10607" y="2994"/>
                    <a:pt x="10758" y="2934"/>
                    <a:pt x="11074" y="2784"/>
                  </a:cubicBezTo>
                  <a:cubicBezTo>
                    <a:pt x="11555" y="2558"/>
                    <a:pt x="12202" y="2272"/>
                    <a:pt x="13346" y="2272"/>
                  </a:cubicBezTo>
                  <a:cubicBezTo>
                    <a:pt x="13587" y="2272"/>
                    <a:pt x="13842" y="2317"/>
                    <a:pt x="14053" y="2422"/>
                  </a:cubicBezTo>
                  <a:lnTo>
                    <a:pt x="14188" y="1144"/>
                  </a:lnTo>
                  <a:cubicBezTo>
                    <a:pt x="14203" y="1128"/>
                    <a:pt x="14203" y="1098"/>
                    <a:pt x="14203" y="1083"/>
                  </a:cubicBezTo>
                  <a:cubicBezTo>
                    <a:pt x="14203" y="497"/>
                    <a:pt x="13707" y="0"/>
                    <a:pt x="1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9" name="Google Shape;23729;p83"/>
            <p:cNvSpPr/>
            <p:nvPr/>
          </p:nvSpPr>
          <p:spPr>
            <a:xfrm>
              <a:off x="2086522" y="3252331"/>
              <a:ext cx="199337" cy="226205"/>
            </a:xfrm>
            <a:custGeom>
              <a:avLst/>
              <a:gdLst/>
              <a:ahLst/>
              <a:cxnLst/>
              <a:rect l="l" t="t" r="r" b="b"/>
              <a:pathLst>
                <a:path w="13602" h="15438" extrusionOk="0">
                  <a:moveTo>
                    <a:pt x="6801" y="4228"/>
                  </a:moveTo>
                  <a:cubicBezTo>
                    <a:pt x="7102" y="4228"/>
                    <a:pt x="7358" y="4484"/>
                    <a:pt x="7358" y="4785"/>
                  </a:cubicBezTo>
                  <a:lnTo>
                    <a:pt x="7358" y="5808"/>
                  </a:lnTo>
                  <a:lnTo>
                    <a:pt x="8080" y="5086"/>
                  </a:lnTo>
                  <a:cubicBezTo>
                    <a:pt x="8185" y="4980"/>
                    <a:pt x="8328" y="4928"/>
                    <a:pt x="8471" y="4928"/>
                  </a:cubicBezTo>
                  <a:cubicBezTo>
                    <a:pt x="8614" y="4928"/>
                    <a:pt x="8757" y="4980"/>
                    <a:pt x="8862" y="5086"/>
                  </a:cubicBezTo>
                  <a:cubicBezTo>
                    <a:pt x="9073" y="5296"/>
                    <a:pt x="9073" y="5642"/>
                    <a:pt x="8862" y="5868"/>
                  </a:cubicBezTo>
                  <a:lnTo>
                    <a:pt x="8125" y="6590"/>
                  </a:lnTo>
                  <a:lnTo>
                    <a:pt x="9163" y="6590"/>
                  </a:lnTo>
                  <a:cubicBezTo>
                    <a:pt x="9464" y="6590"/>
                    <a:pt x="9720" y="6846"/>
                    <a:pt x="9720" y="7147"/>
                  </a:cubicBezTo>
                  <a:cubicBezTo>
                    <a:pt x="9720" y="7448"/>
                    <a:pt x="9464" y="7689"/>
                    <a:pt x="9163" y="7689"/>
                  </a:cubicBezTo>
                  <a:lnTo>
                    <a:pt x="8125" y="7689"/>
                  </a:lnTo>
                  <a:lnTo>
                    <a:pt x="8862" y="8426"/>
                  </a:lnTo>
                  <a:cubicBezTo>
                    <a:pt x="9073" y="8637"/>
                    <a:pt x="9073" y="8983"/>
                    <a:pt x="8862" y="9208"/>
                  </a:cubicBezTo>
                  <a:cubicBezTo>
                    <a:pt x="8757" y="9314"/>
                    <a:pt x="8606" y="9359"/>
                    <a:pt x="8471" y="9359"/>
                  </a:cubicBezTo>
                  <a:cubicBezTo>
                    <a:pt x="8335" y="9359"/>
                    <a:pt x="8185" y="9314"/>
                    <a:pt x="8080" y="9208"/>
                  </a:cubicBezTo>
                  <a:lnTo>
                    <a:pt x="7358" y="8471"/>
                  </a:lnTo>
                  <a:lnTo>
                    <a:pt x="7358" y="9509"/>
                  </a:lnTo>
                  <a:cubicBezTo>
                    <a:pt x="7358" y="9810"/>
                    <a:pt x="7102" y="10051"/>
                    <a:pt x="6801" y="10051"/>
                  </a:cubicBezTo>
                  <a:cubicBezTo>
                    <a:pt x="6500" y="10051"/>
                    <a:pt x="6244" y="9810"/>
                    <a:pt x="6244" y="9509"/>
                  </a:cubicBezTo>
                  <a:lnTo>
                    <a:pt x="6244" y="8471"/>
                  </a:lnTo>
                  <a:lnTo>
                    <a:pt x="5522" y="9208"/>
                  </a:lnTo>
                  <a:cubicBezTo>
                    <a:pt x="5417" y="9314"/>
                    <a:pt x="5266" y="9359"/>
                    <a:pt x="5131" y="9359"/>
                  </a:cubicBezTo>
                  <a:cubicBezTo>
                    <a:pt x="4995" y="9359"/>
                    <a:pt x="4845" y="9314"/>
                    <a:pt x="4740" y="9208"/>
                  </a:cubicBezTo>
                  <a:cubicBezTo>
                    <a:pt x="4529" y="8983"/>
                    <a:pt x="4529" y="8637"/>
                    <a:pt x="4740" y="8426"/>
                  </a:cubicBezTo>
                  <a:lnTo>
                    <a:pt x="5477" y="7689"/>
                  </a:lnTo>
                  <a:lnTo>
                    <a:pt x="4439" y="7689"/>
                  </a:lnTo>
                  <a:cubicBezTo>
                    <a:pt x="4138" y="7689"/>
                    <a:pt x="3882" y="7448"/>
                    <a:pt x="3882" y="7147"/>
                  </a:cubicBezTo>
                  <a:cubicBezTo>
                    <a:pt x="3882" y="6846"/>
                    <a:pt x="4138" y="6590"/>
                    <a:pt x="4439" y="6590"/>
                  </a:cubicBezTo>
                  <a:lnTo>
                    <a:pt x="5477" y="6590"/>
                  </a:lnTo>
                  <a:lnTo>
                    <a:pt x="4740" y="5868"/>
                  </a:lnTo>
                  <a:cubicBezTo>
                    <a:pt x="4529" y="5642"/>
                    <a:pt x="4529" y="5296"/>
                    <a:pt x="4740" y="5086"/>
                  </a:cubicBezTo>
                  <a:cubicBezTo>
                    <a:pt x="4845" y="4980"/>
                    <a:pt x="4988" y="4928"/>
                    <a:pt x="5131" y="4928"/>
                  </a:cubicBezTo>
                  <a:cubicBezTo>
                    <a:pt x="5274" y="4928"/>
                    <a:pt x="5417" y="4980"/>
                    <a:pt x="5522" y="5086"/>
                  </a:cubicBezTo>
                  <a:lnTo>
                    <a:pt x="6244" y="5808"/>
                  </a:lnTo>
                  <a:lnTo>
                    <a:pt x="6244" y="4785"/>
                  </a:lnTo>
                  <a:cubicBezTo>
                    <a:pt x="6244" y="4484"/>
                    <a:pt x="6500" y="4228"/>
                    <a:pt x="6801" y="4228"/>
                  </a:cubicBezTo>
                  <a:close/>
                  <a:moveTo>
                    <a:pt x="557" y="0"/>
                  </a:moveTo>
                  <a:cubicBezTo>
                    <a:pt x="406" y="0"/>
                    <a:pt x="256" y="60"/>
                    <a:pt x="151" y="181"/>
                  </a:cubicBezTo>
                  <a:cubicBezTo>
                    <a:pt x="45" y="301"/>
                    <a:pt x="0" y="452"/>
                    <a:pt x="15" y="602"/>
                  </a:cubicBezTo>
                  <a:lnTo>
                    <a:pt x="1505" y="14399"/>
                  </a:lnTo>
                  <a:cubicBezTo>
                    <a:pt x="1520" y="14986"/>
                    <a:pt x="2001" y="15437"/>
                    <a:pt x="2588" y="15437"/>
                  </a:cubicBezTo>
                  <a:lnTo>
                    <a:pt x="11014" y="15437"/>
                  </a:lnTo>
                  <a:cubicBezTo>
                    <a:pt x="11600" y="15437"/>
                    <a:pt x="12082" y="14986"/>
                    <a:pt x="12097" y="14399"/>
                  </a:cubicBezTo>
                  <a:lnTo>
                    <a:pt x="13586" y="602"/>
                  </a:lnTo>
                  <a:cubicBezTo>
                    <a:pt x="13602" y="452"/>
                    <a:pt x="13556" y="301"/>
                    <a:pt x="13451" y="181"/>
                  </a:cubicBezTo>
                  <a:cubicBezTo>
                    <a:pt x="13346" y="60"/>
                    <a:pt x="13195" y="0"/>
                    <a:pt x="13045" y="0"/>
                  </a:cubicBezTo>
                  <a:cubicBezTo>
                    <a:pt x="12142" y="0"/>
                    <a:pt x="11661" y="226"/>
                    <a:pt x="11239" y="422"/>
                  </a:cubicBezTo>
                  <a:cubicBezTo>
                    <a:pt x="10863" y="587"/>
                    <a:pt x="10547" y="738"/>
                    <a:pt x="9885" y="738"/>
                  </a:cubicBezTo>
                  <a:cubicBezTo>
                    <a:pt x="9238" y="738"/>
                    <a:pt x="8952" y="587"/>
                    <a:pt x="8576" y="422"/>
                  </a:cubicBezTo>
                  <a:cubicBezTo>
                    <a:pt x="8155" y="226"/>
                    <a:pt x="7689" y="0"/>
                    <a:pt x="6786" y="0"/>
                  </a:cubicBezTo>
                  <a:cubicBezTo>
                    <a:pt x="5898" y="0"/>
                    <a:pt x="5432" y="226"/>
                    <a:pt x="5010" y="422"/>
                  </a:cubicBezTo>
                  <a:cubicBezTo>
                    <a:pt x="4634" y="587"/>
                    <a:pt x="4348" y="738"/>
                    <a:pt x="3701" y="738"/>
                  </a:cubicBezTo>
                  <a:cubicBezTo>
                    <a:pt x="3039" y="738"/>
                    <a:pt x="2723" y="587"/>
                    <a:pt x="2362" y="422"/>
                  </a:cubicBezTo>
                  <a:cubicBezTo>
                    <a:pt x="1941" y="226"/>
                    <a:pt x="1460" y="0"/>
                    <a:pt x="5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0798-D33E-925C-3F74-A6909E534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A36DF63-C66E-B177-8953-7096670DF4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2509266"/>
              </p:ext>
            </p:extLst>
          </p:nvPr>
        </p:nvGraphicFramePr>
        <p:xfrm>
          <a:off x="2225040" y="1860300"/>
          <a:ext cx="51435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Google Shape;23742;p84">
            <a:extLst>
              <a:ext uri="{FF2B5EF4-FFF2-40B4-BE49-F238E27FC236}">
                <a16:creationId xmlns:a16="http://schemas.microsoft.com/office/drawing/2014/main" id="{0EE9C511-5C92-C5FB-3775-BE5D1FBFF7FE}"/>
              </a:ext>
            </a:extLst>
          </p:cNvPr>
          <p:cNvSpPr txBox="1"/>
          <p:nvPr/>
        </p:nvSpPr>
        <p:spPr>
          <a:xfrm>
            <a:off x="7128000" y="1860300"/>
            <a:ext cx="2016000" cy="2436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Most sales are made between 06h00 to 11h59 in the morning </a:t>
            </a:r>
            <a:endParaRPr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135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EFEC-5846-14CB-AFE2-AFFB7232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</a:t>
            </a:r>
            <a:endParaRPr lang="en-ZA" dirty="0"/>
          </a:p>
        </p:txBody>
      </p:sp>
      <p:pic>
        <p:nvPicPr>
          <p:cNvPr id="3" name="Google Shape;25831;p120">
            <a:extLst>
              <a:ext uri="{FF2B5EF4-FFF2-40B4-BE49-F238E27FC236}">
                <a16:creationId xmlns:a16="http://schemas.microsoft.com/office/drawing/2014/main" id="{7D67C324-A65A-36FF-788A-7DB5EA08E5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1480" y="1325880"/>
            <a:ext cx="1798320" cy="195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AB7FC5-0215-4590-BA6A-AF027F3E0FB4}"/>
              </a:ext>
            </a:extLst>
          </p:cNvPr>
          <p:cNvSpPr txBox="1"/>
          <p:nvPr/>
        </p:nvSpPr>
        <p:spPr>
          <a:xfrm>
            <a:off x="2936488" y="1232700"/>
            <a:ext cx="57168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Overall, the sales analysis shows that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coffee is the top-performing product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driving the highest revenue across all stores.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Hell’s Kitchen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stands out as the leading location in sales performance,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especially during the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morning hours (06h00–11h59)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when customer activity peaks. Afternoon sales remain steady, while evening sales experience a noticeable decline.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These insights highlight the importance of focusing marketing and operational efforts on morning promotions and enhancing the customer experience at high-performing branches to sustain growth and maximize overall revenue.</a:t>
            </a:r>
          </a:p>
          <a:p>
            <a:endParaRPr lang="en-ZA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20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ffee Vibes XL by Slidesgo">
  <a:themeElements>
    <a:clrScheme name="Simple Light">
      <a:dk1>
        <a:srgbClr val="F4ECE7"/>
      </a:dk1>
      <a:lt1>
        <a:srgbClr val="756458"/>
      </a:lt1>
      <a:dk2>
        <a:srgbClr val="E5D0C3"/>
      </a:dk2>
      <a:lt2>
        <a:srgbClr val="5F8794"/>
      </a:lt2>
      <a:accent1>
        <a:srgbClr val="F4ECE7"/>
      </a:accent1>
      <a:accent2>
        <a:srgbClr val="756458"/>
      </a:accent2>
      <a:accent3>
        <a:srgbClr val="E5D0C3"/>
      </a:accent3>
      <a:accent4>
        <a:srgbClr val="5F8794"/>
      </a:accent4>
      <a:accent5>
        <a:srgbClr val="5F8794"/>
      </a:accent5>
      <a:accent6>
        <a:srgbClr val="5F8794"/>
      </a:accent6>
      <a:hlink>
        <a:srgbClr val="7564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270</Words>
  <Application>Microsoft Office PowerPoint</Application>
  <PresentationFormat>On-screen Show (16:9)</PresentationFormat>
  <Paragraphs>55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</vt:lpstr>
      <vt:lpstr>Arial Nova Light</vt:lpstr>
      <vt:lpstr>Arial Nova Cond Light</vt:lpstr>
      <vt:lpstr>Arial</vt:lpstr>
      <vt:lpstr>Berkshire Swash</vt:lpstr>
      <vt:lpstr>Coffee Vibes XL by Slidesgo</vt:lpstr>
      <vt:lpstr>Bright Coffee Shop Sales</vt:lpstr>
      <vt:lpstr>Table of Contents</vt:lpstr>
      <vt:lpstr>Bright Coffee Shop Sales Analysis</vt:lpstr>
      <vt:lpstr>Revenue by Product Category</vt:lpstr>
      <vt:lpstr> Revenue By Store Location &amp; Month</vt:lpstr>
      <vt:lpstr>Pie Chart of Revenue By Store Location</vt:lpstr>
      <vt:lpstr>Product Representation</vt:lpstr>
      <vt:lpstr>Sales by Time Classification </vt:lpstr>
      <vt:lpstr>3 Different Coffee shops Location </vt:lpstr>
      <vt:lpstr>PowerPoint Presentation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Lerato Motsusi</dc:creator>
  <cp:lastModifiedBy>KABELO JOSEPH MANAKA (EN KHULA SIZWE PRIMARY SCHOOL ADMIN)</cp:lastModifiedBy>
  <cp:revision>5</cp:revision>
  <dcterms:modified xsi:type="dcterms:W3CDTF">2025-11-12T21:15:40Z</dcterms:modified>
</cp:coreProperties>
</file>